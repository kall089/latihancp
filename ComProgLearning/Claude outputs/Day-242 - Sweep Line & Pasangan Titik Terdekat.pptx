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Titik Terdekat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garis yang bergerak, dan masalah dua dimensi yang menjadi satu dimensi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· Day 242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sebuah pemindai di kasir yang bergerak melewati barang dari kiri ke kanan.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Pemindai bergerak satu arah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sapu bergerak menurut 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yang sedang berada di bawah pemindai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aktif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masuk dan keluar area pindai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Kejadian buka dan tutup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melihat seluruh rak sekaligus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2D menjadi 1D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pasangan terdekat sejauh ini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d yang terus mengecil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sapu tidak pernah melihat seluruh bidang sekaligus — ia hanya menyimpan apa yang sedang dipotongnya, dan itu sudah cukup.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menggerakkan sebuah garis melintasi bidang, dan hanya menyimpan keadaan pada posisi garis itu — sehingga masalah dua dimensi menjadi satu dimensi.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bahan yang selalu ada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Kejadian yang terurut menurut x, himpunan aktif yang sedang dipotong garis, dan aturan pembaruan pada tiap kejadian.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berubah antar soal hanya isinya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selalu sama. Yang berganti hanya apa yang menjadi kejadian dan struktur apa yang dipakai sebagai himpunan aktif.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terdekat memeriksa paling banyak enam titik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Dalam daerah selebar d dan setinggi 2d tidak mungkin ada lebih dari enam titik, karena semuanya berjarak minimal 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kuadrat jaraknya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tetap bulat dan eksak tanpa galat pembulatan. Akar hanya diambil sekali, tepat sebelum jawabannya dicetak.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soal geometri atau interval yang melibatkan banyak objek sekaligus di bidang.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gabungan panjang selang atau luas gabungan persegi panjang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pasangan titik terdekat di antara banyak titik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perpotongan ruas garis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query offline yang bisa diurutkan menurut satu sumbu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harus dijawab online satu per satu — sweep line butuh semua kejadian dulu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Objeknya bergerak atau berubah selama proses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 sudah satu dimensi; prefix sum atau two pointers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 sampai 10^9 membuat kuadrat selisihnya mencapai 4 x 10^18. Menjumlahkan dua suku seperti itu melampaui long long tanpa peringatan apa pun.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dasar (Day 240)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STL set &amp; map (Day 21)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Bentley-Ottmann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pada query offline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Rotating calipers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&amp; Pasangan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Terdekat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yang bergerak, dan bidang yang menjadi barisan garis.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adalah pola pikir, bukan satu algoritma. Begitu kamu terbiasa melihat soal sebagai barisan kejadian yang terurut, banyak soal geometri langsung terbuka.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 Garis Sapu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Penerapan Klasik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Titik Terdekat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Menyimpan Kuadratnya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garis, bergerak dari kiri ke kanan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 Garis Sapu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bahan di baris 11 sampai 13 selalu ada pada setiap soal sweep line, apa pun bentuk soalnya.</a:t>
            </a:r>
            <a:endParaRPr lang="en-US" sz="1300" dirty="0"/>
          </a:p>
        </p:txBody>
      </p:sp>
      <p:pic>
        <p:nvPicPr>
          <p:cNvPr id="4" name="Image 0" descr="/tmp/ppt/imgs/c93_8_6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242" y="1755648"/>
            <a:ext cx="464306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kuncinya ada di baris 16 dan 17: masalah dua dimensi berubah menjadi barisan masalah satu dimensi. Itulah seluruh nilai teknik ini.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Penerapan Klasik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Penerapan pertama adalah yang paling sering muncul, dan sudah bisa dikerjakan tanpa struktur data apa pun.</a:t>
            </a:r>
            <a:endParaRPr lang="en-US" sz="1300" dirty="0"/>
          </a:p>
        </p:txBody>
      </p:sp>
      <p:pic>
        <p:nvPicPr>
          <p:cNvPr id="4" name="Image 0" descr="/tmp/ppt/imgs/c93_9_6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6424" y="1993392"/>
            <a:ext cx="410869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yang berubah antar soal hanya dua hal: apa yang menjadi kejadian, dan struktur apa yang dipakai sebagai himpunan aktif. Kerangkanya selalu sama.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Terdekat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n kuadrat menjadi n log 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Titik Terdekat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di baris 18 sampai 21 adalah alasan kenapa algoritmanya cepat, dan ia patut diingat.</a:t>
            </a:r>
            <a:endParaRPr lang="en-US" sz="1300" dirty="0"/>
          </a:p>
        </p:txBody>
      </p:sp>
      <p:pic>
        <p:nvPicPr>
          <p:cNvPr id="4" name="Image 0" descr="/tmp/ppt/imgs/c93_11_6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1825" y="1755648"/>
            <a:ext cx="4065302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"tidak mungkin lebih dari enam titik" itu yang mengubah pemeriksaan sebanyak n menjadi pemeriksaan sebanyak konstanta. Tanpanya teknik ini tidak lebih cepat daripada cara naif.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Enam Titik, Diurutkan Menurut 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sapu bergerak dari kiri ke kanan. Titik diproses satu per satu sesuai urutan x-nya.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7552" y="4197096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(1,1)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9344" y="2459736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9344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30540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(2,6)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52928" y="350215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52928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87168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(4,3)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3154680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(5,4)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0096" y="3849624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0096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74336" y="44439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(8,2)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61888" y="2112264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61888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(9,7)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menurut 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(1,1)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(2,6)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(4,3)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(5,4)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(8,2)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(9,7)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dimulai dari tak hingga, lalu terus mengecil setiap kali pasangan lebih dekat ditemukan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sumbu y pada gambar digambar terbalik agar muat di slide; yang penting adalah urutan x dari kiri ke kanan.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Dua Titik Pertama Memberi d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(1,1) dan (2,6) memberi kuadrat jarak 1 + 25 = 26. Itu menjadi nilai d sementara.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354308" y="2992333"/>
            <a:ext cx="436920" cy="1220806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87552" y="4197096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4791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(1,1)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9344" y="2459736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9344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30540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(2,6)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52928" y="350215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52928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87168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giliran (4,3)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3154680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40096" y="3849624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0096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61888" y="2112264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61888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2 titik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26   (akar 26 ~ 5.1)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giliran titik (4,3)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jendela x : [4-5.1, 4]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jendela y : [3-5.1, 3+5.1]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keduanya masih masuk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7512" y="55778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jarak2 (1,1)-(4,3) = 9 + 4 = 13        d turun menjadi 13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6016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(2,6) juga diperiksa: jarak2-nya 4 + 9 = 13, sama persis. Nilai d turun dari 26 menjadi 13, sehingga jendelanya ikut menyempit.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Pasangan Terdekat Ditemukan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(5,4) hanya berjarak satu satuan pada kedua sumbu dari (4,3). Kuadrat jaraknya 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66714" y="3562819"/>
            <a:ext cx="142860" cy="79834"/>
          </a:xfrm>
          <a:prstGeom prst="line">
            <a:avLst/>
          </a:prstGeom>
          <a:noFill/>
          <a:ln w="12700">
            <a:solidFill>
              <a:srgbClr val="F0736A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87552" y="4197096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9344" y="2459736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9344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52928" y="350215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52928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(4,3)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154680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(5,4)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0096" y="3849624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0096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61888" y="2112264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61888" y="2112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2   -&gt; jarak akar 2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sesudah d = 2, jendela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menjadi sangat sempit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titik (8,2) dan (9,7)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 menemukan apa pun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67512" y="55778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jarak2 (4,3)-(5,4) = 1 + 1 = 2        jaraknya akar 2, kira-kira 1.414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6016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 mengecil menjadi 2, jendela pencarian menyempit drastis. Dua titik terakhir hanya perlu dibandingkan dengan sangat sedikit titik lain.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std::set sebagai himpunan aktif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Pasangan Terdekat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aktif disimpan sebagai pasangan {y, x} agar bisa dicari berdasarkan rentang y.</a:t>
            </a:r>
            <a:endParaRPr lang="en-US" sz="1300" dirty="0"/>
          </a:p>
        </p:txBody>
      </p:sp>
      <p:pic>
        <p:nvPicPr>
          <p:cNvPr id="4" name="Image 0" descr="/tmp/ppt/imgs/c93_16_6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5000" y="1755648"/>
            <a:ext cx="267438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diurutkan menurut x. Inilah arah gerak garis sapunya.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aktif menyimpan pasangan {y, x}, bukan {x, y}, karena pencariannya dilakukan pada rentang 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kiri membuang titik yang sudah terlalu jauh di belakang garis sapu. Setiap titik dibuang paling banyak sekali.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diambil hanya untuk menentukan lebar jendela, dan ditambah satu agar tidak ada titik yang terlewat karena pembulatan.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dan upper_bound memotong himpunan aktif menjadi jendela y yang perlu diperiksa saja.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yang baru diproses dimasukkan ke himpunan aktif untuk dipakai titik-titik berikutnya.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Menyimpan Kuadratnya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peringatan luber di baris 15 sampai 20 — ia tidak memberi tanda apa pun saat terjadi.</a:t>
            </a:r>
            <a:endParaRPr lang="en-US" sz="1300" dirty="0"/>
          </a:p>
        </p:txBody>
      </p:sp>
      <p:pic>
        <p:nvPicPr>
          <p:cNvPr id="4" name="Image 0" descr="/tmp/ppt/imgs/c93_17_6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618" y="1755648"/>
            <a:ext cx="466230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kuadrat jarak menjaga seluruh perhitungan tetap bulat dan eksak. Akar hanya diambil sekali, tepat sebelum jawabannya dicetak.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jarak, bukan kuadratnya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akar kuadrat memasukkan galat pembulatan yang bisa membuat dua jarak sama terlihat berbeda. Bandingkan kuadratnya dan ambil akar hanya sekali di akhir.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Luber saat menjumlahkan dua kuadrat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 sampai sepuluh pangkat sembilan membuat tiap kuadrat mencapai empat kali sepuluh pangkat delapan belas. Menjumlahkan dua suku seperti itu melampaui long long.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membuang titik yang terlalu jauh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penunjuk kiri, himpunan aktif menumpuk seluruh titik dan kompleksitasnya kembali kuadratik.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pasangan {x, y} di himpunan aktif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Pencariannya dilakukan pada rentang y, jadi kunci pertamanya wajib y. Menyimpan urutan sebaliknya membuat lower_bound tidak berguna.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Titik Terdekat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titik berkoordinat bulat pada bidang. Keluarkan KUADRAT jarak terkecil di antara semua pasangan titik yang berbeda. Boleh ada beberapa titik pada koordinat yang sama, dan pasangan seperti itu berjarak nol.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mutlak koordinat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perlu long long</a:t>
            </a:r>
            <a:endParaRPr lang="en-US" sz="1200" dirty="0"/>
          </a:p>
        </p:txBody>
      </p:sp>
      <p:pic>
        <p:nvPicPr>
          <p:cNvPr id="9" name="Image 0" descr="/tmp/ppt/imgs/c93_20_6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1267" y="1280160"/>
            <a:ext cx="21083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30: syarat penghapusan memakai kuadrat, sehingga tidak perlu akar sama sekali di sana.</a:t>
            </a:r>
            <a:endParaRPr lang="en-US" sz="1300" dirty="0"/>
          </a:p>
        </p:txBody>
      </p:sp>
      <p:pic>
        <p:nvPicPr>
          <p:cNvPr id="4" name="Image 0" descr="/tmp/ppt/imgs/c93_21_6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9648" y="1755648"/>
            <a:ext cx="240965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Bila koordinatnya mencapai sepuluh pangkat sembilan, geser dulu seluruh titik agar berpusat di nol untuk menghindari luber.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sweep line sederhana; tiga berikutnya butuh struktur data pada himpunan aktifnya.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Minimum Euclidean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Pasangan titik terdekat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Room Allocation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Sweep line dengan priority 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Area of Rectangles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Luas gabungan dengan 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Intersection Points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perpotongan dengan Fenwick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1000F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Sweep line pada query offline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bahan yang selalu ada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Kejadian yang terurut, himpunan aktif, dan aturan pembaruan. Yang berubah antar soal hanya isi ketiganya, bukan kerangkanya.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dua dimensi menjadi satu dimensi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Garis sapu hanya menyimpan keadaan pada posisinya sendiri, bukan seluruh bidang. Di situlah penghematannya.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terdekat memeriksa paling banyak enam titik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Dalam daerah selebar d dan setinggi 2d tidak mungkin ada lebih dari enam titik, karena semuanya berjarak minimal d satu sama lain.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kuadrat jaraknya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tetap bulat dan eksak, tanpa galat pembulatan. Akar hanya diambil sekali, tepat sebelum jawabannya dicetak.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2026-09-03T02:51:34Z</dcterms:created>
  <dcterms:modified xsi:type="dcterms:W3CDTF">2026-09-03T02:51:34Z</dcterms:modified>
</cp:coreProperties>
</file>