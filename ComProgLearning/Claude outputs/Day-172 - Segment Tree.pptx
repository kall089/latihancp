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query rentang yang paling luwes — min, max, gcd, apa pun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memecah rentang menjadi potongan siap 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pulau dibagi dua, tiap bagian dibagi dua lagi, terus sampai satu desa. Setiap kotak peta mencatat ringkasan wilayahnya.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biner: akar mencakup seluruh array, anaknya membagi rentang tepat menjadi dua.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data wilayah tertentu, kamu turun dari peta besar. Kalau sebuah kotak SELURUHNYA di dalam wilayah yang ditanya, langsung pakai ringkasannya.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"termuat penuh": kembalikan nilai simpul tanpa turun lebih jauh. Inilah yang membuatnya O(log 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kotaknya sama sekali di luar wilayah, lewati. Kalau hanya sebagian, turun ke dua anaknya.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kasus: di luar (kembalikan netral), termuat penuh (pakai langsung), beririsan sebagian (turun).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sensus yang cuma bisa menjumlah, di sini ringkasannya boleh apa saja: gunung tertinggi, suhu terendah, atau FPB.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menggabungkan, bukan mengurangi. Karena itu min, max, dan gcd pun bisa.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 hanya dua tempat: cara menggabungkan dua anak, dan nilai netral saat tidak beririsan.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menjawab query rentang untuk operasi apa pun yang asosiatif — minimum, maksimum, gcd, jumlah — sambil tetap mengizinkan update.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menggabungkan, bukan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Fenwick yang menghitung selisih dua prefix, segment tree memilih beberapa potongan yang tepat menutupi rentang lalu menggabungkannya. Karena itu operasi tanpa kebalikan pun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biner yang disimpan dalam array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berindeks 1, anak kiri simpul v berindeks 2v, anak kanan 2v+1. Tidak ada pointer sama sekali. Ukuran arraynya 4n.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setiap simpul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rentang sepenuhnya (kembalikan netral), termuat sepenuhnya (pakai langsung), atau beririsan sebagian (turun ke dua anak). Tidak ada kemungkinan keempat.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minimum, maksimum, gcd, atau apa pun.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 saja, Fenwick lebih pendek. Segment tree dipilih ketika keluwesannya benar-benar dibutuhkan.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gcd, atau gabungan yang tidak punya kebalikan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perlu menyimpan beberapa nilai sekaligus, misalnya max subarray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update rentang dengan lazy propagation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descent: mencari posisi pertama yang memenuhi syarat, dalam O(log 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 biasa dengan update titik — Fenwick jauh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dan operasinya min atau max — sparse table O(1) per query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tidak asosiatif; segment tree tidak bisa dipakai sama sekali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Alokasikan 4n, bukan 2n. Untuk n yang bukan pangkat dua, indeks simpul bisa melewati 2n dan menyebabkan akses di luar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(Day 176)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Descent (Day 175)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untuk operasi apa pun yang asosiatif, dengan update.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adalah struktur data serba guna yang paling sering muncul di kontes tingkat menengah. Menguasainya membuka seluruh rangkaian Day 172 sampai 182.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Fenwick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Pohon &amp; Penyimpanan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yang tidak bisa dilewati Fenwick 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Fenwick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memakai pengurangan dua prefix. Untuk minimum, pengurangan itu tidak punya arti sama sekali.</a:t>
            </a:r>
            <a:endParaRPr lang="en-US" sz="1300" dirty="0"/>
          </a:p>
        </p:txBody>
      </p:sp>
      <p:pic>
        <p:nvPicPr>
          <p:cNvPr id="4" name="Image 0" descr="/tmp/ppt/imgs/c82_8_5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286" y="1755648"/>
            <a:ext cx="578697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tidak pernah mengurangi. Ia memilih beberapa potongan yang tepat menutupi rentang yang diminta, lalu menggabungkannya. Karena itu operasi apa pun yang asosiatif bisa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Cara Penyimpanan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biner dan seimbang. Ia disimpan dalam array biasa, sehingga tidak ada pointer sama sekali.</a:t>
            </a:r>
            <a:endParaRPr lang="en-US" sz="1300" dirty="0"/>
          </a:p>
        </p:txBody>
      </p:sp>
      <p:pic>
        <p:nvPicPr>
          <p:cNvPr id="4" name="Image 0" descr="/tmp/ppt/imgs/c82_9_5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172" y="1755648"/>
            <a:ext cx="446520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4n dipakai karena n yang bukan pangkat dua membuat pohonnya sedikit tidak seimbang. Angka 4n selalu cukup dan menghindarkanmu dari perhitungan yang rumit.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bertanggung jawab atas satu rentang. Anak kiri dan kanan membagi rentang itu tepat menjadi dua.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akar = [1..8]      anak kiri simpul v = 2v      anak kanan = 2v + 1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tidak digambar agar tidak penuh. Setiap daun mewakili satu elemen array. Tinggi pohonnya sekitar log n, sehingga setiap operasi hanya menyentuh log n tingkat.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yang menentukan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kecerdikan segment tree ada pada tiga cabang di fungsi ini. Hafalkan ketiganya.</a:t>
            </a:r>
            <a:endParaRPr lang="en-US" sz="1300" dirty="0"/>
          </a:p>
        </p:txBody>
      </p:sp>
      <p:pic>
        <p:nvPicPr>
          <p:cNvPr id="4" name="Image 0" descr="/tmp/ppt/imgs/c82_12_5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52" y="1755648"/>
            <a:ext cx="503068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1 — simpul ini sama sekali di luar rentang yang diminta. Kembalikan elemen netral, yaitu nilai yang tidak mengubah hasil saat digabungkan.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2 — simpul ini seluruhnya termuat di dalam rentang. Nilainya sudah siap pakai, jadi kembalikan langsung tanpa turun lebih jauh. Inilah yang membuatnya O(log 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3 — beririsan sebagian. Turun ke kedua anak dan gabungkan hasilnya.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pemeriksaan penting: kasus 1 harus diperiksa lebih dulu. Membalik urutannya membuat simpul di luar rentang ikut terpakai.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berbeda untuk setiap operasi. Untuk jumlah nilainya nol; untuk minimum nilainya tak hingga positif. Salah memilih di sini adalah bug yang sulit dilihat.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jumlah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mencakup [1..8], sedangkan yang diminta [3..6]. Irisannya sebagian, jadi turun ke kedua anak.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60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beririsan sebagian dengan [3..6]  -&gt;  KASUS 3, turun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selalu dimulai dari akar. Pada setiap simpul, satu dari tiga kasus dipilih dan tidak pernah ada keraguan.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Kedua Anak Juga Sebagian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[1..4] maupun [5..8] hanya beririsan sebagian dengan [3..6], sehingga keduanya juga harus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dan [5..8] keduanya KASUS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pada setiap tingkat, paling banyak dua simpul yang berstatus sebagian. Sifat inilah yang menjamin query tetap O(log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Menemukan Potongan yang Pas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seluruhnya termuat di dalam [3..6]. Keduanya langsung dipakai tanpa turun lebih jauh.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t[[3..4]] + t[[5..6]]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[1..2] dan [7..8] sama sekali di luar sehingga mengembalikan nol. Hanya dua simpul yang benar-benar menyumbang, dan keduanya ditemukan dalam tiga tingkat penurunan.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sisanya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 sampai daun, lalu menggabungkan hasilnya saat kembali naik. Totalnya O(n) karena setiap simpul dikunjungi sekali.</a:t>
            </a:r>
            <a:endParaRPr lang="en-US" sz="1300" dirty="0"/>
          </a:p>
        </p:txBody>
      </p:sp>
      <p:pic>
        <p:nvPicPr>
          <p:cNvPr id="4" name="Image 0" descr="/tmp/ppt/imgs/c82_18_5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778" y="1993392"/>
            <a:ext cx="439598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"turun sampai daun, lalu gabungkan saat naik" adalah bentuk yang sama persis dengan DP pada pohon. Bila salah satu sudah kamu pahami, yang lain terasa akrab.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ke daun yang benar, ubah nilainya, lalu perbaiki seluruh leluhurnya saat rekursi kembali naik.</a:t>
            </a:r>
            <a:endParaRPr lang="en-US" sz="1300" dirty="0"/>
          </a:p>
        </p:txBody>
      </p:sp>
      <p:pic>
        <p:nvPicPr>
          <p:cNvPr id="4" name="Image 0" descr="/tmp/ppt/imgs/c82_19_5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451" y="1755648"/>
            <a:ext cx="552064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jalur dari akar ke daun yang berubah, yaitu sekitar log n simpul. Simpul lain tidak tersentuh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mengubah segment tree jumlah menjadi minimum, hanya dua tempat yang perlu diubah.</a:t>
            </a:r>
            <a:endParaRPr lang="en-US" sz="1300" dirty="0"/>
          </a:p>
        </p:txBody>
      </p:sp>
      <p:pic>
        <p:nvPicPr>
          <p:cNvPr id="4" name="Image 0" descr="/tmp/ppt/imgs/c82_20_5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231" y="1755648"/>
            <a:ext cx="486448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yang lebih rumit, setiap simpul boleh menyimpan struct. Contoh paling terkenal adalah maximum subarray pada rentang, yang menyimpan empat nilai per simpul.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pendek untuk kasus sederhana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Iteratif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butuh update titik dan query rentang, versi ini lebih pendek, lebih cepat, dan hemat memori (2n, bukan 4n).</a:t>
            </a:r>
            <a:endParaRPr lang="en-US" sz="1300" dirty="0"/>
          </a:p>
        </p:txBody>
      </p:sp>
      <p:pic>
        <p:nvPicPr>
          <p:cNvPr id="4" name="Image 0" descr="/tmp/ppt/imgs/c82_22_5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227" y="1993392"/>
            <a:ext cx="3556497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rentangnya EKSKLUSIF di kanan: query(l, r) menjawab [l, r). Versi iteratif tidak bisa dipakai untuk lazy propagation, jadi tetap kuasai versi rekursifnya.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pilih berdasarkan apa yang dibutuhkan soal, bukan mana yang lebih keren.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titik, query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pendek dan paling cepat.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 dengan lazy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Lazy propagation menuntut struktur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Gabungan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mudah dibaca dan lebih sedikit salah.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(cari elemen ke-k)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Penurunan bersyarat lebih alami ditulis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sangat besar, memori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2n, bukan 4n.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kurang dari 4n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yang bukan pangkat dua, indeks simpul bisa melewati 2n. Selalu alokasikan 4n; kelebihannya sangat murah dibanding risiko akses di luar array.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yang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kembalikan tak hingga positif, bukan nol. Mengembalikan nol membuat setiap query minimum menjawab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tiga kasus terbalik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"tidak beririsan" harus diperiksa paling awal. Bila kasus "termuat penuh" diperiksa lebih dulu, hasilnya benar tetapi bisa juga salah pada batas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memperbaiki ke atas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update, baris t[v] = gabung(anak kiri, anak kanan) wajib dijalankan saat rekursi kembali naik. Tanpa itu, hanya daunnya yang berubah.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mengubah a[i] menjadi x. Perintah tipe 2 menanyakan nilai terkecil pada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2_26_5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640" y="1280160"/>
            <a:ext cx="29815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elemen netral INF pada query, dan baris min yang muncul di tiga tempat: build, update, dan query.</a:t>
            </a:r>
            <a:endParaRPr lang="en-US" sz="1300" dirty="0"/>
          </a:p>
        </p:txBody>
      </p:sp>
      <p:pic>
        <p:nvPicPr>
          <p:cNvPr id="4" name="Image 0" descr="/tmp/ppt/imgs/c82_27_5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470" y="1993392"/>
            <a:ext cx="2384011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n), sekitar 7 x 10^6 operasi pada batas terbesar. Jangan lupa mematikan sinkronisasi cin karena jumlah perintahnya besar.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segment tree langsung; dua berikutnya menuntut gabungan yang lebih rumit.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Minimum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minimum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jumlah, bandingkan dengan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Hotel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pada segment tree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 / GSS1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subarray pada rentang, simpul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Pintu masuk ke lazy propagation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menggabungkan, tidak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ia bisa dipakai untuk min, max, dan gcd yang tidak punya kebalikan. Syaratnya hanya operasinya asosiatif.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sepenuhnya, termuat sepenuhnya, atau beririsan sebagian. Ketiganya diperiksa dalam urutan itu, dan tidak ada kemungkinan keempat.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Disimpan dalam array berukuran 4n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kiri simpul v adalah 2v, anak kanan 2v+1. Tidak ada pointer, tidak ada alokasi dinamis.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semua operasi.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