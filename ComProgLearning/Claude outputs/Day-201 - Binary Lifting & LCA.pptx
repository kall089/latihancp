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&amp; LCA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yang membuka hampir semua soal jalur pada pohon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· Day 201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melompat jauh dengan sedikit lompatan.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Silsilah keluarga. Untuk mencari kakek buyut ke-13, kamu tidak perlu naik satu per satu 13 kali.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 pada pohon berakar. Cara naif O(k), terlalu lambat bila k besar.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sudah mencatat "siapa orang tua 1 tingkat, 2 tingkat, 4 tingkat, 8 tingkat di atasku", maka 13 = 8 + 4 + 1 — tiga lompatan saja.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simpan leluhur berjarak pangkat dua. Setiap jarak bisa disusun dari lompatan pangkat dua.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orang ingin tahu leluhur bersama terdekat. Pertama samakan dulu generasinya, lalu naik bersamaan.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langkah 1: samakan kedalaman. Langkah 2: naikkan keduanya bersamaan.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bersama HANYA selama leluhurnya masih berbeda. Begitu sama, lompatan itu kelewatan — kalian sudah melewati leluhur bersama.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up[u][j] != up[v][j]. Setelah loop, keduanya tepat satu langkah di bawah LCA.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persis dengan modpow: memecah sebuah bilangan menjadi jumlah pangkat dua.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adalah leluhur bersama terdalam dari dua simpul pada pohon. Dari satu fungsi ini, hampir semua pertanyaan tentang jalur pada pohon terjawab.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dicari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sepasang simpul u dan v, cari simpul terdalam yang merupakan leluhur keduanya. Cara naif menaikkan keduanya selangkah demi selangkah dan memakan O(n) per pertanyaan.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lifting: melompat dengan pangkat dua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leluhur berjarak 1, 2, 4, 8, dan seterusnya. Karena setiap bilangan bisa ditulis sebagai jumlah pangkat dua, naik sejauh apa pun cukup log n lompatan.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jarak yang membuatnya berharga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jarak(u, v) = dep[u] + dep[v] - 2 x dep[LCA]. Satu fungsi LCA langsung menjawab seluruh pertanyaan jarak pada pohon.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Persiapan O(n log n), query O(log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membangun tabel leluhur. Setelah itu setiap pertanyaan dijawab dalam sekitar 2 log n langkah.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soal berbicara tentang jalur antara dua simpul pada pohon, mulai dari sini.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pertanyaan tentang jarak atau jalur antar sepasang simpul pada pohon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leluhur ke-k dari sebuah simpul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apakah satu simpul adalah leluhur simpul lain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menjumlahkan bobot sepanjang jalur, digabung dengan prefix dari akar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siklus; LCA hanya terdefinisi pada pohon berakar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atau dua pertanyaan; menelusuri langsung lebih sederhana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Pohonnya berubah-ubah selama proses; tabel binary lifting bersifat statis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Jadikan akar sebagai orang tua dirinya sendiri saat membangun tabel. Dengan begitu, naik melebihi akar tetap aman dan tidak keluar dari array.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Heavy-Light Decomposition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Centroid decomposition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jalur dengan BIT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LCA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 untuk menjawab pertanyaan jalur pada pohon.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memakai ide yang sama persis dengan modpow: memecah sebuah bilangan menjadi jumlah pangkat dua. Mengenali kemiripan ini membuat keduanya lebih mudah diingat.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 &amp; Kenapa Penting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 Leluhur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 Dua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pada Pohon Contoh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dari Satu Fungsi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Leluhur bersama terdalam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Dicari dan Kenapa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jarang menjadi soal itu sendiri. Ia hampir selalu menjadi alat untuk menjawab pertanyaan tentang jalur.</a:t>
            </a:r>
            <a:endParaRPr lang="en-US" sz="1300" dirty="0"/>
          </a:p>
        </p:txBody>
      </p:sp>
      <p:pic>
        <p:nvPicPr>
          <p:cNvPr id="4" name="Image 0" descr="/tmp/ppt/imgs/c89_8_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768" y="1993392"/>
            <a:ext cx="513800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jarak di baris 9 adalah alasan utama LCA dipelajari. Dari satu fungsi, seluruh pertanyaan jarak pada pohon terjawab dalam O(log n).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LCA-nya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dan 9 berada di cabang berbeda. Leluhur bersama mereka yang paling dalam adalah simpul 2.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602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860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= 3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dep[9] = 3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dep[2]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jarak(8, 9)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 + 3 - 2 x 1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9) = 2      jarak = dep[8] + dep[9] - 2 x dep[2] = 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jalur 8 - 4 - 2 - 5 - 9 memang berpanjang 4 sisi. Rumusnya benar karena bagian dari akar sampai LCA dilewati dua kali dan harus dikurangi dua kali.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Binary Lifting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Melompat dengan pangkat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Leluhur Berjarak Pangkat Dua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semua leluhur, simpan hanya yang berjarak 1, 2, 4, 8, 16, dan seterusnya.</a:t>
            </a:r>
            <a:endParaRPr lang="en-US" sz="1300" dirty="0"/>
          </a:p>
        </p:txBody>
      </p:sp>
      <p:pic>
        <p:nvPicPr>
          <p:cNvPr id="4" name="Image 0" descr="/tmp/ppt/imgs/c89_11_6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052" y="1755648"/>
            <a:ext cx="525944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bilangan bulat bisa ditulis sebagai jumlah pangkat dua. Karena itu naik sejauh apa pun bisa dipecah menjadi paling banyak log n lompatan.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Memecah 13 Langkah Menjadi Lompatan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naik 13 langkah, cukup lakukan tiga lompatan yang panjangnya pangkat dua.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8 + 4 + 1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naik(v, 13)  =  up[ up[ up[v][0] ][2] ][3]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lompatan menggantikan tiga belas langkah. Untuk n = 200.000, lompatan terbanyak hanya 18 — itulah nilai LOG yang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mengisi seluruh tabel. Perhatikan bahwa tabel simpul v selesai sebelum anak-anaknya diproses.</a:t>
            </a:r>
            <a:endParaRPr lang="en-US" sz="1300" dirty="0"/>
          </a:p>
        </p:txBody>
      </p:sp>
      <p:pic>
        <p:nvPicPr>
          <p:cNvPr id="4" name="Image 0" descr="/tmp/ppt/imgs/c89_13_6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494" y="1755648"/>
            <a:ext cx="435139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dipilih sehingga 2 pangkat LOG melebihi n. Untuk n sampai 200.000, nilai 18 sudah cukup karena 2^18 = 262.144.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Orang tua langsung disimpan lebih dulu. Seluruh kolom lain dibangun darinya.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baris intinya: naik 2^j langkah sama dengan naik 2^(j-1) langkah dua kali. Baris ini yang membuat tabelnya terbangun dalam O(n log n).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simpul v harus selesai SEBELUM anak-anaknya di-DFS, karena anak membutuhkan tabel orang tuanya.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Kedalaman dicatat bersamaan. Nilai ini dipakai baik untuk menyamakan tinggi maupun untuk menghitung jarak.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dijadikan orang tua dirinya sendiri. Dengan begitu, naik melebihi akar tetap aman dan tidak keluar dari array.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K Langkah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setiap bit pada k. Bila bit ke-j menyala, lakukan lompatan sepanjang 2^j.</a:t>
            </a:r>
            <a:endParaRPr lang="en-US" sz="1300" dirty="0"/>
          </a:p>
        </p:txBody>
      </p:sp>
      <p:pic>
        <p:nvPicPr>
          <p:cNvPr id="4" name="Image 0" descr="/tmp/ppt/imgs/c89_14_6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431" y="1755648"/>
            <a:ext cx="554668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ini sendiri sudah menjawab soal "siapa leluhur ke-k dari simpul v", yang cukup sering muncul sebagai soal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langkah yang harus dipahami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pertama menyamakan kedalaman; langkah kedua menaikkan keduanya bersamaan sampai tepat di bawah LCA.</a:t>
            </a:r>
            <a:endParaRPr lang="en-US" sz="1300" dirty="0"/>
          </a:p>
        </p:txBody>
      </p:sp>
      <p:pic>
        <p:nvPicPr>
          <p:cNvPr id="4" name="Image 0" descr="/tmp/ppt/imgs/c89_16_6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927" y="1993392"/>
            <a:ext cx="4810529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Pastikan u yang lebih dalam. Pertukaran ini menyederhanakan langkah berikutnya.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Naikkan u sampai sedalam v. Setelah baris ini, keduanya berada pada kedalaman yang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khusus: bila setelah disamakan keduanya bertemu, berarti v memang leluhur u. Tanpa pemeriksaan ini, langkah kedua akan memberi jawaban salah.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berjalan dari j BESAR ke j KECIL. Urutan ini penting — dari kecil ke besar tidak bisa menyusun setiap jarak.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BERBEDA. Bila sudah sama, lompatan itu kelewatan dan harus dilewati.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loop, u dan v tepat satu langkah di bawah LCA. Karena itu jawabannya adalah orang tua langsung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"Naik Selama Masih Beda"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membingungkan. Bacalah sebagai pencarian batas antara dua daerah.</a:t>
            </a:r>
            <a:endParaRPr lang="en-US" sz="1300" dirty="0"/>
          </a:p>
        </p:txBody>
      </p:sp>
      <p:pic>
        <p:nvPicPr>
          <p:cNvPr id="4" name="Image 0" descr="/tmp/ppt/imgs/c89_17_6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90" y="1755648"/>
            <a:ext cx="6009764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pola yang sama dengan binary search: kita mencari titik peralihan antara "belum bertemu" dan "sudah bertemu", lalu berhenti tepat sebelum peralihan itu.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LCA(8, 7) pada pohon contoh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Menyamakan Kedalaman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8 berada di kedalaman 3, simpul 7 di kedalaman 2. Naikkan 8 sebanyak satu langkah.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411148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480920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490874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562856"/>
            <a:ext cx="0" cy="42062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562856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196596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19659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10912" y="29718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29718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39776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3347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334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87952" y="39776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8795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33872" y="397764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33872" y="39776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4608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v, dep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" y="498348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614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u, dep 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33472" y="498348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4983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selisih kedalaman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dep[8] - dep[7] = 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naik(8, 1) = 4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 u = 4, v = 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keduanya di kedalaman 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naik(8, 3 - 2) = 4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langkah ini, keduanya berada pada kedalaman yang sama sehingga bisa dinaikkan bersamaan.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Bersamaan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simpul 4 dan 7, coba lompatan terbesar dulu. Lompatan 2 langkah membuat keduanya bertemu di akar, jadi dilewati; lompatan 1 langkah masih beda, jadi diambil.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 baru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 baru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846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587752"/>
            <a:ext cx="4572000" cy="332841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78040" y="27706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= 1  (lompat 2)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0998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up[4][1] = 1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4290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up[7][1] = 1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37581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sama  -&gt;  LEWATI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44165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0  (lompat 1)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178040" y="47457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up[4][0] = 2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5074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up[7][0] = 3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78040" y="5404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beda  -&gt;  AMBIL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      v = 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selalu dilewati, karena artinya lompatan itu sudah melewati LCA.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Jawabannya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loop selesai, u dan v tepat satu langkah di bawah LCA. Jawabannya adalah orang tua langsung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226135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907277" y="2648892"/>
            <a:ext cx="1146566" cy="700679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2941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08509" y="3718664"/>
            <a:ext cx="520741" cy="57281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466585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488810" y="3728618"/>
            <a:ext cx="452379" cy="55290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0972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V="1">
            <a:off x="2926080" y="4800600"/>
            <a:ext cx="0" cy="42062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364992" y="2203704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4992" y="22037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834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1907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1907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10912" y="3209544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10912" y="3209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40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334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8795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8795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33872" y="421538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33872" y="42153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046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33472" y="5221224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33472" y="5221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2, v = 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up[2][0] = up[3][0] = 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jarak = 3 + 2 - 2 x 0 =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LCA(8, 7) = up[2][0] = 1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proses hanya memakai sekitar 2 log n langkah. Untuk n = 200.000 itu sekitar 36 operasi per query — sangat cepat.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fungsi, banyak jawaban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fungsi lca dan naik yang sama persis. Tidak ada kode tambahan yang berarti.</a:t>
            </a:r>
            <a:endParaRPr lang="en-US" sz="1300" dirty="0"/>
          </a:p>
        </p:txBody>
      </p:sp>
      <p:pic>
        <p:nvPicPr>
          <p:cNvPr id="4" name="Image 0" descr="/tmp/ppt/imgs/c89_23_6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54" y="1755648"/>
            <a:ext cx="452023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keempat sangat sering keluar: siapkan prefix jumlah bobot dari akar ke setiap simpul, lalu jumlah pada jalur mana pun terjawab dalam O(log n).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Cara Menghitung LCA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adalah pilihan utama karena mudah diingat dan sekaligus memberi fungsi naik k langkah.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377440"/>
                <a:gridCol w="3172968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Persiapan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Naik satu-satu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Terlalu lambat, hanya untuk pembanding.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utama. Sekaligus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Euler tour +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tercepat, tetapi tidak memberi kth ancestor.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Tarjan offline (DSU)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+ q)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secara total, tetapi seluruh query harus diketahui di awal.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HLD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Dipakai bila kamu memang sudah butuh HLD untuk hal lain.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pada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 berakar di simpul 1, lalu q pertanyaan. Setiap pertanyaan berisi sepasang simpul u dan v; keluarkan banyaknya sisi pada jalur terpendek dari u ke v.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terhubung dengan n - 1 sisi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9_25_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1161" y="1280160"/>
            <a:ext cx="25285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akar dijadikan orang tua dirinya sendiri — itulah yang membuat naik melebihi akar tetap aman.</a:t>
            </a:r>
            <a:endParaRPr lang="en-US" sz="1300" dirty="0"/>
          </a:p>
        </p:txBody>
      </p:sp>
      <p:pic>
        <p:nvPicPr>
          <p:cNvPr id="4" name="Image 0" descr="/tmp/ppt/imgs/c89_26_6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842" y="1993392"/>
            <a:ext cx="2179268" cy="3877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 untuk persiapan dan O(log n) per query. Untuk n = 200.000, DFS rekursif pada pohon berbentuk rantai bisa menyebabkan stack overflow — bila ragu, ubah menjadi DFS iteratif.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memakai LCA langsung; dua berikutnya menggabungkannya dengan teknik lain.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Leluhur ke-k dengan binary lifting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Distance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antar simpul lewat LCA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Paths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ditambah difference array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191C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berapa kali tiap sisi dilewati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lifting = memecah langkah menjadi pangkat dua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yang sama persis dengan modpow. Setiap bilangan bisa ditulis sebagai jumlah pangkat dua, sehingga naik sejauh apa pun cukup log n lompatan.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dilakukan dalam dua langkah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Samakan kedalaman lebih dulu, baru naikkan keduanya bersamaan. Jangan lupa pemeriksaan khusus bila salah satu ternyata leluhur yang lain.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Naik hanya bila leluhurnya masih beda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Lompatan yang membuat keduanya bertemu berarti sudah melewati LCA, jadi harus dilewati. Loop wajib dari j besar ke j kecil.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membuka banyak soal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Jarak, pemeriksaan leluhur, simpul ke-k pada jalur, dan jumlah bobot jalur — semuanya turunan langsung dari LCA.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