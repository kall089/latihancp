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Subtree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 menjadi array, agar seluruh gudang struktur data bisa dipakai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199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meratakan pohon menjadi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Berkeliling museum mengikuti satu jalur yang melewati semua ruangan, mencatat waktu masuk dan waktu keluar tiap ruangan.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mencatat tin[v] (waktu masuk) dan tout[v] (waktu keluar) untuk setiap simpul.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ruangan yang berada di dalam sebuah sayap museum pasti dimasuki DAN dikeluari di antara waktu masuk-keluar sayap itu.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v tepat menempati rentang berurutan [tin[v], tout[v]] pada array hasil penelusuran.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itu, "berapa total pengunjung di sayap timur" berubah menjadi "berapa total pada rentang catatan nomor 12 sampai 27".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subtree berubah menjadi query RENTANG pada array — sehingga Fenwick atau segment tree langsung bisa dipakai.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hanya berlaku untuk pertanyaan tentang seluruh sayap, bukan tentang jalur antara dua ruangan.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memecahkan query SUBTREE. Untuk query JALUR, kamu butuh HLD atau LCA.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 menjadi array adalah trik yang membuka seluruh gudang struktur data untuk soal pohon.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meratakan pohon menjadi array, sehingga subtree berubah menjadi rentang berurutan dan seluruh alat query rentang bisa dipakai.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 waktu masuk dan waktu keluar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mencatat tin[v] dan tout[v] untuk setiap simpul. Keduanya cukup untuk seluruh teknik ini.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menempati rentang berurutan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simpul di subtree v punya tin yang berada di antara tin[v] dan tout[v]. Sifat inilah seluruh isi materi ini.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subtree menjadi query rentang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rata, pasang Fenwick tree atau segment tree di atas arraynya. Query dan update subtree keduanya O(log 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leluhur menjadi O(1)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 adalah leluhur v bila rentang v seluruhnya termuat di dalam rentang u. Lebih cepat daripada memanggil LCA.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menyelesaikan query SUBTREE. Untuk query JALUR, kamu butuh alat lain.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query dan update pada seluruh subtree sebuah simpul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hubungan leluhur berkali-kali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menghitung ukuran subtree setiap simpul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dasar LCA O(1) lewat sparse table pada array kedalaman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adalah jalur antara dua simpul — pakai HLD atau LCA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berubah bentuk selama proses; tin dan tout bersifat statis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update sama sekali — DP pada pohon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pergeseran indeks: tin berbasis nol sedangkan Fenwick tree berbasis satu. Kesalahan indeks di sini adalah bug tersering.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pohon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O(1) (Day 202)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Subtree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 menjadi array agar alat query rentang bisa dipakai.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 menjadi array adalah trik yang membuka seluruh gudang struktur data untuk soal pohon — bukan hanya Fenwick tree.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Meratakan Pohon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tin dan tout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Penelusuran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Menjadi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&amp; Update dengan Fenwick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vs Jalur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Euler Tour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menjadi array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Kunci Euler Tour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sifat di baris 8 sampai 12 adalah seluruh isi materi ini. Sisanya hanyalah pemanfaatannya.</a:t>
            </a:r>
            <a:endParaRPr lang="en-US" sz="1300" dirty="0"/>
          </a:p>
        </p:txBody>
      </p:sp>
      <p:pic>
        <p:nvPicPr>
          <p:cNvPr id="4" name="Image 0" descr="/tmp/ppt/imgs/c88_8_6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6313" y="1755648"/>
            <a:ext cx="5816325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subtree menjadi rentang berurutan, seluruh alat query rentang — Fenwick, segment tree, sparse table — langsung bisa dipakai pada soal pohon.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dengan enam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Pohonnya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dimulai dari akar, dan setiap simpul dicatat saat pertama kali dimasuki.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68306" y="2419180"/>
            <a:ext cx="1201149" cy="86749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514226" y="2419180"/>
            <a:ext cx="1201149" cy="86749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979106" y="3672832"/>
            <a:ext cx="510669" cy="737632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802066" y="3672832"/>
            <a:ext cx="510669" cy="737632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937760" y="372160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017520" y="198424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0" y="4361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94560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4361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DFS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2 -&gt; 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kembali ke 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2 -&gt; 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kembali ke 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3 -&gt; 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" y="55504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56418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kunjungan: 1, 2, 4, 5, 3, 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59893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pastinya bergantung pada urutan tetangga di adjacency list, tetapi sifat "subtree menempati rentang berurutan" selalu berlaku apa pun urutannya.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Hasil Perataan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disusun menurut urutan kunjungan. Perhatikan bahwa simpul 2, 4, dan 5 berdampingan.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18104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18104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18104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41848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65592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6559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6559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tin[2] = 1      tout[2] = 3      subtree 2 = posisi 1 sampai 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simpul 2 berisi {2, 4, 5}, dan ketiganya menempati posisi berurutan 1, 2, 3 pada array. Inilah sifat yang membuat seluruh teknik ini bekerja.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Setiap Subtree Adalah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yang sama berlaku untuk semua simpul, bukan hanya simpul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18104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18104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18104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41848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2395728"/>
            <a:ext cx="11887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65592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6559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6559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tin[3] = 4      tout[3] = 5      subtree 3 = posisi 4 sampai 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3 berisi {3, 6} pada posisi 4 dan 5. Simpul daun seperti 4 punya tin = tout, yaitu rentang berpanjang satu.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tin dan tout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biasa dengan dua baris tambahan. Perhatikan pemeriksaan leluhur di bagian bawah.</a:t>
            </a:r>
            <a:endParaRPr lang="en-US" sz="1300" dirty="0"/>
          </a:p>
        </p:txBody>
      </p:sp>
      <p:pic>
        <p:nvPicPr>
          <p:cNvPr id="4" name="Image 0" descr="/tmp/ppt/imgs/c88_13_6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679" y="1755648"/>
            <a:ext cx="465302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dicatat SEBELUM turun ke anak, sehingga simpul selalu menempati posisi pertama pada rentangnya sendiri.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urut menyimpan simpul menurut urutan kunjungan. Inilah array yang nanti dipasangi Fenwick atau segment tree.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tout dicatat SETELAH semua anak selesai. Nilainya adalah indeks TERAKHIR di dalam subtree.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kedua nilai itu, ukuran subtree langsung didapat tanpa perhitungan tambahan.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leluhur menjadi O(1): u leluhur v bila rentang v seluruhnya termuat di dalam rentang u.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ini lebih cepat daripada memanggil LCA, dan sangat berguna pada soal yang banyak memeriksa hubungan leluhur.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&amp; Update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Memasang struktur data di atas array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Subtree dengan Fenwick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pohonnya rata, kodenya sama persis dengan Fenwick tree biasa pada array.</a:t>
            </a:r>
            <a:endParaRPr lang="en-US" sz="1300" dirty="0"/>
          </a:p>
        </p:txBody>
      </p:sp>
      <p:pic>
        <p:nvPicPr>
          <p:cNvPr id="4" name="Image 0" descr="/tmp/ppt/imgs/c88_15_6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6600" y="1755648"/>
            <a:ext cx="446834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pergeseran indeks: Fenwick berbasis 1 sedangkan tin berbasis 0, sehingga dipakai tin[v] + 1. Kesalahan indeks di sini adalah bug tersering.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Bukan Jalur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terpenting Euler tour. Mengabaikannya membuat kamu memakai alat yang salah.</a:t>
            </a:r>
            <a:endParaRPr lang="en-US" sz="1300" dirty="0"/>
          </a:p>
        </p:txBody>
      </p:sp>
      <p:pic>
        <p:nvPicPr>
          <p:cNvPr id="4" name="Image 0" descr="/tmp/ppt/imgs/c88_16_6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908" y="1755648"/>
            <a:ext cx="499172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dari u ke v tidak menempati rentang berurutan pada Euler tour, sehingga tekniknya tidak berlaku. Untuk query jalur, pakai HLD atau LCA dengan prefix.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Varian Euler Tour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ketiga adalah yang paling berharga: LCA dalam O(1) per query.</a:t>
            </a:r>
            <a:endParaRPr lang="en-US" sz="1300" dirty="0"/>
          </a:p>
        </p:txBody>
      </p:sp>
      <p:pic>
        <p:nvPicPr>
          <p:cNvPr id="4" name="Image 0" descr="/tmp/ppt/imgs/c88_17_6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758" y="1755648"/>
            <a:ext cx="548543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2n mencatat simpul dua kali sehingga LCA bisa dicari sebagai kedalaman minimum pada rentang — digabung sparse table, hasilnya O(1) per query.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Teknik untuk Soal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bentuk pertanyaannya: tentang subtree, tentang jalur, atau tentang seluruh pohon.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6360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Pertanyaan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&amp; update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Euler tour +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sederhana. Subtree menjadi rentang.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&amp; update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Heavy-Light Decomposition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dipecah menjadi log n rentang.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antar dua simpul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LCA (binary lifting)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dep[u] + dep[v] - 2 x dep[LCA].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Agregasi seluruh subtree, tanpa update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pada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DFS sudah cukup, tanpa struktur data.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 untuk semua akar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kali DFS.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pasangan berdasar jarak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Centroid decomposition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dipecah di centroid tiap tingkat.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Total Subtree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berakar di simpul 1, setiap simpul punya nilai. Perintah tipe 1 mengubah nilai sebuah simpul. Perintah tipe 2 menanyakan total nilai seluruh simpul di dalam subtree sebuah simpul.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nilai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88_20_6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0777" y="1280160"/>
            <a:ext cx="276932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49: update dilakukan dengan SELISIHNYA, karena Fenwick menyimpan penjumlahan.</a:t>
            </a:r>
            <a:endParaRPr lang="en-US" sz="1300" dirty="0"/>
          </a:p>
        </p:txBody>
      </p:sp>
      <p:pic>
        <p:nvPicPr>
          <p:cNvPr id="4" name="Image 0" descr="/tmp/ppt/imgs/c88_21_6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125" y="1755648"/>
            <a:ext cx="2158702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log n). Fenwick tree menyimpan tambahan, bukan penugasan — karena itu untuk mengubah nilai, yang dikirim adalah selisih terhadap nilai lamanya.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query subtree langsung; dua berikutnya menggabungkannya dengan teknik lain.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Subtree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Euler tour ditambah Fenwick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Path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Perbandingan: query jalur, bukan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620E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Euler tour ditambah segment tree bitmask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Colors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Small to large di atas Euler tour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383C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update pada subtree dengan parity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menempati rentang berurutan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Itulah seluruh isi materi ini. Sekali sifat itu jelas, seluruh alat query rentang langsung bisa dipakai pada soal pohon.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dicatat sebelum turun, tout setelah selesai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kedua nilai itu didapat ukuran subtree dan pemeriksaan leluhur dalam O(1).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subtree, bukan jalur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dari u ke v tidak berurutan pada Euler tour. Untuk query jalur, pakai HLD atau LCA.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pergeseran indeks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berbasis nol sedangkan Fenwick berbasis satu. Kesalahan indeks di sini adalah bug tersering pada materi ini.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