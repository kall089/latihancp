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Persisten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seluruh versi sebuah struktur, dengan hanya log n simpul baru per perubahan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· Day 179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179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riwayat versi sebuah dokumen di Google Docs: setiap versi utuh, tetapi tidak disalin seluruhnya.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130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2130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51460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51460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51460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versi dokumen bisa dibuka utuh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76148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51460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51460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51460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root[i] adalah pohon yang utuh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313639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313639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313639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paragraf yang diubah yang disimpan baru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38328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313639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313639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313639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jalur akar-ke-daun yang disalin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75818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75818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7581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Paragraf lain dipakai bersama antar versi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400507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75818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75818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75818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Subtree lain di-share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7997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7997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7997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lama tidak boleh ikut berubah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62686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7997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7997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7997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bersifat immutable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00176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00176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500176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Membuka versi lama tidak butuh biaya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24865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500176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500176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500176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 pakai root versi itu, O(1)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seluruh riwayat tidak berarti menyalin semuanya — cukup salin yang berubah, dan bagi sisanya.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persisten menyimpan SELURUH versi sebuah struktur, dengan hanya log n simpul baru setiap kali diubah.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update hanya menyentuh satu jalur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dari akar ke daun panjangnya log n. Hanya simpul di jalur itu yang disalin; sisanya dipakai bersama dengan versi sebelumnya.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tidak boleh diubah setelah dibuat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versi menunjuk simpul yang sama, jadi satu perubahan merusak semuanya. Selalu buat simpul baru, jangan pernah menimpa.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 adalah selisih dua versi prefiks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Pencacah untuk a[l..r] adalah versi r dikurangi versi l-1, dan selisihnya dihitung sambil menuruni pohon.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Penyalinan jalur berlaku untuk struktur pohon lain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Trie, DSU, dan hampir semua struktur berbentuk pohon bisa dibuat persisten dengan gagasan yang sama.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pertanyaan yang butuh keadaan LAMA, atau dari query terkecil ke-k pada rentang.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terkecil ke-k pada sebuah rentang, tanpa update pada arraynya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nilai berbeda pada rentang secara online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mengembalikan struktur ke keadaan versi sebelumnya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pada jalur di pohon, tanpa perlu Heavy-Light Decomposition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 keadaan terakhir saja — segment tree biasa jauh lebih hemat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boleh dijawab offline — Mo atau pengurutan query sering lebih sederhana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Memorinya sangat ketat; persisten butuh (n + q) log n simpul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array simpul butuh sekitar (n + q) dikali log n. Menebak terlalu kecil menyebabkan akses di luar batas yang hanya muncul pada uji kasus besar.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(Day 172)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Kompresi koordinat (Day 38)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(Day 170)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persisten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DSU persisten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Wavelet tree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Persisten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seluruh versi, dengan log n simpul baru per perubahan.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Pohonnya berindeks NILAI, bukan posisi. Karena itu kompresi koordinat hampir selalu menjadi langkah pertama sebelum membangunnya.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Perlu Versi Lama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Penyalinan Jalur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Pembaruan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Terkecil Ke-K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Aplikasi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versi utuh, tetapi hampir seluruhnya dipakai bersama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Perlu Versi Lama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Perhitungan di baris 10 dan 11 menunjukkan kenapa menyalin seluruh pohon bukan pilihan.</a:t>
            </a:r>
            <a:endParaRPr lang="en-US" sz="1300" dirty="0"/>
          </a:p>
        </p:txBody>
      </p:sp>
      <p:pic>
        <p:nvPicPr>
          <p:cNvPr id="4" name="Image 0" descr="/tmp/ppt/imgs/c84_8_58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7535" y="1755648"/>
            <a:ext cx="4733882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Kuncinya di baris 15 dan 16: sebuah update hanya menyentuh satu jalur dari akar ke daun. Semua yang di luar jalur itu tidak berubah, jadi tidak perlu disalin.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Penyalinan Jalur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Gambar di baris 5 sampai 9 menunjukkan tiga simpul baru dan dua subtree yang dipakai bersama.</a:t>
            </a:r>
            <a:endParaRPr lang="en-US" sz="1300" dirty="0"/>
          </a:p>
        </p:txBody>
      </p:sp>
      <p:pic>
        <p:nvPicPr>
          <p:cNvPr id="4" name="Image 0" descr="/tmp/ppt/imgs/c84_9_58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1137" y="1755648"/>
            <a:ext cx="5006678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immutable itu mutlak. Karena banyak versi memakai simpul yang sama, mengubah satu simpul akan merusak semua versi yang menunjuk padanya.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Pembaruan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19 dan 20: hanya SATU cabang yang direkursi, dan cabang lainnya tetap menunjuk versi lama.</a:t>
            </a:r>
            <a:endParaRPr lang="en-US" sz="1300" dirty="0"/>
          </a:p>
        </p:txBody>
      </p:sp>
      <p:pic>
        <p:nvPicPr>
          <p:cNvPr id="4" name="Image 0" descr="/tmp/ppt/imgs/c84_10_5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6082" y="1993392"/>
            <a:ext cx="4192221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2039112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984248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array dihitung dari (n + q) dikali log n. Menebak terlalu kecil menyebabkan akses di luar batas yang sulit dilacak.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810866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8108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756002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pemanggilan membuat tepat satu simpul baru. Kedalamannya log n, jadi satu update menambah log n simpul.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582619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58261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527755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baru menyalin kedua penunjuk anaknya dari simpul lama, lalu salah satunya diganti.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354373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3543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99509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daun, penyalinan sudah cukup dan rekursinya berhenti.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12612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12612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71262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cabang yang memuat posisi target yang direkursi. Cabang lainnya tetap menunjuk simpul milik versi lama — itulah berbaginya.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bilangan, mencari terkecil ke-k pada rentang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Membangun Versi Demi Versi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ke-i adalah pohon pencacah untuk prefiks a[1..i]. Setiap versi menambah satu nilai.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41071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kali tiap nilai muncul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41071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73659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8835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1  = a[1..1]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2459736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0712" y="245973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36592" y="2459736"/>
            <a:ext cx="132588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36592" y="245973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62472" y="2459736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62472" y="245973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88352" y="2459736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88352" y="245973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06324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2  = a[1..2]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10712" y="3063240"/>
            <a:ext cx="132588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10712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36592" y="3063240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36592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62472" y="3063240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62472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88352" y="3063240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88352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6667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3  = a[1..3]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10712" y="3666744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10712" y="36667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36592" y="3666744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36592" y="36667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62472" y="3666744"/>
            <a:ext cx="132588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62472" y="36667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88352" y="3666744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88352" y="36667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427024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4  = a[1..4]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410712" y="4270248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410712" y="4270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36592" y="4270248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736592" y="4270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62472" y="4270248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062472" y="4270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388352" y="4270248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388352" y="4270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67512" y="487375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5  = a[1..5]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410712" y="4873752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410712" y="4873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36592" y="4873752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736592" y="4873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062472" y="4873752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062472" y="4873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388352" y="4873752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388352" y="4873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67512" y="57150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41832" y="5806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3 1 4 1 5      nilai terkompresi: 1 -&gt; 0, 3 -&gt; 1, 4 -&gt; 2, 5 -&gt; 3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941832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Secara logika ada lima pohon utuh, tetapi secara fisik hanya sekitar lima kali log n simpul yang benar-benar dibuat. Sisanya dipakai bersama.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Rentang Adalah Selisih Dua Versi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rentang 2 sampai 4, kurangkan versi 4 dengan versi 1. Hasilnya pencacah untuk rentang itu saja.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41071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kali tiap nilai muncul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41071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73659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8835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1  = a[1..1]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2459736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0712" y="245973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36592" y="2459736"/>
            <a:ext cx="132588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36592" y="245973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62472" y="2459736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62472" y="245973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88352" y="2459736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88352" y="245973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06324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2  = a[1..2]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10712" y="3063240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10712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36592" y="3063240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36592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62472" y="3063240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62472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88352" y="3063240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88352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6667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3  = a[1..3]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10712" y="3666744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10712" y="36667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36592" y="3666744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36592" y="36667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62472" y="3666744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62472" y="36667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88352" y="3666744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88352" y="36667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427024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4  = a[1..4]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410712" y="4270248"/>
            <a:ext cx="132588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410712" y="4270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36592" y="4270248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736592" y="4270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62472" y="4270248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062472" y="4270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388352" y="4270248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388352" y="4270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67512" y="487375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5  = a[1..5]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410712" y="4873752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410712" y="4873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36592" y="4873752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736592" y="4873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062472" y="4873752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062472" y="4873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388352" y="4873752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388352" y="4873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 flipH="1">
            <a:off x="3808476" y="2916936"/>
            <a:ext cx="1591056" cy="1353312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67512" y="57150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941832" y="5806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 4 = [2, 1, 1, 0]      versi 1 = [0, 1, 0, 0]      selisih = [2, 0, 1, 0]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941832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Selisihnya berarti: pada a[2..4] ada dua buah nilai 1, nol buah nilai 3, satu buah nilai 4, dan nol buah nilai 5. Itu memang isi rentangnya: 1, 4, 1.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Menuruni Pohon Mencari Ke-K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Pengurangan tidak dilakukan sekaligus, melainkan sambil menuruni pohon — satu langkah per tingkat.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41071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kali tiap nilai muncul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41071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73659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88352" y="2167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1  = a[1..1]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2459736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36592" y="2459736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62472" y="2459736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88352" y="2459736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" y="306324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2  = a[1..2]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10712" y="3063240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36592" y="3063240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62472" y="3063240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88352" y="3063240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" y="36667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3  = a[1..3]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10712" y="3666744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36592" y="3666744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62472" y="3666744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88352" y="3666744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" y="427024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4  = a[1..4]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10712" y="4270248"/>
            <a:ext cx="132588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10712" y="4270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36592" y="4270248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36592" y="4270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62472" y="4270248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62472" y="4270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88352" y="4270248"/>
            <a:ext cx="1325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88352" y="427024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67512" y="487375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5  = a[1..5]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10712" y="4873752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36592" y="4873752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62472" y="4873752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88352" y="4873752"/>
            <a:ext cx="132588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" y="57150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5806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2      cacah di separuh kiri (nilai 1 dan 3) = 2 + 0 = 2 &gt;= 2  -&gt;  turun ke KIRI, lalu ke nilai 1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nilai 1. Perhatikan pengurangan cacah[kiri[v]] - cacah[kiri[u]] hanya satu operasi per tingkat, sehingga seluruh query O(log n).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dan aplikasi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Terkecil Ke-K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dua pohon diturunkan BERSAMAAN, dan selisihnya dihitung di setiap tingkat.</a:t>
            </a:r>
            <a:endParaRPr lang="en-US" sz="1300" dirty="0"/>
          </a:p>
        </p:txBody>
      </p:sp>
      <p:pic>
        <p:nvPicPr>
          <p:cNvPr id="4" name="Image 0" descr="/tmp/ppt/imgs/c84_16_58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9441" y="1755648"/>
            <a:ext cx="501007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pohon selisih yang dibangun. Kedua akar diturunkan bersamaan, dan cacah di sisi kiri dihitung dengan satu pengurangan di setiap tingkat.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Aplikasi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keempat sangat kuat: query jalur pada pohon selesai tanpa Heavy-Light Decomposition sama sekali.</a:t>
            </a:r>
            <a:endParaRPr lang="en-US" sz="1300" dirty="0"/>
          </a:p>
        </p:txBody>
      </p:sp>
      <p:pic>
        <p:nvPicPr>
          <p:cNvPr id="4" name="Image 0" descr="/tmp/ppt/imgs/c84_17_5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9877" y="1755648"/>
            <a:ext cx="4249197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Gagasan penyalinan jalur berlaku untuk hampir semua struktur berbentuk pohon — trie, DSU, bahkan array. Kenali polanya, bukan hanya kode segment tree-nya.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masalah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array simpul kekurangan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sekitar (n + q) dikali log n simpul. Menebak terlalu kecil menyebabkan akses di luar batas yang muncul hanya pada uji kasus besar.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Mengubah simpul yang sudah dibuat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versi memakai simpul yang sama. Satu perubahan merusak seluruh versi yang menunjuk padanya. Selalu buat simpul baru.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mengompresi koordinat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pencacah berindeks NILAI. Bila nilainya sampai sepuluh pangkat sembilan, kompresi koordinat wajib dilakukan lebih dulu.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pohon selisih secara eksplisit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Selisih dihitung sambil menuruni pohon, satu pengurangan per tingkat. Membangun pohon selisih membuat setiap query menjadi O(n).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Terkecil Ke-K pada Rentang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berisi n bilangan dan q pertanyaan. Setiap pertanyaan berupa l, r, dan k; jawablah nilai terkecil ke-k di antara a[l] sampai a[r]. Tidak ada perubahan pada arraynya.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mutlak a[i]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k &lt;= r - l + 1</a:t>
            </a:r>
            <a:endParaRPr lang="en-US" sz="1200" dirty="0"/>
          </a:p>
        </p:txBody>
      </p:sp>
      <p:pic>
        <p:nvPicPr>
          <p:cNvPr id="9" name="Image 0" descr="/tmp/ppt/imgs/c84_20_5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7166" y="1280160"/>
            <a:ext cx="177654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46 sampai 48: kompresi koordinat wajib, karena pohonnya berindeks nilai.</a:t>
            </a:r>
            <a:endParaRPr lang="en-US" sz="1300" dirty="0"/>
          </a:p>
        </p:txBody>
      </p:sp>
      <p:pic>
        <p:nvPicPr>
          <p:cNvPr id="4" name="Image 0" descr="/tmp/ppt/imgs/c84_21_5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4041" y="1755648"/>
            <a:ext cx="190087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O((n + q) log n) untuk waktu maupun memori. Untuk n dan q dua ratus ribu, sekitar enam juta simpul sudah cukup — sesuaikan MAKS dengan perhitungan itu.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polanya langsung; tiga berikutnya menggabungkannya dengan ide lain.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MKTHNUM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terkecil ke-k pada rentang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Distinct Values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berbeda pada rentang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813E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Membatasi kemunculan tiap nilai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1262D2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Persisten digabung priority queue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COT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 terkecil ke-k pada jalur di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update hanya menyentuh satu jalur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Panjangnya log n, jadi cukup log n simpul baru per versi. Semua yang di luar jalur dipakai bersama dengan versi sebelumnya.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tidak boleh diubah setelah dibuat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versi menunjuk simpul yang sama. Satu perubahan merusak semuanya — selalu buat simpul baru, jangan pernah menimpa.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 adalah selisih dua versi prefiks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root[r] dikurangi root[l-1]. Selisihnya dihitung sambil menuruni pohon, bukan dengan membangun pohon baru.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Penyalinan jalur berlaku untuk struktur pohon lain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Trie, DSU, dan hampir semua struktur berbentuk pohon bisa dibuat persisten dengan ide yang sama.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2026-09-03T02:51:33Z</dcterms:created>
  <dcterms:modified xsi:type="dcterms:W3CDTF">2026-09-03T02:51:33Z</dcterms:modified>
</cp:coreProperties>
</file>