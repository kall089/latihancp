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untuk awalan dan palindrom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dan Manacher: dua pola pencocokan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posisi dalam sebuah kata, tanyakan: mulai dari sini, berapa huruf yang sama persis dengan awal kata?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Z-function: z[i] = panjang awalan terpanjang yang juga dimulai di posisi 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sudah tahu jawaban untuk posisi sebelumnya, sebagian jawaban posisi sekarang bisa disalin — tidak perlu diperiksa ulang.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Z-box: rentang cocok terjauh yang sudah diketahui. Nilainya dipakai ulang agar totalnya O(n).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palindrom, periksa dari titik tengah dan melebar ke kedua sisi.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untuk tiap pusat, hitung radius palindrom terpanjang.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palindrom itu simetris, jawaban di sisi kiri bisa dipantulkan ke sisi kanan.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simetri palindrom yang sudah ditemukan untuk melewati pemeriksaan yang jelas akan berhasil.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memakai prinsip yang sama dengan KMP: jangan periksa ulang apa yang sudah terbukti cocok.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yang menjawab pertanyaan berbeda dengan kerangka yang sama persis: apa yang sudah dicocokkan tidak perlu dicocokkan 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mengukur kemiripan ekor dengan kepala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adalah panjang awalan terpanjang dari string yang juga muncul mulai posisi i. Satu array menjawabnya untuk semua posisi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 menyimpan hasil kerja sebelumnya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Ruas [l, r] yang sudah diketahui merupakan awalan dipakai untuk menebak nilai posisi berikutnya, sehingga perbandingan tidak diulang dari nol.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kerangka yang identik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kotak awalan dengan ruas palindrom, ganti rumus cerminnya, dan kamu mendapat semua palindrom dalam O(n).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Penyisipan pemisah menyatukan ganjil dan genap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#a#b#a# selalu berpanjang ganjil, sehingga hanya ada satu jenis pusat palindrom yang perlu ditangani.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untuk soal string yang butuh jawaban di SETIAP posisi, bukan hanya satu.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pola di dalam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periode terkecil atau semua border sebuah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palindrom terpanjang, atau menghitung semua substring palindrom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berkali-kali apakah sebuah potongan merupakan palindrom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membandingkan dua potongan sembarang — string hashing lebih luwes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banyak sekali — Aho-Corasick lebih tepat daripada mengulang z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dibutuhkan adalah semua substring berbeda dalam bentuk terurut — itu suffix array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pada teknik pola + "#" + teks WAJIB berupa karakter yang tidak muncul di pola maupun teks. Kalau tidak, kecocokan bisa melompati batas keduanya.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 (Day 211)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(Day 213)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pointers (Day 32)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Palindromic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Manacher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algoritma linear untuk awalan dan palindrom.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paham KMP, z-function akan terasa seperti sudut pandang lain dari ide yang sama — dan banyak orang justru merasa z lebih mudah diingat.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Z-Function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Kotak-Z: Gagasan Intinya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Bukti O(n)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Z-Function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Semua Palindrom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Hasil Manacher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karakter awal yang cocok mulai posisi 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Z-Function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Bacalah baris 9 dan 10 bersamaan: setiap angka pada baris z menjawab satu pertanyaan yang sama.</a:t>
            </a:r>
            <a:endParaRPr lang="en-US" sz="1300" dirty="0"/>
          </a:p>
        </p:txBody>
      </p:sp>
      <p:pic>
        <p:nvPicPr>
          <p:cNvPr id="4" name="Image 0" descr="/tmp/ppt/imgs/c76_8_5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805" y="1755648"/>
            <a:ext cx="492593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 menjawab pertanyaan "seberapa mirip ekor string ini dengan kepalanya" untuk setiap posisi sekaligus — dan itu ternyata cukup untuk banyak soal string.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Kotak-Z: Gagasan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algoritma berdiri di atas satu pengamatan: apa yang sudah dicocokkan tidak perlu dicocokkan ulang.</a:t>
            </a:r>
            <a:endParaRPr lang="en-US" sz="1300" dirty="0"/>
          </a:p>
        </p:txBody>
      </p:sp>
      <p:pic>
        <p:nvPicPr>
          <p:cNvPr id="4" name="Image 0" descr="/tmp/ppt/imgs/c76_9_5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967" y="1993392"/>
            <a:ext cx="494361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Pembatas min(..., r - i + 1) itu wajib. Di luar r kita belum punya informasi apa pun, jadi salinan cermin tidak boleh dipercaya melewati batas itu.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aabcaabxaaz, sebelas karakter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Awal, Belum Ada Kotak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1 sampai 3 dibandingkan langsung karena belum ada kotak-z yang bisa dimanfaatkan.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 -&gt;  s[1] = a = s[0], s[2] = b != s[1]     z[1] = 1     kotak jadi [1, 1]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z[2] dan z[3] langsung nol karena b dan c tidak sama dengan a. Kotak terkanan sekarang berada di [1, 1] dengan r = 1.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Kotak Terpanjang Terbentuk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i = 4 perbandingan manual menemukan tiga karakter cocok, dan kotak-z bergeser ke sana.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s[4..6] = aab = s[0..2],  s[7] = x != s[3] = c     z[4] = 3     kotak jadi [4, 6]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l = 4 dan r = 6. Informasi ini yang akan menghemat kerja pada i = 5 dan i = 6 — keduanya berada di dalam kotak.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Menyalin dari Cermin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5 berada di dalam kotak [4, 6], nilainya disalin dari cermin di posisi 5 - 4 =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1051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6090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9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6247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 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63256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763256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13648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613648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464040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464040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14432" y="23957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314432" y="3017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 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z[5] = min(z[5-4], 6-5+1) = min(z[1], 2) = min(1, 2) = 1     tanpa satu pun perbandingan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penghematannya. Karena z[1] = 1 lebih kecil daripada sisa kotak, nilainya dipakai apa adanya dan loop while tidak berjalan sama sekali.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Bukti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ia benar-benar linear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Algoritma Z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loop while tetap ada — yang dihemat adalah titik AWAL perbandingannya, bukan loopnya.</a:t>
            </a:r>
            <a:endParaRPr lang="en-US" sz="1300" dirty="0"/>
          </a:p>
        </p:txBody>
      </p:sp>
      <p:pic>
        <p:nvPicPr>
          <p:cNvPr id="4" name="Image 0" descr="/tmp/ppt/imgs/c76_15_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745" y="1755648"/>
            <a:ext cx="470689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l dan r menyimpan kotak-z terkanan yang pernah ditemukan. Awalnya kosong.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 berada di dalam kotak, nilai awalnya disalin dari cermin. min menjaga agar tidak melewati batas 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memperluas secara manual. Ia hanya berjalan pada bagian yang benar-benar belum diketahui.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kotak baru lebih kanan, l dan r diperbarui. Nilai r tidak pernah mundur — ini kunci buktinya.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z[0] tidak diisi. Beberapa implementasi mengisinya dengan n; keduanya sama-sama benar asal konsisten.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Kompleksitasnya O(n)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Buktinya pendek dan patut diingat karena pola yang sama muncul lagi pada KMP dan Manacher.</a:t>
            </a:r>
            <a:endParaRPr lang="en-US" sz="1300" dirty="0"/>
          </a:p>
        </p:txBody>
      </p:sp>
      <p:pic>
        <p:nvPicPr>
          <p:cNvPr id="4" name="Image 0" descr="/tmp/ppt/imgs/c76_16_5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482" y="1755648"/>
            <a:ext cx="519258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"satu penunjuk yang hanya maju" adalah salah satu pola pembuktian tersering pada algoritma linear. Kenali sekali, kamu akan mengenalinya di mana-mana.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Z-Function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pertama adalah yang paling sering muncul: pencarian pola tanpa perlu menghafal tabel KMP.</a:t>
            </a:r>
            <a:endParaRPr lang="en-US" sz="1300" dirty="0"/>
          </a:p>
        </p:txBody>
      </p:sp>
      <p:pic>
        <p:nvPicPr>
          <p:cNvPr id="4" name="Image 0" descr="/tmp/ppt/imgs/c76_17_5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4107" y="1755648"/>
            <a:ext cx="523333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"#" wajib berupa karakter yang tidak ada di pola maupun teks. Tanpa pemisah, kecocokan bisa melompati batas keduanya dan hasilnya salah.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palindrom sekaligus, juga O(n)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Manacher: Masalah dan Triknya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penyisipan pemisah menghapus perbedaan palindrom ganjil dan genap — hanya itu, tetapi itu sudah setengah jawabannya.</a:t>
            </a:r>
            <a:endParaRPr lang="en-US" sz="1300" dirty="0"/>
          </a:p>
        </p:txBody>
      </p:sp>
      <p:pic>
        <p:nvPicPr>
          <p:cNvPr id="4" name="Image 0" descr="/tmp/ppt/imgs/c76_19_5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638" y="1993392"/>
            <a:ext cx="471426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panjang t selalu ganjil, setiap palindrom pada s punya tepat satu pusat pada t. Tidak perlu lagi dua fungsi terpisah d1 dan d2.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Manacher pada abaaba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angka p adalah panjang palindrom asli yang berpusat di posisi itu — bukan panjang pada string 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328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67335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7335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7335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9736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973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5973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4612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32504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32504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32504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18888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18888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18888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0527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0527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91656" y="2395728"/>
            <a:ext cx="713232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9165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7804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64424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64424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964424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50808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50808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750808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37192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37192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537192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323576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323576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323576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109960" y="2395728"/>
            <a:ext cx="71323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109960" y="2395728"/>
            <a:ext cx="713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109960" y="299923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67512" y="349300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41832" y="358444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p[6] = 6  -&gt;  palindrom terpanjang abaaba, mulai di (6 - 6) / 2 = 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41832" y="3931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pola berselang: pusat pada karakter asli memberi palindrom ganjil, pusat pada pemisah memberi palindrom genap. Keduanya keluar dari satu loop yang sama.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p[i] = panjang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Manacher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algoritma Z — kerangkanya sama persis, hanya cerminnya yang berbeda rumus.</a:t>
            </a:r>
            <a:endParaRPr lang="en-US" sz="1300" dirty="0"/>
          </a:p>
        </p:txBody>
      </p:sp>
      <p:pic>
        <p:nvPicPr>
          <p:cNvPr id="4" name="Image 0" descr="/tmp/ppt/imgs/c76_21_5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596" y="1755648"/>
            <a:ext cx="458919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t dibangun dengan pemisah di depan, di antara, dan di belakang. Panjangnya menjadi 2n + 1, selalu ganjil.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l dan r kali ini menyimpan ruas palindrom terkanan, bukan kotak awalan. Perannya sama.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Cermin dari i terhadap pusat ruas adalah l + r - i. Rumus ini yang menggantikan i - l pada algoritma Z.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while memperluas dari batas yang sudah diketahui. Pemeriksaan indeks di kedua sisi wajib ada.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p yang dikembalikan sudah berupa panjang palindrom ASLI, sehingga tidak perlu konversi lagi setelahnya.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Hasil Manacher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pertanyaan tersering, dan semuanya terjawab langsung dari array p tanpa perhitungan ulang.</a:t>
            </a:r>
            <a:endParaRPr lang="en-US" sz="1300" dirty="0"/>
          </a:p>
        </p:txBody>
      </p:sp>
      <p:pic>
        <p:nvPicPr>
          <p:cNvPr id="4" name="Image 0" descr="/tmp/ppt/imgs/c76_22_5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397" y="1755648"/>
            <a:ext cx="499475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awal = (i - p[i]) / 2 bekerja untuk kedua jenis pusat sekaligus. Itulah hadiah dari trik penyisipan pemisah tadi.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kedua algoritma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yang ternyata ada di dalam teks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teks boleh berisi karakter apa saja, "#" bukan pilihan aman. Gunakan karakter di luar jangkauan masukan, atau bandingkan panjang secara eksplisit.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membatasi salinan cermin dengan 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z[i] = z[i-l] tanpa min membuat nilainya melewati daerah yang belum diketahui. Hasilnya terlalu besar dan sulit dilacak.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menerjemahkan indeks Manacher kembali ke string asli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palindrom = p[i], posisi awal = (i - p[i]) / 2. Membagi atau menggeser dengan rumus lain adalah bug tersering di sini.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z[0] bernilai nol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implementasi tidak mengisi z[0] sama sekali. Bila kode lain membacanya, isilah dengan n secara eksplisit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dan pola. Keluarkan banyaknya kemunculan pola di dalam teks, lalu setiap posisi awalnya dengan indeks berbasis nol. Selesaikan memakai z-function, bukan KMP.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|pola| &lt;= |teks|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 a sampai z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1 detik</a:t>
            </a:r>
            <a:endParaRPr lang="en-US" sz="1200" dirty="0"/>
          </a:p>
        </p:txBody>
      </p:sp>
      <p:pic>
        <p:nvPicPr>
          <p:cNvPr id="9" name="Image 0" descr="/tmp/ppt/imgs/c76_25_5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909" y="1280160"/>
            <a:ext cx="22310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27: seluruh soal selesai hanya dengan menggabungkan pola, pemisah, dan teks.</a:t>
            </a:r>
            <a:endParaRPr lang="en-US" sz="1300" dirty="0"/>
          </a:p>
        </p:txBody>
      </p:sp>
      <p:pic>
        <p:nvPicPr>
          <p:cNvPr id="4" name="Image 0" descr="/tmp/ppt/imgs/c76_26_5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2540" y="1755648"/>
            <a:ext cx="300387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6071616"/>
            <a:ext cx="10853928" cy="54864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667512" y="6071616"/>
            <a:ext cx="4572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607161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O(|pola| + |teks|). Loop di baris 34 dimulai dari m + 1 agar bagian polanya sendiri tidak ikut terhitung sebagai kecocokan.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melatih dasarnya; tiga berikutnya menggabungkan z atau Manacher dengan ide lain.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border lewat z-function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yang juga sufiks, plus 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1200E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Menyambung string dengan tumpang tindih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Longest Palindrome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Manacher langsung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17E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pasangan palindrom bersilang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z[i] menjawab "seberapa cocok ekor dengan kepala"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array, seluruh posisi sekaligus. Pencarian pola, periode, dan border semuanya terbaca langsung darinya.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Kotak-z menghemat titik awal perbandingan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sudah dicocokkan tidak dicocokkan ulang. Nilai r tidak pernah mundur, sehingga totalnya linear.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Manacher memakai kerangka yang sama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Ganti kotak awalan dengan ruas palindrom, ganti cermin i - l dengan l + r - i. Sisanya identik.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Penyisipan pemisah menyatukan ganjil dan genap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t selalu ganjil, jadi hanya ada satu jenis pusat — dan p[i] langsung berupa panjang palindrom aslinya.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