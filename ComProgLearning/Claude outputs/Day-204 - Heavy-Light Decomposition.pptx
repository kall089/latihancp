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pohon menjadi rantai agar query jalur menjadi query rentang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Decomposition: memecah pohon menjadi beberapa jalur lurus.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 raya utama dan jalan cabang. Dari setiap persimpangan, cabang yang menuju wilayah terbesar dijadikan "jalan utama"; sisanya jadi cabang.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 edge: sisi menuju anak dengan subtree terbesar. Sisanya light edge.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 seluruh peta terpecah menjadi beberapa jalan lurus yang tidak bercabang.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terpecah menjadi rantai-rantai. Setiap simpul berada tepat di satu rantai.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Perjalanan dari mana pun ke ibu kota hanya berpindah jalan utama paling banyak sekitar 17 kali.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melewati light edge, ukuran subtree minimal berlipat dua — jadi paling banyak log n kali.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jalan lurus adalah array biasa, kamu bisa memasang segment tree di atasnya.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dipecah menjadi paling banyak log n query rentang — masing-masing O(log n).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mengubah query JALUR pada pohon menjadi beberapa query RENTANG pada array, total O(log² n).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 memecah pohon menjadi rantai, sehingga sebuah jalur berubah menjadi beberapa ruas array yang bisa diquery dengan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dibentuk dari sisi berat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adalah anak dengan subtree terbesar. Simpul yang dihubungkan sisi berat berada pada rantai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 saat meratakan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itu membuat isi satu rantai mendapat nomor berurutan, sehingga menjadi satu ruas array.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jalur hanya menyentuh log n rantai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Berpindah rantai berarti melewati sisi ringan, dan itu selalu melipatduakan ukuran subtree yang memuat kita.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menjadi O(log kuadrat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log n potongan, masing-masing satu query segment tree berbiaya log n. Update jalur bekerja dengan cara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menyelesaikan query JALUR. Untuk query SUBTREE, Euler tour jauh lebih sederhana.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query atau update pada JALUR antara dua simpul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tetap dan nilai simpul atau sisinya berubah-ubah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maksimum, jumlah, atau operasi lain di sepanjang jalur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query subtree dan jalur bersamaan; penomoran posnya kompatibel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query subtree — Euler tour lebih pendek dan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update sama sekali — LCA dan prefix sum dari akar sudah cukup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 bentuk; HLD dibangun sekali dan bersifat statis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loop while, yang dibandingkan wajib dalam[head[u]] dengan dalam[head[v]], bukan dalam[u] dengan dalam[v]. Salah di sini membuat loopnya bisa tidak berhenti.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(Day 201)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tour (Day 199)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Link-cut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HLD dengan lazy propagation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Decomposition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menjadi rantai, jalur menjadi ruas array.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bobotnya ada pada SISI, turunkan ke simpul anak dan lewati simpul LCA dengan tambahan + 1. Lupa itu adalah kesalahan paling sering pada HLD.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Query Jalur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Rantai Dibentuk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 Menjadi Array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&amp; Kompleksitasnya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Bobot pada Sisi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Jalur, bukan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Query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8 dan 9 penting: alat yang kamu punya dari Euler tour tidak menyelesaikan masalah ini.</a:t>
            </a:r>
            <a:endParaRPr lang="en-US" sz="1300" dirty="0"/>
          </a:p>
        </p:txBody>
      </p:sp>
      <p:pic>
        <p:nvPicPr>
          <p:cNvPr id="4" name="Image 0" descr="/tmp/ppt/imgs/c90_8_6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8" y="1755648"/>
            <a:ext cx="45706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Bacalah baris 21 sebagai janji utamanya: sebuah jalur, sepanjang apa pun, hanya menyentuh sekitar log n rantai. Sisanya tinggal pekerjaan segment tree biasa.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Rantai Dibentuk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bukti di baris 15 sampai 20 — pola argumennya sama persis dengan yang dipakai pada DSU on Tree.</a:t>
            </a:r>
            <a:endParaRPr lang="en-US" sz="1300" dirty="0"/>
          </a:p>
        </p:txBody>
      </p:sp>
      <p:pic>
        <p:nvPicPr>
          <p:cNvPr id="4" name="Image 0" descr="/tmp/ppt/imgs/c90_9_6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250" y="1993392"/>
            <a:ext cx="413704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 sederhana sekali: anak berat adalah anak dengan subtree terbesar, dan rantai adalah deretan simpul yang dihubungkan sisi berat. Semua sifat baiknya mengalir dari situ.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tiga rantai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Menentukan Anak Berat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dihitung lebih dulu. Anak dengan subtree terbesar menjadi anak berat.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108960" y="2350008"/>
            <a:ext cx="16459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972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2880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3464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berat[1] = 2   (3 &gt; 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berat[2] = 4   (seri, ambil 4)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berat[3] = 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ringan: 1-3, 2-5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berat: 1-2, 2-4, 3-6        sisi ringan: 1-3, 2-5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terjadi seri seperti pada simpul 2, mana pun boleh dipilih. Yang penting hanya satu anak per simpul yang menjadi anak berat.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Tiga Rantai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dihubungkan sisi berat berada pada rantai yang sama. Setiap rantai punya satu kepala.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82880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108960" y="2350008"/>
            <a:ext cx="16459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09728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828800" y="3310128"/>
            <a:ext cx="7315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54880" y="3310128"/>
            <a:ext cx="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3464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6148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06908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7216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 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2487168"/>
            <a:ext cx="429768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rantai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: 1 - 2 - 4   head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: 3 - 6       head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38221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: 5           head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4206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tiap simpul milik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4974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tepat satu rantai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3492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406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head[v] adalah simpul TERATAS pada rantai milik v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788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sendirian menjadi satu rantai. Itu wajar: rantai berpanjang satu tetap dihitung sebagai rantai, dan head-nya adalah dirinya sendiri.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Diratakan Menjadi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mengunjungi anak berat lebih dulu, sehingga isi satu rantai mendapat nomor yang berurutan.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234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77072" y="2395728"/>
            <a:ext cx="12344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7072" y="239572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77072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rantai A = posisi 0..2      rantai C = posisi 3      rantai B = posisi 4..5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 rantai menjadi tiga ruas yang berurutan. Sekarang segment tree biasa di atas array ini sudah cukup untuk menjawab query jalur.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DFS, lalu satu loop while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Meratakan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terpenting ada di baris 3: mengunjungi anak berat lebih dulu adalah seluruh rahasianya.</a:t>
            </a:r>
            <a:endParaRPr lang="en-US" sz="1300" dirty="0"/>
          </a:p>
        </p:txBody>
      </p:sp>
      <p:pic>
        <p:nvPicPr>
          <p:cNvPr id="4" name="Image 0" descr="/tmp/ppt/imgs/c90_15_6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239" y="1755648"/>
            <a:ext cx="338390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dfs1 menghitung ukuran subtree, kedalaman, ayah, dan anak berat setiap simpul dalam satu jalan.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ditentukan dengan membandingkan ukuran subtree seluruh anaknya.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dfs2 memberi nomor pos dan mencatat head setiap simpul. Parameter h membawa kepala rantai yang sedang berjalan.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 dengan head yang sama, sehingga rantainya mendapat nomor berurutan.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ringan memulai rantai baru, dan head-nya adalah dirinya sendiri.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9: yang dinaikkan selalu simpul yang KEPALANYA lebih dalam, bukan simpulnya sendiri.</a:t>
            </a:r>
            <a:endParaRPr lang="en-US" sz="1300" dirty="0"/>
          </a:p>
        </p:txBody>
      </p:sp>
      <p:pic>
        <p:nvPicPr>
          <p:cNvPr id="4" name="Image 0" descr="/tmp/ppt/imgs/c90_16_6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6048" y="1755648"/>
            <a:ext cx="419685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tersering di sini adalah membandingkan dalam[u] dengan dalam[v] di dalam loop. Yang benar adalah membandingkan dalam[head[u]] dengan dalam[head[v]].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Bobot pada Sisi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nilainya ada pada sisi, ada satu penyesuaian kecil yang wajib — dan sangat sering terlupa.</a:t>
            </a:r>
            <a:endParaRPr lang="en-US" sz="1300" dirty="0"/>
          </a:p>
        </p:txBody>
      </p:sp>
      <p:pic>
        <p:nvPicPr>
          <p:cNvPr id="4" name="Image 0" descr="/tmp/ppt/imgs/c90_17_6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8" y="1755648"/>
            <a:ext cx="45706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menurunkan bobot sisi ke simpul anak juga dipakai pada Euler tour dan LCA. Kenali sekali, kamu akan memakainya berkali-kali.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kedalaman simpul, bukan kepalanya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loop while, yang dibandingkan wajib dalam[head[u]] dengan dalam[head[v]]. Membandingkan dalam[u] dengan dalam[v] membuat loopnya tidak pernah berhenti pada kasus tertentu.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tambahan + 1 pada versi bobot 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terakhir harus melewati simpul LCA. Tanpa + 1, bobot sisi di atas LCA ikut terhitung dan jawabannya kelebihan.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mengunjungi anak berat lebih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urutannya bebas, isi satu rantai tidak lagi berurutan pada array — dan seluruh idenya runtuh.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HLD menyelesaikan query subtree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subtree, Euler tour jauh lebih sederhana. HLD dipakai untuk JALUR. Keduanya bisa dipakai bersamaan karena penomoran posnya kompatibel.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Nilai di Sepanjang Jalur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berakar di simpul 1 dengan n simpul, masing-masing punya sebuah nilai. Untuk setiap pertanyaan berupa pasangan a dan b, keluarkan jumlah nilai seluruh simpul di sepanjang jalur dari a ke b, termasuk kedua ujungnya.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simpul muat dalam 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perlu long long</a:t>
            </a:r>
            <a:endParaRPr lang="en-US" sz="1200" dirty="0"/>
          </a:p>
        </p:txBody>
      </p:sp>
      <p:pic>
        <p:nvPicPr>
          <p:cNvPr id="9" name="Image 0" descr="/tmp/ppt/imgs/c90_20_6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020" y="1280160"/>
            <a:ext cx="299083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42 dan 46: anak berat dikunjungi lebih dulu, anak ringan memulai rantai baru.</a:t>
            </a:r>
            <a:endParaRPr lang="en-US" sz="1300" dirty="0"/>
          </a:p>
        </p:txBody>
      </p:sp>
      <p:pic>
        <p:nvPicPr>
          <p:cNvPr id="4" name="Image 0" descr="/tmp/ppt/imgs/c90_21_6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9431" y="1755648"/>
            <a:ext cx="147008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 log n) log n). Bagian segment tree bisa diganti dengan struktur lain — HLD hanya mengubah query jalur menjadi beberapa query rentang.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HLD langsung; tiga berikutnya menggabungkannya dengan hal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Path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pada jalur dengan 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QTREE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pada sisi, maksimum pada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343D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 ditambah lazy propagation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916E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subtree dan jalur bersamaan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QTREE6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 dengan pewarnaan dinamis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membuat jalur menjadi beberapa ruas array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diratakan, query jalur menjadi sekitar log n query rentang. Segment tree biasa sudah cukup untuk sisanya.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berat dikunjungi lebih dulu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itulah yang membuat isi satu rantai mendapat nomor berurutan. Tanpanya seluruh idenya tidak bekerja.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ringan menuju akar paling banyak log n buah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Melewati sisi ringan melipatduakan ukuran subtree yang memuat kita. Argumen yang sama persis dengan DSU on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bobot sisi butuh tambahan + 1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sisi diturunkan ke simpul anak, dan langkah terakhir harus melewati LCA. Lupa itu membuat jawabannya kelebihan satu sisi.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