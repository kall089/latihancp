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Sparse Table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minimum pada rentang dalam O(1) — untuk data yang tidak berubah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Data · Day 169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169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Sparse table menyiapkan jawaban untuk potongan berukuran pangkat dua.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Peta wilayah dengan foto udara siap pakai: ada foto untuk area 1 km, 2 km, 4 km, 8 km. Untuk melihat area 7 km, cukup tempelkan dua foto 4 km yang sedikit bertumpang tindih.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Rentang sembarang ditutup dua rentang berpangkat dua yang boleh tumpang tindih.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yang dicari adalah "gunung tertinggi", area yang terfoto dua kali tidak masalah — gunung yang sama tetap dihitung sekali.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min, max, dan gcd bersifat idempoten: f(x, x) = x. Tumpang tindih tidak merusak jawabannya.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Tetapi kalau yang dicari "jumlah penduduk", area yang terfoto dua kali akan terhitung ganda.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Penjumlahan TIDAK idempoten. Untuk itu pakai prefix sum, bukan sparse table.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Foto udaranya dibuat sekali di awal dan tidak bisa diperbarui kalau ada bangunan baru.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Sparse table tidak mendukung update sama sekali. Bila data berubah, pakai segment tree.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Sparse table menang hanya pada satu kotak: data tetap, operasi idempoten, dan query sangat banyak.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Sparse table menjawab query minimum, maksimum, atau gcd pada rentang dalam O(1) — dengan syarat datanya tidak pernah berubah.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jawaban rentang berpangkat dua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st[j][i] menyimpan jawaban untuk rentang yang dimulai di i dan berpanjang 2 pangkat j. Seluruh tabelnya dibangun dalam O(n log n).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potongan sudah cukup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Rentang sembarang ditutup oleh dua rentang berpangkat dua yang boleh saling tumpang tindih. Karena itu query-nya O(1), bukan O(log n).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Wajib idempoten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min, max, gcd, AND, dan OR boleh karena f(x, x) = x. Penjumlahan dan XOR tidak, sebab bagian yang tumpang tindih akan terhitung dua kali.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mendukung update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tabel dibangun sekali di awal. Bila data berubah di tengah rangkaian query, pakai segment tree.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Sparse table menang pada satu kotak saja: data tetap, operasi idempoten, dan query sangat banyak.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query minimum atau maksimum pada rentang, dan datanya tidak berubah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gcd pada rentang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Sebagai bagian dari LCA O(1) lewat Euler tour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Waktu sangat ketat sehingga O(log n) per query pun terasa berat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Datanya berubah di tengah query — pakai segment tree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Operasinya penjumlahan — prefix sum memberi O(1) dengan memori jauh lebih kecil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Memori ketat; sparse table butuh n log n, sedangkan segment tree hanya 4n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Siapkan tabel logaritma di awal dengan lg[i] = lg[i/2] + 1. Memanggil log2 di dalam query lebih lambat dan bisa meleset karena pembulatan.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 (Day 29)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bit (Day 60)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 (Day 170)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(Day 172)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LCA O(1) (Day 202)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Sparse Table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rentang O(1) untuk operasi idempoten pada data tetap.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Menggabungkan Euler tour dengan sparse table memberi LCA O(1) per query — lebih cepat daripada binary lifting.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Rentang Berpangkat Dua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Idempoten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Tabel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dalam O(1)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dengan Segment Tree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Aplikasi: LCA &amp; GCD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Dasar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jawaban untuk rentang berpangkat dua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Bisa O(1)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Kuncinya ada di dua baris terakhir: tumpang tindih diperbolehkan, sehingga dua potongan sudah cukup.</a:t>
            </a:r>
            <a:endParaRPr lang="en-US" sz="1300" dirty="0"/>
          </a:p>
        </p:txBody>
      </p:sp>
      <p:pic>
        <p:nvPicPr>
          <p:cNvPr id="4" name="Image 0" descr="/tmp/ppt/imgs/c80_8_55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557" y="1755648"/>
            <a:ext cx="5100431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memecah rentang menjadi sampai 2 log n potongan yang tidak tumpang tindih. Sparse table cukup dua potongan karena tumpang tindihnya tidak merusak jawaban.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Idempoten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pembatas terpenting sparse table. Melanggarnya membuat jawabannya salah tanpa peringatan.</a:t>
            </a:r>
            <a:endParaRPr lang="en-US" sz="1300" dirty="0"/>
          </a:p>
        </p:txBody>
      </p:sp>
      <p:pic>
        <p:nvPicPr>
          <p:cNvPr id="4" name="Image 0" descr="/tmp/ppt/imgs/c80_9_5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3397" y="1755648"/>
            <a:ext cx="4994751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penjumlahan pada data tetap, prefix sum sudah memberi O(1) dengan memori jauh lebih kecil. Sparse table hanya menang untuk operasi yang tidak punya kebalikan.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&amp; Query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fungsi pendek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Tabel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lapis dibangun dari dua potongan lapis sebelumnya. Tabel logaritma disiapkan sekalian.</a:t>
            </a:r>
            <a:endParaRPr lang="en-US" sz="1300" dirty="0"/>
          </a:p>
        </p:txBody>
      </p:sp>
      <p:pic>
        <p:nvPicPr>
          <p:cNvPr id="4" name="Image 0" descr="/tmp/ppt/imgs/c80_11_55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6817" y="1755648"/>
            <a:ext cx="4210750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LOG dipilih sehingga 2 pangkat LOG melebihi n. Untuk n sampai 2 x 10^5, nilai 18 sudah cukup.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logaritma dihitung sekali di awal. Memanggil log2 di dalam loop query jauh lebih lambat dan bisa meleset karena pembulatan.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Lapis nol berisi elemennya sendiri, yaitu rentang berpanjang satu.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Lapis j menutupi rentang berpanjang 2 pangkat j. Setiap entri dibangun dari dua entri lapis sebelumnya.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i + 2^j &lt;= n menjaga agar rentangnya tidak melewati ujung array.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potongan lapis j-1: satu mulai di i, satu mulai di i + 2^(j-1). Keduanya bersambung tepat tanpa celah.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dalam O(1)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baris. Tidak ada loop, tidak ada rekursi, dan tidak ada pemanggilan log saat program berjalan.</a:t>
            </a:r>
            <a:endParaRPr lang="en-US" sz="1300" dirty="0"/>
          </a:p>
        </p:txBody>
      </p:sp>
      <p:pic>
        <p:nvPicPr>
          <p:cNvPr id="4" name="Image 0" descr="/tmp/ppt/imgs/c80_12_55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978" y="1755648"/>
            <a:ext cx="6061588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 j sebagai pangkat dua terbesar yang tidak melebihi panjang rentang. Dua potongan sepanjang 2^j — satu dari kiri, satu dari kanan — dijamin menutupi seluruh rentang.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minimum pada a[2..8]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Arraynya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Rentang yang ditanyakan panjangnya 7, dari indeks 2 sampai 8.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76479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6479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76479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9806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9806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79806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31336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3133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83133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64608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6460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6460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9788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31152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3115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3115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964424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6442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96442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997696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99769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99769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030968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03096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03096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query(2, 8)      panjang = 8 - 2 + 1 = 7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Panjang 7 bukan pangkat dua. Karena itu kita ambil pangkat dua terbesar yang tidak melebihinya, yaitu 4.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Dua Potongan yang Tumpang Tindih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Potongan kiri mulai di 2, potongan kanan berakhir di 8. Keduanya berpanjang 4 dan beririsan di indeks 5.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76479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6479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76479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9806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9806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79806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31336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3133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83133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64608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6460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6460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9788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31152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3115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3115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964424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6442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96442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997696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99769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99769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030968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03096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03096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kiri = a[2..5]      kanan = a[5..8]      beririsan di indeks 5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Indeks 5 masuk ke kedua potongan. Untuk minimum hal ini tidak masalah, karena min(x, x) tetap x. Untuk penjumlahan, nilai itu akan terhitung dua kali.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Menggabungkan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 potongan sudah tersimpan di tabel, jadi jawabannya didapat dengan satu operasi min.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856232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56232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856232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st[2][2]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00984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00984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00984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45736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45736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745736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st[2][5]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90488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90488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=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190488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35240" y="2395728"/>
            <a:ext cx="13716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35240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635240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query(2, 8) = min( st[2][2], st[2][5] ) = min(1, 2) = 1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st[2][2] adalah minimum a[2..5] yaitu 1; st[2][5] adalah minimum a[5..8] yaitu 2. Keduanya sudah dihitung saat membangun tabel.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Perbandingan &amp; Aplikasi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sparse table menang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Struktur Query Rentang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Sparse table menang hanya pada satu kotak: data tetap, operasi idempoten, dan query sangat banyak.</a:t>
            </a:r>
            <a:endParaRPr lang="en-US" sz="1300" dirty="0"/>
          </a:p>
        </p:txBody>
      </p:sp>
      <p:pic>
        <p:nvPicPr>
          <p:cNvPr id="4" name="Image 0" descr="/tmp/ppt/imgs/c80_18_5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8077" y="1755648"/>
            <a:ext cx="4985389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memorinya: n log n untuk n = 2 x 10^5 berarti sekitar 14 MB. Bila batas memorinya ketat, segment tree yang hanya 4n lebih aman.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 Perbandingan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baris ini menjawab hampir semua pertanyaan "pakai yang mana" untuk query rentang.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94560"/>
                <a:gridCol w="2194560"/>
                <a:gridCol w="372160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Struktur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Bangun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Query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Prefix sum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Hanya penjumlahan, hanya data tetap. Memori O(n).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Sparse table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Operasi idempoten, data tetap. Memori O(n log n).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Fenwick 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Penjumlahan dengan update. Memori O(n).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Segment 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Paling luwes, mendukung update. Memori O(n).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Disjoint sparse table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Mendukung operasi tak idempoten, kodenya lebih panjang.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Aplikasi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kedua adalah yang paling berharga: LCA dalam O(1) per query.</a:t>
            </a:r>
            <a:endParaRPr lang="en-US" sz="1300" dirty="0"/>
          </a:p>
        </p:txBody>
      </p:sp>
      <p:pic>
        <p:nvPicPr>
          <p:cNvPr id="4" name="Image 0" descr="/tmp/ppt/imgs/c80_20_55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0822" y="1755648"/>
            <a:ext cx="4659900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Menggabungkan Euler tour dengan sparse table memberi LCA O(1) per query, lebih cepat daripada binary lifting yang O(log n) — dengan biaya persiapan yang sama.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Minimum pada Rentang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array n bilangan yang tidak pernah berubah, lalu q pertanyaan. Setiap pertanyaan berisi l dan r; keluarkan nilai terkecil pada a[l] sampai a[r]. Indeks dimulai dari 1.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n, q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a[i]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80_22_55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3049" y="1280160"/>
            <a:ext cx="250478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st[0] diisi langsung saat membaca input, sehingga tidak perlu array terpisah.</a:t>
            </a:r>
            <a:endParaRPr lang="en-US" sz="1300" dirty="0"/>
          </a:p>
        </p:txBody>
      </p:sp>
      <p:pic>
        <p:nvPicPr>
          <p:cNvPr id="4" name="Image 0" descr="/tmp/ppt/imgs/c80_23_5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3105" y="1755648"/>
            <a:ext cx="3522742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log n) untuk membangun dan O(1) per query. Perhatikan pengurangan satu pada baris 26 untuk mengubah indeks dari basis 1 menjadi basis 0.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langsung; tiga berikutnya menggabungkan sparse table dengan teknik lain.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Static Range Minimum Queries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Sparse table standar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SPOJ RMQSQ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Range minimum dengan banyak query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475D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Sparse table gcd ditambah two pointers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1359D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Sparse table ditambah Kadane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Company Queries II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LCA lewat Euler tour dan sparse table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potongan sudah cukup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Rentang sembarang ditutup oleh dua rentang berpangkat dua yang boleh tumpang tindih. Karena itu query-nya O(1), bukan O(log n).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Wajib idempoten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min, max, gcd, AND, dan OR boleh. Penjumlahan dan XOR tidak, karena bagian yang tumpang tindih akan terhitung dua kali.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Siapkan tabel logaritma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Memanggil log2 di dalam query jauh lebih lambat dan bisa meleset karena pembulatan bilangan pecahan. Hitung sekali di awal dengan lg[i] = lg[i/2] + 1.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 harus tetap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Sparse table tidak mendukung update sama sekali. Bila ada perubahan di tengah query, pakai segment tree.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2026-09-03T02:51:33Z</dcterms:created>
  <dcterms:modified xsi:type="dcterms:W3CDTF">2026-09-03T02:51:33Z</dcterms:modified>
</cp:coreProperties>
</file>