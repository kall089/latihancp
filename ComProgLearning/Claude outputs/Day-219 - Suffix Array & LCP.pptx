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LCP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sufiks diurutkan, dan hampir semua pertanyaan substring terjawab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219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indeks di belakang buku, tetapi memuat SETIAP potongan teks dari halaman mana pun.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kata di indeks, tersusun abjad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halaman, bukan salinan teksnya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indeks, bukan string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entri berdekatan biasanya mirip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LCP antar sufiks bertetangga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kata dengan membuka indeks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pada suffix array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kata berbeda seluruhnya?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substring dikurangi jumlah LCP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Mengurutkan semua sufiks menempatkan potongan yang mirip berdekatan — dan dari kedekatan itulah hampir semua pertanyaan substring terjawab.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 mengurutkan seluruh sufiks sebuah string menurut abjad, dan menyimpannya hanya sebagai indeks — dari situ hampir semua pertanyaan substring terjawab.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disimpan hanya indeks awalnya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sufiks sebagai string butuh O(n²) memori. Suffix array hanya butuh O(n), dan tetap memuat informasi yang sama.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Dibangun dengan doubling O(n log kuadrat n)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 berdasarkan k karakter, lalu 2k, lalu 4k. Peringkat 2k dibaca dari pasangan peringkat 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LCP diberi oleh algoritma Kasai O(n)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if (k) k-- membuatnya linear: berpindah ke sufiks berikutnya menurunkan LCP paling banyak satu.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Substring berbeda = n(n+1)/2 dikurangi jumlah LCP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seluruh substring dikurangi yang terhitung ganda. Rumus satu baris yang menyelesaikan sekelas soal.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pertanyaan tentang SEMUA substring, bukan tentang satu pola tertentu.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substring berbeda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substring berulang terpanjang, atau substring bersama dua string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substring terkecil ke-k menurut abjad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pencarian pola pada satu teks yang tetap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mencari satu pola sekali — KMP atau z-function lebih pendek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Polanya banyak dan teksnya berubah — Aho-Corasick lebih tepat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palindrom — Manacher atau palindromic tree lebih langsung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hapus baris if (k) k-- pada Kasai. Tanpa pewarisan nilai k, algoritmanya menjadi O(n kuadrat) dan tetap memberi jawaban benar pada uji kecil.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hashing (Day 211)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(Day 213)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 dengan comparator (Day 18)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automaton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LCP dengan sparse table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LCP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sufiks diurutkan, dan pertanyaan substring terjawab.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 adalah versi hemat memori dari suffix tree: lebih pendek ditulis, lebih ramah cache, dan menjawab hampir semua pertanyaan yang sama.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Suffix Array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Membangunnya dengan Doubling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LCP &amp; Algoritma Kasai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Kasai Linear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Pertanyaan yang Terjawab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sufiks, diurutkan menurut abjad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Suffix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24 sampai 26 adalah alasan struktur ini bisa dipakai: yang disimpan hanya indeks, bukan stringnya.</a:t>
            </a:r>
            <a:endParaRPr lang="en-US" sz="1300" dirty="0"/>
          </a:p>
        </p:txBody>
      </p:sp>
      <p:pic>
        <p:nvPicPr>
          <p:cNvPr id="4" name="Image 0" descr="/tmp/ppt/imgs/c78_8_5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9268" y="1755648"/>
            <a:ext cx="3550416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 adalah versi hemat memori dari suffix tree. Ia lebih pendek ditulis, lebih ramah cache, dan menjawab hampir semua pertanyaan yang sama.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banana, enam sufiks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Seluruh Sufiks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sepanjang enam huruf punya tepat enam sufiks. Angka di dalam kotak adalah indeks awalnya.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84832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84832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84832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banana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21024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1024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anana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57216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nana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93408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65792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5792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menyimpannya sebagai string butuh O(n^2) memori      menyimpan indeksnya hanya O(n)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sufiks ana dan anana berbagi awalan yang panjang. Sifat itulah yang nanti dimanfaatkan oleh array LCP.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Diurutkan Menurut Abjad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diurutkan, suffix array berisi indeks awal sufiks sesuai urutan abjadnya.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84832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84832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84832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21024" y="2395728"/>
            <a:ext cx="146304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1024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57216" y="2395728"/>
            <a:ext cx="14630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anana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93408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banana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65792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5792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nana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 = [5, 3, 1, 0, 4, 2]      sufiks bertetangga cenderung mirip di bagian depannya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ana dan anana bersebelahan, begitu pula na dan nana. Pengurutan menempatkan sufiks yang mirip berdekatan — itu bukan kebetulan.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Array LCP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nilai LCP adalah panjang awalan yang sama antara sebuah sufiks dan tetangga di atasnya.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84832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84832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84832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21024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1024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57216" y="2395728"/>
            <a:ext cx="146304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anana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93408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banana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65792" y="2395728"/>
            <a:ext cx="1463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5792" y="2395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nana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 LCP = 1+3+0+0+2 = 6      substring berbeda = 6*7/2 - 6 = 21 - 6 = 15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LCP terbesar adalah 3, yaitu awalan bersama ana antara sufiks ana dan anana. Itulah substring berulang terpanjang pada banana.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Doubling untuk SA, Kasai untuk LCP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Membangunnya dengan Doubling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 pada baris 7 sampai 10 adalah seluruh triknya: peringkat 2k dibaca dari pasangan peringkat k.</a:t>
            </a:r>
            <a:endParaRPr lang="en-US" sz="1300" dirty="0"/>
          </a:p>
        </p:txBody>
      </p:sp>
      <p:pic>
        <p:nvPicPr>
          <p:cNvPr id="4" name="Image 0" descr="/tmp/ppt/imgs/c78_14_5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2819" y="1755648"/>
            <a:ext cx="3258745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Karakter penjaga $ yang lebih kecil daripada semua huruf lain memastikan tidak ada sufiks yang menjadi awalan sufiks lain.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Awalnya peringkat setiap posisi hanyalah kode karakternya sendiri — itu pengurutan berdasarkan satu huruf.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putaran menggandakan panjang yang dibandingkan: 1, 2, 4, 8, sampai melebihi 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memakai PASANGAN peringkat: peringkat pada posisi a, lalu peringkat pada posisi a + 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Peringkat baru dihitung ulang dari hasil pengurutan. Dua sufiks yang sama persis sejauh 2k mendapat peringkat sama.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Sufiks penjaga dibuang di akhir karena ia bukan sufiks dari string aslinya.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LCP &amp; Algoritma Kasai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terakhir, if (k) k--, terlihat sepele tetapi ia yang membuat seluruh algoritmanya linear.</a:t>
            </a:r>
            <a:endParaRPr lang="en-US" sz="1300" dirty="0"/>
          </a:p>
        </p:txBody>
      </p:sp>
      <p:pic>
        <p:nvPicPr>
          <p:cNvPr id="4" name="Image 0" descr="/tmp/ppt/imgs/c78_15_5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0198" y="1755648"/>
            <a:ext cx="3628555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Kasai menelusuri berdasarkan POSISI ASLI i, bukan urutan pada suffix array. Urutan itulah yang membuat nilai k bisa diwariskan antar putaran.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Kasai Linear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di baris 5 sampai 9 adalah seluruh buktinya, dan polanya sudah kamu temui pada KMP dan algoritma Z.</a:t>
            </a:r>
            <a:endParaRPr lang="en-US" sz="1300" dirty="0"/>
          </a:p>
        </p:txBody>
      </p:sp>
      <p:pic>
        <p:nvPicPr>
          <p:cNvPr id="4" name="Image 0" descr="/tmp/ppt/imgs/c78_16_5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684" y="1993392"/>
            <a:ext cx="464217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pola pembuktian yang ketiga kalinya muncul: satu besaran yang hanya naik, sehingga total kerjanya dibatasi oleh nilai maksimum besaran itu.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Pertanyaan yang Terjawab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yang pertama langsung terbaca dari array LCP tanpa perhitungan tambahan apa pun.</a:t>
            </a:r>
            <a:endParaRPr lang="en-US" sz="1300" dirty="0"/>
          </a:p>
        </p:txBody>
      </p:sp>
      <p:pic>
        <p:nvPicPr>
          <p:cNvPr id="4" name="Image 0" descr="/tmp/ppt/imgs/c78_17_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7392" y="1755648"/>
            <a:ext cx="3754167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n(n+1)/2 dikurangi jumlah LCP itu sangat berguna: total seluruh substring dikurangi yang terhitung ganda, dan LCP tepat menghitung yang gandanya.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karakter penjaga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$ yang lebih kecil daripada semua huruf, sufiks yang menjadi awalan sufiks lain bisa terurut salah pada beberapa implementasi.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Menghapus baris if (k) k--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pewarisan nilai k, Kasai menjadi O(n²). Baris satu ini adalah seluruh alasan kompleksitasnya linear.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arah indeks LCP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lcp[i] membandingkan sufiks ke-i dengan ke-(i-1) pada suffix array, bukan pada string aslinya. Membalik arahnya menggeser seluruh jawaban.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O(n log² n) padahal n sangat besar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sampai dua ratus ribu masih aman. Untuk n sejuta, gunakan penyortiran hitung (radix sort) agar menjadi O(n log n).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Array, LCP &amp; Substring Berbeda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sebuah string. Keluarkan suffix arraynya, lalu array LCP-nya, lalu banyaknya substring berbeda yang tidak kosong. Indeks berbasis nol, dan nilai LCP pertama diisi nol.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panjang string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huruf kecil a sampai 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perlu long long</a:t>
            </a:r>
            <a:endParaRPr lang="en-US" sz="1200" dirty="0"/>
          </a:p>
        </p:txBody>
      </p:sp>
      <p:pic>
        <p:nvPicPr>
          <p:cNvPr id="9" name="Image 0" descr="/tmp/ppt/imgs/c78_20_5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1649" y="1280160"/>
            <a:ext cx="198758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71 sampai 74: seluruh perhitungan substring berbeda hanya empat baris setelah LCP siap.</a:t>
            </a:r>
            <a:endParaRPr lang="en-US" sz="1300" dirty="0"/>
          </a:p>
        </p:txBody>
      </p:sp>
      <p:pic>
        <p:nvPicPr>
          <p:cNvPr id="4" name="Image 0" descr="/tmp/ppt/imgs/c78_21_5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8044" y="1755648"/>
            <a:ext cx="1732864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log² n) untuk suffix array dan O(n) untuk LCP. Untuk n dua ratus ribu itu sekitar tujuh juta perbandingan — aman dalam satu detik.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SA langsung; tiga berikutnya menggabungkannya dengan struktur data lain.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Substrings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Rumus n(n+1)/2 dikurangi jumlah LCP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Repeating Substring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LCP terbesar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SUBST1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Substring berbeda pada banyak kasus uji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123D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pasangan lewat LCP dan stack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LCS2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Substring bersama terpanjang beberapa 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 menyimpan indeks, bukan string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sufiks diurutkan menurut abjad, tetapi yang disimpan hanya indeks awalnya — O(n) memori, bukan O(n²).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Doubling membangunnya dalam O(n log² n)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Peringkat berdasarkan 2k karakter dibaca dari pasangan peringkat berdasarkan k karakter. Sisanya hanya pengurutan biasa.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Kasai memberi LCP dalam O(n)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if (k) k-- adalah seluruh alasannya: berpindah ke sufiks berikutnya menurunkan LCP paling banyak satu.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Substring berbeda = n(n+1)/2 dikurangi jumlah LCP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seluruh substring dikurangi yang terhitung ganda. Rumus satu baris yang menyelesaikan seluruh kelas soal.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