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Mo’s Algorithm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sedikit kecepatan dengan kesederhanaan dan keluwesan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decomposition: membagi array menjadi blok berukuran akar 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Perpustakaan membagi buku ke rak-rak. Setiap rak punya papan ringkasan berisi total buku di rak itu.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dibagi menjadi blok sepanjang akar n. Setiap blok menyimpan ringkasannya.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buku dari rak 3 sampai rak 9, cukup baca papan ringkasan tujuh rak — tidak perlu menghitung tiap buku.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yang termuat penuh dibaca dari ringkasannya. Hanya blok di kedua ujung yang diperiksa satu per satu.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Rak yang cuma sebagian masuk hitungan tetap harus dihitung bukunya, tetapi paling banyak dua rak.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2 x akar n elemen diperiksa langsung, ditambah akar n ringkasan blok.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satu buku pindah, cukup perbarui papan ringkasan raknya.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satu titik: ubah nilainya, lalu perbarui ringkasan bloknya. O(1) per update.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Mo's algorithm: kalau semua pertanyaan sudah diketahui di awal, urutkan pertanyaannya agar penunjuknya bergerak sesedikit mungkin.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offline: urutkan berdasarkan blok kiri lalu ujung kanan, sehingga total pergerakan penunjuknya O((n+q) akar n).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kalah cepat dari segment tree, tetapi menang pada operasi aneh yang sulit digabung — dan kodenya jauh lebih pendek.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menukar sedikit kecepatan dengan kesederhanaan dan keluwesan: O(sqrt n) per query, tetapi bisa menjawab hal yang segment tree tidak bisa.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blok berukuran akar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blok menyimpan satu rangkuman. Query membaca rangkuman untuk blok penuh, dan menghitung manual di kedua ujungnya.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n menyeimbangkan dua biaya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tengah berbiaya n/B, dua ujungnya 2B. Jumlah keduanya paling kecil ketika B kira-kira akar 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mengurutkan query agar penunjuk tidak bolak-balik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utama blok dari l, kunci kedua r. Dari urutan itu langsung keluar O((n + q) akar 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berubah antar soal hanya tambah dan buang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Mo selalu sama persis. Hanya dua fungsi kecil yang perlu ditulis ulang, dan keduanya harus O(1).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"banyak query rentang, jawabannya sulit digabungkan".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 rentang dan jawabannya tidak bisa digabung secara asosiatif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seperti "berapa elemen bernilai lebih dari x di rentang ini"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bisa dibaca semuanya lebih dulu (offline) dan tidak ada update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solusi cepat ditulis dan sulit disalahtulis saat kontes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asosiatif dan ada update — segment tree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harus dijawab satu per satu secara online — Mo tidak bisa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atau buang() tidak mungkin dibuat O(1)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Mo, kedua loop tambah() harus dijalankan SEBELUM kedua loop buang(). Bila terbalik, jendela bisa sempat terbalik dan pencacahnya menjadi negatif.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dengan update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pada pohon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 pada query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Mo’s Algorithm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berukuran akar n, dan pengurutan query yang membuatnya cepat.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sulit sebenarnya bisa diselesaikan dengan sqrt decomposition yang sederhana. Ia jarang menjadi solusi terbaik, tetapi sering menjadi solusi yang cukup.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 Pembagian Blok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Ukurannya Akar 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Query Rentang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Sqrt Decomposition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Mo’s Algorithm: Query Offline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 Query Penting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Sqrt Decomposition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 array menjadi blok, rangkum tiap blok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12 dan 13 adalah seluruh isi teknik ini: bagian tengah pakai rangkuman, ujungnya dihitung manual.</a:t>
            </a:r>
            <a:endParaRPr lang="en-US" sz="1300" dirty="0"/>
          </a:p>
        </p:txBody>
      </p:sp>
      <p:pic>
        <p:nvPicPr>
          <p:cNvPr id="4" name="Image 0" descr="/tmp/ppt/imgs/c85_8_5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491" y="1755648"/>
            <a:ext cx="501456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pertukarannya: query menjadi O(sqrt n) alih-alih O(n), dengan imbalan update yang tetap O(1) dan kode yang jauh lebih pendek daripada segment tree.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Ukuran Bloknya Akar 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Perhitungan di baris 5 sampai 9 menjelaskan kenapa justru akar n, bukan angka lain.</a:t>
            </a:r>
            <a:endParaRPr lang="en-US" sz="1300" dirty="0"/>
          </a:p>
        </p:txBody>
      </p:sp>
      <p:pic>
        <p:nvPicPr>
          <p:cNvPr id="4" name="Image 0" descr="/tmp/ppt/imgs/c85_9_5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842" y="1755648"/>
            <a:ext cx="50738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Kelebihan terpentingnya ada di baris 17: sqrt decomposition bisa menjawab pertanyaan yang tidak bisa digabung secara asosiatif — dan segment tree tidak bisa.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Sembilan elemen, blok berukuran tiga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Membangun Rangkuman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Sembilan elemen dibagi menjadi tiga blok. Setiap blok menyimpan satu angka: jumlah isinya.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blok 0 = 1+5+2 = 8      blok 1 = 4+3+7 = 14      blok 2 = 6+2+8 = 16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butuh satu kali jalan O(n). Sesudah itu, setiap perubahan satu elemen hanya menyentuh satu angka rangkuman.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Query Rentang 2 sampai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menyentuh sebagian blok 0, seluruh blok 1, dan sebagian blok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ujung kiri: a[2] = 2      tengah: blok 1 = 14      ujung kanan: a[6] + a[7] = 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1 termuat penuh sehingga cukup dibaca satu angka. Kedua ujungnya dihitung satu per satu, dan itu paling banyak sqrt(n) elemen tiap sisi.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Menjumlahkan dan Memperbarui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penjumlahan tiga bagian tadi. Update satu elemen hanya menyentuh satu rangkuman.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6849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6849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68312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01584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6-&gt;9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01584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34856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34856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8128" y="2395728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0175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query(2, 7) = 2 + 14 + 8 = 24        ubah a[6] jadi 9  -&gt;  blok 2 = 16 + 3 = 19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tidak perlu menyentuh elemen lain sama sekali. Inilah alasan sqrt decomposition sering dipakai ketika updatenya jauh lebih banyak daripada querynya.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Sqrt Decomposition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 while pada query adalah tiga bagian yang barusan disimulasikan, berurutan dari kiri ke kanan.</a:t>
            </a:r>
            <a:endParaRPr lang="en-US" sz="1300" dirty="0"/>
          </a:p>
        </p:txBody>
      </p:sp>
      <p:pic>
        <p:nvPicPr>
          <p:cNvPr id="4" name="Image 0" descr="/tmp/ppt/imgs/c85_14_5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450" y="1755648"/>
            <a:ext cx="384748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blok diambil sqrt(n) + 1 agar tidak ada masalah ketika n bukan kuadrat sempurna.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Membangunnya cukup satu jalan: setiap elemen menambah rangkuman bloknya sendiri.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mengubah rangkuman dengan SELISIH nilainya, bukan menghitung ulang seluruh blok.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pertama menghabiskan ujung kiri sampai l tepat di awal sebuah blok.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kedua melompati blok-blok penuh sekaligus. Inilah bagian yang menghemat waktu.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ketiga menghabiskan sisa di ujung kanan. Ketiganya bersama-sama O(sqrt n).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Mo’s Algorithm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jawaban rentang tidak bisa digabungkan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Mo’s Algorithm: Gagasannya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3 sampai 5: syarat pemakaiannya sangat spesifik, dan mengenalinya adalah setengah jawabannya.</a:t>
            </a:r>
            <a:endParaRPr lang="en-US" sz="1300" dirty="0"/>
          </a:p>
        </p:txBody>
      </p:sp>
      <p:pic>
        <p:nvPicPr>
          <p:cNvPr id="4" name="Image 0" descr="/tmp/ppt/imgs/c85_16_5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141" y="1993392"/>
            <a:ext cx="450526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kuncinya "banyak query, tanpa update, jawabannya tidak bisa digabung". Bila salah satu syarat itu tidak terpenuhi, biasanya ada alat lain yang lebih baik.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Urutan 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query pada array tujuh elemen dengan blok berukuran tiga. Perhatikan kolom terakhir.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737360"/>
                <a:gridCol w="1828800"/>
                <a:gridCol w="2286000"/>
                <a:gridCol w="299008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Blok dari 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 diproses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Gerak penunjuk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[1, 3]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 / 3 =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r: -1 ke 3, l: 0 ke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[0, 4]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/ 3 =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l: 1 ke 0, r: 3 ke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[3, 6]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 / 3 =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ketiga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l: 0 ke 3, r: 4 ke 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total 13 langkah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 = 2 1 4 1 4 2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diurutkan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bisa jauh lebih banyak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Urutannya Membuatnya Cepat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penunjuk dianalisis terpisah, dan keduanya kebetulan sama-sama berakhir di akar n.</a:t>
            </a:r>
            <a:endParaRPr lang="en-US" sz="1300" dirty="0"/>
          </a:p>
        </p:txBody>
      </p:sp>
      <p:pic>
        <p:nvPicPr>
          <p:cNvPr id="4" name="Image 0" descr="/tmp/ppt/imgs/c85_18_5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393" y="1755648"/>
            <a:ext cx="50707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tersembunyinya ada di baris 15: tambah() dan buang() harus O(1). Bila keduanya O(log n), totalnya menjadi O((n + q) sqrt(n) log n) dan biasanya sudah terlalu lambat.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Mo’s Algorithm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keempat loop while itu penting — bukan sekadar gaya penulisan.</a:t>
            </a:r>
            <a:endParaRPr lang="en-US" sz="1300" dirty="0"/>
          </a:p>
        </p:txBody>
      </p:sp>
      <p:pic>
        <p:nvPicPr>
          <p:cNvPr id="4" name="Image 0" descr="/tmp/ppt/imgs/c85_19_5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564" y="1755648"/>
            <a:ext cx="3191256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dan buang() adalah satu-satunya bagian yang berubah antar soal. Sisanya selalu sama persis.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utama pengurutan adalah blok dari l. Query di blok yang sama dikumpulkan bersama.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kedua adalah r, dengan arah dibalik pada blok bernomor ganjil. Optimasi ganjil-genap ini hampir gratis.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 tambah() ditaruh LEBIH DULU. Bila buang() dijalankan duluan, jendela bisa sempat terbalik (curL &gt; curR) dan hitungannya rusak.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disimpan menurut id asli, karena urutan pemrosesan sudah tidak sama dengan urutan masukan.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 buang() sebelum tambah()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urutannya terbalik, jendela bisa melewati keadaan curL &gt; curR dan pencacahnya menjadi negatif. Selalu perluas dulu, baru persempit.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mengembalikan jawaban ke urutan asli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sudah diurutkan ulang, jadi jawabannya harus disimpan berdasarkan id masukan, bukan berdasarkan urutan pemrosesan.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atau buang() yang tidak O(1)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map atau set di dalamnya menambah faktor log n. Untuk nilai besar, kompres koordinat lebih dulu agar bisa memakai array biasa.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Mo padahal ada update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standar hanya untuk query offline tanpa update. Bila ada update, yang dibutuhkan adalah Mo dengan waktu — varian tiga dimensi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Nilai Berbeda dalam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dan q pertanyaan. Setiap pertanyaan berupa sepasang l dan r; jawablah banyaknya NILAI BERBEDA pada a[l..r]. Tidak ada perubahan nilai sama sekali.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berbasis nol, inklusif di kedua ujung</a:t>
            </a:r>
            <a:endParaRPr lang="en-US" sz="1200" dirty="0"/>
          </a:p>
        </p:txBody>
      </p:sp>
      <p:pic>
        <p:nvPicPr>
          <p:cNvPr id="9" name="Image 0" descr="/tmp/ppt/imgs/c85_22_5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4930" y="1280160"/>
            <a:ext cx="21410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11 dan 12: seluruh logika soalnya hanya dua baris, sisanya kerangka Mo yang selalu sama.</a:t>
            </a:r>
            <a:endParaRPr lang="en-US" sz="1300" dirty="0"/>
          </a:p>
        </p:txBody>
      </p:sp>
      <p:pic>
        <p:nvPicPr>
          <p:cNvPr id="4" name="Image 0" descr="/tmp/ppt/imgs/c85_23_6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6056" y="1755648"/>
            <a:ext cx="235684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q) sqrt(n)). Karena a[i] dibatasi 200000, array cnt bisa dipakai langsung tanpa kompresi koordinat.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sqrt decomposition langsung; tiga berikutnya memakai Mo.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Sqrt decomposition pada lompatan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GIVEAWAY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 "berapa elemen &gt; x" per blok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DQUERY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berbeda dalam rentang, Mo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 dengan bobot kuadrat kemunculan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940F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 dengan update (tiga dimensi)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berukuran akar n menyeimbangkan dua biaya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tengah n/B, dua ujung 2B. Jumlahnya paling kecil ketika B sekitar akar n — itu seluruh alasannya.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lambat daripada segment tree, tetapi lebih luwes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O(sqrt n) memang kalah dari O(log n), tetapi ia menjawab pertanyaan yang tidak bisa digabung secara asosiatif, dan kodenya jauh lebih sulit disalahtulis.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 mengurutkan query agar penunjuk tidak bolak-balik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utama blok dari l, kunci kedua r. Dari situ langsung keluar O((n + q) sqrt 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tambah() dan buang() harus O(1)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satu-satunya bagian yang berubah antar soal, dan sekaligus satu-satunya tempat kompleksitasnya bisa rusak.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2026-09-03T02:51:33Z</dcterms:created>
  <dcterms:modified xsi:type="dcterms:W3CDTF">2026-09-03T02:51:33Z</dcterms:modified>
</cp:coreProperties>
</file>