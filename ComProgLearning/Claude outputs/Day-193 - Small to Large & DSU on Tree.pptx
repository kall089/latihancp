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Small to Large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&amp; DSU on Tree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Menjawab pertanyaan subtree untuk setiap simpul sekaligus, dalam O(n log n)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· Day 193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193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Small to large: menggabungkan dengan cara yang tidak boros.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Menggabungkan dua kotak arsip: selalu tuangkan isi kotak KECIL ke kotak BESAR, bukan sebaliknya.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Small to large merging: gabungkan himpunan kecil ke himpunan besar.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kamu selalu menuang yang kecil, setiap lembar arsip berpindah paling banyak log n kali seumur hidupnya.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kali sebuah elemen berpindah, ukuran wadahnya minimal berlipat dua. Jadi paling banyak log n perpindahan.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perpindahan seluruh arsip jadi n log n, bukan n kuadrat.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kerjanya O(n log n), meski bentuk kodenya terlihat seperti penggabungan berulang yang mahal.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kamu menuang yang besar ke yang kecil, satu lembar bisa berpindah ribuan kali.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Membalik arahnya membuat kompleksitasnya menjadi O(n²). Arah penggabungan adalah seluruh triknya.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Disebut juga DSU on tree. Trik yang sama dipakai pada penggabungan set, map, dan bahkan pada DSU union by size.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teknik untuk menjawab satu pertanyaan tentang subtree bagi SETIAP simpul sekaligus, dalam O(n log n) alih-alih O(n²).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Small to large menggabungkan himpunan anak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Himpunan yang lebih kecil selalu dituang ke yang lebih besar. Satu baris swap itulah seluruh tekniknya.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unsur hanya berpindah log n kali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perpindahan melipatduakan ukuran himpunan yang menampungnya, dan ukuran tidak bisa melebihi 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DSU on Tree mempertahankan data anak berat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Anak ringan dihitung ulang, anak berat tidak. Satu pencacah global menggantikan himpunan terpisah.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Keduanya berdasar argumen yang sama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Melewati sebuah sisi ringan selalu melipatduakan ukuran subtree, jadi sisi ringan menuju akar paling banyak log n buah.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Kenali dari kalimat "untuk setiap simpul, berapa ... di subtreenya".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pertanyaan tentang subtree yang harus dijawab untuk SETIAP simpul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Jawabannya tidak bisa digabungkan begitu saja dari anak ke ayah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warna berbeda, warna tersering, atau kedalaman tertentu di subtree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ada perubahan pada pohonnya selama proses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Jawabannya bisa digabungkan sederhana dari anak — DP pada pohon lebih ringkas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ditanya adalah JALUR antara dua simpul — pakai HLD atau LCA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update pada pohon; kedua teknik ini bersifat sekali jalan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small to large, lupa menukar penunjuk membuat kompleksitasnya kembali O(n²). Pada DSU on Tree, membersihkan data anak berat memberi akibat yang sama.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 (Day 113)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Euler tour (Day 199)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STL set &amp; map (Day 25)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Heavy-Light Decomposition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 pada pohon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Centroid decomposition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Small to Large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&amp; DSU on Tree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Menjawab pertanyaan subtree untuk setiap simpul, O(n log n).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Small to large lebih cepat ditulis, DSU on Tree lebih cepat dijalankan. Kuasai keduanya dan pilih sesuai bentuk pertanyaannya.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&amp; Cara Naifnya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Small to Large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O(n log n)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Langkah demi Langkah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DSU on Tree &amp; Anak Berat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Lengkap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Membandingkan Kedua Teknik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Masalahnya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pertanyaan, dijawab untuk setiap simpul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dan Cara Naifnya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Kalimat kuncinya ada di baris 3 dan 4: bukan satu subtree, melainkan SEMUA subtree sekaligus.</a:t>
            </a:r>
            <a:endParaRPr lang="en-US" sz="1300" dirty="0"/>
          </a:p>
        </p:txBody>
      </p:sp>
      <p:pic>
        <p:nvPicPr>
          <p:cNvPr id="4" name="Image 0" descr="/tmp/ppt/imgs/c86_8_6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5438" y="1755648"/>
            <a:ext cx="4570668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bahwa alat seperti Fenwick di atas Euler tour tidak menolong di sini, karena pertanyaannya tidak bisa digabungkan begitu saja dari anak ke ayah.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Small to Large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baris swap di baris 21 dan 22 adalah perbedaan antara O(n²) dan O(n log n).</a:t>
            </a:r>
            <a:endParaRPr lang="en-US" sz="1300" dirty="0"/>
          </a:p>
        </p:txBody>
      </p:sp>
      <p:pic>
        <p:nvPicPr>
          <p:cNvPr id="4" name="Image 0" descr="/tmp/ppt/imgs/c86_9_6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62322" y="1755648"/>
            <a:ext cx="3264307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6071616"/>
            <a:ext cx="10853928" cy="5486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667512" y="6071616"/>
            <a:ext cx="45720" cy="5486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0120" y="6071616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Tanpa swap, menuangkan himpunan besar ke himpunan kecil bisa memindahkan n unsur berkali-kali. Dengan swap, unsur yang dipindahkan selalu yang lebih sedikit.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O(n log n)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Buktinya melacak satu unsur saja, dan pola argumennya patut diingat karena muncul lagi di banyak tempat.</a:t>
            </a:r>
            <a:endParaRPr lang="en-US" sz="1300" dirty="0"/>
          </a:p>
        </p:txBody>
      </p:sp>
      <p:pic>
        <p:nvPicPr>
          <p:cNvPr id="4" name="Image 0" descr="/tmp/ppt/imgs/c86_10_6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5438" y="1755648"/>
            <a:ext cx="4570668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baris 18 dan 19: memakai set menambahkan satu faktor log. Bila jangkauan nilainya kecil, gantilah dengan array pencacah biasa agar kembali O(n log n).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Enam simpul berwarna, hitung warna berbeda per subtree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Pohon dan Warnanya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Angka di bawah tiap simpul adalah warnanya. Yang dicari: banyaknya warna berbeda di setiap subtree.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2011680" y="2350008"/>
            <a:ext cx="128016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3291840" y="2350008"/>
            <a:ext cx="128016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280160" y="3310128"/>
            <a:ext cx="73152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2011680" y="3310128"/>
            <a:ext cx="73152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4572000" y="3310128"/>
            <a:ext cx="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3017520" y="18013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17520" y="1801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606040" y="24048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warna 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37360" y="276148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737360" y="2761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3649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warna 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0" y="276148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97680" y="2761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886200" y="33649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warna 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05840" y="372160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05840" y="3721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" y="43251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warna 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468880" y="372160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468880" y="3721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2057400" y="43251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warna 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97680" y="372160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297680" y="3721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886200" y="43251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warna 1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223760" y="2487168"/>
            <a:ext cx="4297680" cy="2286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452360" y="26700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 subtree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452360" y="305409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sz[4] = sz[5] = sz[6] = 1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452360" y="343814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sz[2] = 3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452360" y="38221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sz[3] = 2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452360" y="42062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sz[1] = 6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67512" y="534924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41832" y="544068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anak berat dari 1 adalah 2, karena sz[2] = 3 lebih besar daripada sz[3] = 2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41832" y="578815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 subtree dihitung lebih dulu dengan satu DFS. Dari situ anak berat setiap simpul langsung diketahui.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Menggabungkan dari Daun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Daun memberi himpunan berukuran satu. Simpul 2 menerima keduanya lalu menambahkan warnanya sendiri.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2011680" y="2350008"/>
            <a:ext cx="128016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3291840" y="2350008"/>
            <a:ext cx="128016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280160" y="3310128"/>
            <a:ext cx="73152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2011680" y="3310128"/>
            <a:ext cx="73152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4572000" y="3310128"/>
            <a:ext cx="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3017520" y="18013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17520" y="1801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737360" y="276148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737360" y="2761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3649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{2,3}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0" y="276148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97680" y="2761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886200" y="33649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{1}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05840" y="372160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5840" y="3721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43251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{2}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468880" y="372160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468880" y="3721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2057400" y="43251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{3}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97680" y="372160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297680" y="3721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3886200" y="43251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{1}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223760" y="2487168"/>
            <a:ext cx="4297680" cy="26700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452360" y="26700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penggabungan di simpul 2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452360" y="305409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dari 4 : {2}   ukuran 1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452360" y="343814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dari 5 : {3}   ukuran 1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452360" y="38221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warna 2 sendiri: 2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452360" y="42062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hasil  : {2, 3}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452360" y="45902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jawab[2] = 2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67512" y="534924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41832" y="544068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jawab[4] = jawab[5] = jawab[6] = 1      jawab[3] = 1      jawab[2] = 2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41832" y="578815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simpul 3: warnanya 1 dan anaknya juga berwarna 1, sehingga himpunannya tetap berukuran satu. Warna kembar tidak menambah hitungan.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Menggabungkan di Akar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akar, himpunan yang lebih kecil dituang ke yang lebih besar — itulah aturan small to large.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2011680" y="2350008"/>
            <a:ext cx="128016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3291840" y="2350008"/>
            <a:ext cx="128016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280160" y="3310128"/>
            <a:ext cx="73152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2011680" y="3310128"/>
            <a:ext cx="73152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4572000" y="3310128"/>
            <a:ext cx="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3017520" y="180136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17520" y="1801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606040" y="24048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{1,2,3}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37360" y="276148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737360" y="2761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3649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{2,3}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0" y="276148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97680" y="2761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886200" y="33649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{1}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05840" y="372160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05840" y="3721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468880" y="372160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468880" y="3721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297680" y="372160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297680" y="3721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223760" y="2487168"/>
            <a:ext cx="4297680" cy="305409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452360" y="26700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penggabungan di akar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452360" y="305409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dari 2 : {2,3}  ukuran 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452360" y="343814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dari 3 : {1}    ukuran 1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452360" y="38221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yang KECIL dituang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452360" y="42062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 yang BESAR: {1} -&gt; {2,3}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452360" y="45902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warna 1 sendiri: 1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452360" y="497433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hasil  : {1, 2, 3}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67512" y="534924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41832" y="544068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jawab[1] = 3        hanya 1 unsur yang dipindahkan, bukan 2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41832" y="578815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arahnya dibalik, dua unsur yang harus dipindahkan. Selisihnya kecil di sini, tetapi pada pohon berisi dua ratus ribu simpul selisih itu menjadi perbedaan antara lolos dan TLE.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DSU on Tree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Varian tanpa himpunan, dengan satu pencacah global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DSU on Tree dan Anak Berat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urutan lima langkah di baris 10 sampai 14 — urutan itu tidak boleh diubah.</a:t>
            </a:r>
            <a:endParaRPr lang="en-US" sz="1300" dirty="0"/>
          </a:p>
        </p:txBody>
      </p:sp>
      <p:pic>
        <p:nvPicPr>
          <p:cNvPr id="4" name="Image 0" descr="/tmp/ppt/imgs/c86_16_6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9180" y="1755648"/>
            <a:ext cx="4383184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bukti di baris 19 sampai 21. Melewati sebuah sisi ringan selalu melipatduakan ukuran subtree yang memuat kita, jadi sisi ringan menuju akar paling banyak log n buah.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DSU on Tree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ada satu array cnt global — itulah bedanya dengan small to large yang memakai himpunan terpisah.</a:t>
            </a:r>
            <a:endParaRPr lang="en-US" sz="1300" dirty="0"/>
          </a:p>
        </p:txBody>
      </p:sp>
      <p:pic>
        <p:nvPicPr>
          <p:cNvPr id="4" name="Image 0" descr="/tmp/ppt/imgs/c86_17_6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1899" y="1755648"/>
            <a:ext cx="2780586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hitungUkuran menentukan anak berat setiap simpul dalam satu DFS. Ini prasyarat seluruh tekniknya.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48412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484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429256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Fungsi ubah menambah atau mengurangi seluruh subtree, dengan pilihan melewati satu anak tertentu.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166872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166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112008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Anak ringan diproses lebih dulu dengan simpan = false, sehingga datanya dibersihkan setelah selesai.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3849624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3849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794760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Anak berat diproses terakhir dengan simpan = true. Datanya SENGAJA ditinggal di dalam cnt.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4532376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4532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4477512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Seluruh subtree anak ringan dimasukkan kembali secara manual. Bagian inilah yang berbiaya O(n log n).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178040" y="5215128"/>
            <a:ext cx="310896" cy="310896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178040" y="5215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07808" y="516026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v sendiri adalah anak ringan, seluruh datanya dibersihkan agar tidak mencemari saudaranya.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Membandingkan Kedua Teknik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Keduanya menyelesaikan masalah yang sama; pilihannya bergantung pada bentuk pertanyaannya.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834640"/>
                <a:gridCol w="2834640"/>
                <a:gridCol w="2715768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Aspek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Small to Large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DSU on Tree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Catatan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Kompleksitas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 log² n) dgn set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 log 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DSU on Tree lebih cepat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Memori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O(n) himpunan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O(n) satu pencacah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DSU on Tree lebih hemat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Panjang kode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Lebih pendek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Lebih panjang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Small to large lebih cepat ditulis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Cocok untuk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Gabung himpunan, map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Pencacah, penjumlahan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Bergantung pertanyaannya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Kelemahan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Konstanta set besar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Perlu anak berat dulu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Keduanya butuh pohon berakar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kesalahan yang menyumbang hampir seluruh bug pada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menukar penunjuk pada small to large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Tanpa swap, himpunan besar bisa dituang ke himpunan kecil dan kompleksitasnya kembali menjadi O(n²). Satu baris itu adalah seluruh tekniknya.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Menghapus data anak berat pada DSU on Tree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Anak berat sengaja tidak dibersihkan. Membersihkannya membuat semuanya dihitung ulang dan waktunya menjadi O(n²).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Memproses anak berat sebelum anak ringan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Urutannya wajib: semua anak ringan dulu, baru anak berat. Membaliknya membuat data anak berat tertimpa data anak ringan.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set padahal nilainya kecil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warnanya hanya sampai dua ratus ribu, array pencacah biasa menghilangkan satu faktor log dan konstantanya jauh lebih kecil.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Warna Berbeda di Setiap Subtree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pohon berakar di simpul 1 dengan n simpul, masing-masing punya sebuah warna. Untuk setiap simpul, keluarkan banyaknya warna BERBEDA yang muncul di dalam subtreenya.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warna[i] &lt;= 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berakar di simpul 1</a:t>
            </a:r>
            <a:endParaRPr lang="en-US" sz="1200" dirty="0"/>
          </a:p>
        </p:txBody>
      </p:sp>
      <p:pic>
        <p:nvPicPr>
          <p:cNvPr id="9" name="Image 0" descr="/tmp/ppt/imgs/c86_21_6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81758" y="1280160"/>
            <a:ext cx="2307364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baris 34 dan 38: anak ringan diproses dengan simpan = false, anak berat dengan simpan = true.</a:t>
            </a:r>
            <a:endParaRPr lang="en-US" sz="1300" dirty="0"/>
          </a:p>
        </p:txBody>
      </p:sp>
      <p:pic>
        <p:nvPicPr>
          <p:cNvPr id="4" name="Image 0" descr="/tmp/ppt/imgs/c86_22_6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31798" y="1755648"/>
            <a:ext cx="1925356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6071616"/>
            <a:ext cx="10853928" cy="5486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667512" y="6071616"/>
            <a:ext cx="45720" cy="54864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0120" y="6071616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 log n). Untuk n sampai dua ratus ribu, pohon berbentuk rantai bisa membuat rekursinya sangat dalam — pertimbangkan versi iteratif bila stack overflow.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soal pertama memakai polanya langsung; tiga berikutnya butuh pencacah yang lebih rumit.</a:t>
            </a:r>
            <a:endParaRPr lang="en-US" sz="13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Distinct Colors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Warna berbeda per subtree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600E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Jumlah warna paling sering muncul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246E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Nama berbeda pada kedalaman tertentu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1009F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Kedalaman tersering, small to large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375D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DSU on tree digabung query offline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Selalu tuang yang kecil ke yang besar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baris swap mengubah O(n²) menjadi O(n log n). Setiap unsur hanya bisa pindah log n kali karena ukurannya berlipat dua setiap perpindahan.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DSU on Tree mempertahankan data anak berat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Anak ringan dihitung ulang, anak berat tidak. Sisi ringan menuju akar paling banyak log n buah, jadi setiap simpul dihitung ulang log n kali.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Urutannya wajib: ringan dulu, berat terakhir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Anak berat diproses terakhir agar datanya bisa ditinggal di dalam pencacah. Membaliknya merusak seluruh idenya.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Pilih himpunan atau pencacah sesuai pertanyaannya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Small to large lebih cepat ditulis, DSU on Tree lebih cepat dijalankan. Keduanya menyelesaikan kelas soal yang sama.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2026-09-03T02:51:33Z</dcterms:created>
  <dcterms:modified xsi:type="dcterms:W3CDTF">2026-09-03T02:51:33Z</dcterms:modified>
</cp:coreProperties>
</file>