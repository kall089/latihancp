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Centroid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Decomposition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Membagi pohon berulang kali pada titik seimbangnya, agar semua jalur bisa dihitung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· Day 206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206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Centroid decomposition: memecah pohon dari titik seimbangnya.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satu kota sebagai pusat sehingga bila dihapus, tidak ada pecahan wilayah yang lebih besar dari separuh negara.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Centroid: simpul yang bila dihapus, setiap komponen sisanya berukuran paling banyak n/2.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pusat dihapus, ulangi hal yang sama untuk tiap pecahan wilayah.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Rekursi: cari centroid, proses, lalu ulangi pada tiap komponen sisanya.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tiap pecahan paling besar separuhnya, kedalaman pemecahannya paling banyak log n tingkat.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Tinggi pohon centroid adalah O(log n). Setiap simpul muncul di paling banyak log n tingkat.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jalur antara dua kota pasti melewati pusat pada suatu tingkat pemecahan.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jalur pada pohon asli melewati tepat satu centroid pada tingkat tertentu — itulah yang membuat teknik ini bekerja.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Cocok untuk soal "hitung pasangan simpul dengan jarak memenuhi syarat" — jalurnya dipecah di centroid dan dihitung per tingkat.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Centroid decomposition membelah pohon berulang kali pada titik seimbangnya, sehingga pertanyaan tentang SEMUA jalur bisa dijawab dalam O(n log n).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Centroid adalah titik seimbang pohon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yang bila dihapus membuat setiap komponen sisanya berukuran paling banyak n/2. Setiap pohon selalu punya centroid.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terbagi menjadi dua jenis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melewati centroid dihitung langsung dari jarak; yang tidak melewatinya diselesaikan secara rekursif pada komponen yang lebih kecil.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Kedalaman rekursinya hanya log 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tingkat membagi ukurannya minimal dua. Total kerjanya O(n log n) karena tiap tingkat menyentuh n simpul.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jalur dihitung tepat sekali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Yaitu di centroid tertinggi yang dilewatinya. Sifat itu yang membuat pencacahannya tidak berlebih maupun kurang.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kalimat "ada berapa PASANG simpul" atau "semua jalur di dalam pohon".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jalur dengan panjang atau bobot tertentu di seluruh pohon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Pertanyaan tentang semua pasangan simpul yang jumlahnya n kuadrat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jarak terdekat dari sebuah simpul ke simpul bertanda tertentu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yang bisa dipecah menjadi "lewat titik ini" dan "tidak lewat titik ini"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ditanya satu jalur antara dua simpul tertentu — pakai LCA atau HLD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update pada bentuk pohonnya; dekomposisinya dibangun sekali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Pertanyaannya tentang subtree, bukan jalur — Euler tour jauh lebih sederhana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pasangkan dua simpul dari cabang yang sama — jalur itu tidak benar-benar melewati centroid. Kurangi tiap cabang secara terpisah, atau pasangkan cabang satu per satu.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(Day 113)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pohon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Small to large (Day 193)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centroid untuk query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Auxiliary tree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Link-cut tree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Centroid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Decomposition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Membelah pohon pada titik seimbangnya, berulang kali.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terasa berat pada bacaan pertama. Yang membantu adalah menggambar pohon centroidnya sendiri untuk satu contoh kecil — sesudah itu polanya menjadi jelas.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Semua Jalur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Itu Centroid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Centroid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Dekomposisi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Jalur Lewat Centroid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jalur sekaligus, bukan satu jalur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Semua Jalur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Pembagian dua jenis jalur di baris 15 dan 16 adalah seluruh strategi materi ini.</a:t>
            </a:r>
            <a:endParaRPr lang="en-US" sz="1300" dirty="0"/>
          </a:p>
        </p:txBody>
      </p:sp>
      <p:pic>
        <p:nvPicPr>
          <p:cNvPr id="4" name="Image 0" descr="/tmp/ppt/imgs/c91_8_6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5438" y="1755648"/>
            <a:ext cx="4570668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strategi ini rekursif secara alami: jalur jenis kedua adalah masalah yang sama persis, hanya pada pohon yang lebih kecil.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Itu Centroid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3 sampai 5 adalah definisinya; sisanya adalah akibat langsung dari definisi itu.</a:t>
            </a:r>
            <a:endParaRPr lang="en-US" sz="1300" dirty="0"/>
          </a:p>
        </p:txBody>
      </p:sp>
      <p:pic>
        <p:nvPicPr>
          <p:cNvPr id="4" name="Image 0" descr="/tmp/ppt/imgs/c91_9_6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3784" y="1755648"/>
            <a:ext cx="4453976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Sifat "setiap pohon selalu punya centroid" itulah yang menjamin dekomposisinya tidak pernah macet, sedalam apa pun rekursinya.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Tujuh simpul, hitung jalur berpanjang dua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Pohonnya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Tujuh simpul. Yang dicari: ada berapa jalur yang panjangnya tepat dua sisi.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115568" y="3355848"/>
            <a:ext cx="512064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 flipV="1">
            <a:off x="2212848" y="3355848"/>
            <a:ext cx="512064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3017520" y="3648456"/>
            <a:ext cx="0" cy="786384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3310128" y="3355848"/>
            <a:ext cx="786384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4629700" y="2699443"/>
            <a:ext cx="707560" cy="489849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4621048" y="3534254"/>
            <a:ext cx="724864" cy="55758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530352" y="306324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0352" y="30632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627632" y="306324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627632" y="30632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24912" y="306324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24912" y="30632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24912" y="443484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724912" y="4434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96512" y="306324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96512" y="30632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285232" y="224028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85232" y="22402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285232" y="397764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285232" y="39776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49440" y="2350008"/>
            <a:ext cx="4572000" cy="2670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komponen bila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simpul dihapus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hapus 2 : 1 dan 5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hapus 3 : 2, 1, dan 3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hapus 5 : 4, 1, dan 1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7512" y="555040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64184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7      syarat centroid: setiap komponen sisanya &lt;= 7 / 2 = 3.5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41832" y="598932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Menghapus simpul 2 menyisakan komponen berukuran 5 — terlalu besar. Menghapus simpul 5 menyisakan komponen berukuran 4 — juga terlalu besar.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Simpul 3 Adalah Centroid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Menghapus simpul 3 memberi komponen berukuran 2, 1, dan 3 — semuanya di bawah batas.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115568" y="3355848"/>
            <a:ext cx="512064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 flipV="1">
            <a:off x="2212848" y="3355848"/>
            <a:ext cx="512064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3017520" y="3648456"/>
            <a:ext cx="0" cy="786384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3310128" y="3355848"/>
            <a:ext cx="786384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4629700" y="2699443"/>
            <a:ext cx="707560" cy="489849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4621048" y="3534254"/>
            <a:ext cx="724864" cy="55758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530352" y="3063240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0352" y="30632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627632" y="3063240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627632" y="30632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24912" y="3063240"/>
            <a:ext cx="585216" cy="585216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24912" y="30632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377440" y="36941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CENTROID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24912" y="4434840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724912" y="4434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096512" y="3063240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96512" y="30632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285232" y="2240280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285232" y="22402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285232" y="3977640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285232" y="39776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49440" y="2350008"/>
            <a:ext cx="4572000" cy="2670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komponen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{1, 2}      ukuran 2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{4}         ukuran 1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{5, 6, 7}   ukuran 3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semuanya &lt;= 3.5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67512" y="555040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41832" y="564184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jalur lewat 3 berpanjang 2:  1-3, 2-4, 2-5, 3-6, 3-7, 4-5      enam buah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41832" y="598932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Jarak ke centroid: simpul 2 dan 4 dan 5 berjarak 1; simpul 1, 6, dan 7 berjarak 2. Pasangan berjumlah dua dihitung dari daftar jarak itu.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Pohon Centroid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komponen diproses lagi secara rekursif. Hasilnya sebuah pohon baru berkedalaman log 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519874" y="2426368"/>
            <a:ext cx="1349372" cy="944561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 flipV="1">
            <a:off x="3108960" y="2551176"/>
            <a:ext cx="0" cy="694944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3348674" y="2426368"/>
            <a:ext cx="1349372" cy="944561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1280160" y="3831336"/>
            <a:ext cx="0" cy="694944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4351414" y="3792783"/>
            <a:ext cx="441172" cy="77205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5082934" y="3792783"/>
            <a:ext cx="441172" cy="77205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87552" y="452628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87552" y="45262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87552" y="3246120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87552" y="32461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8770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tingkat 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816352" y="1965960"/>
            <a:ext cx="585216" cy="585216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16352" y="19659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468880" y="25968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tingkat 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816352" y="3246120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816352" y="32461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468880" y="38770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tingkat 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45152" y="3246120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45152" y="32461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297680" y="38770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tingkat 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913632" y="452628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913632" y="45262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376672" y="452628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376672" y="45262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949440" y="2350008"/>
            <a:ext cx="4572000" cy="2670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centroid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tingkat 0 : 3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tingkat 1 : 2, 4, 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tingkat 2 : 1, 6, 7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kedalaman 3 &lt;= log2(7) + 1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67512" y="57332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82472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jalur 6-7 dihitung di centroid 5      total keseluruhan 6 + 1 = 7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617220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jalur dihitung TEPAT SEKALI, yaitu di centroid tertinggi yang dilewatinya. Jalur 6-7 tidak melewati simpul 3, jadi ia dihitung nanti di simpul 5.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fungsi kecil yang saling memanggil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Centroid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Penelusurannya sangat pendek: selalu pindah ke anak yang ukurannya lebih dari separuh.</a:t>
            </a:r>
            <a:endParaRPr lang="en-US" sz="1300" dirty="0"/>
          </a:p>
        </p:txBody>
      </p:sp>
      <p:pic>
        <p:nvPicPr>
          <p:cNvPr id="4" name="Image 0" descr="/tmp/ppt/imgs/c91_15_6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8745" y="1755648"/>
            <a:ext cx="4706894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mati menandai simpul yang sudah menjadi centroid. Ia berperan seperti penghapusan simpul dari graf.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734056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734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679192"/>
            <a:ext cx="3931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penelusuran wajib melewati simpul mati, karena komponen yang sedang dikerjakan sudah tidak memuatnya.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666744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666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611880"/>
            <a:ext cx="3931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ada anak dengan ukuran lebih dari separuh, centroid pasti berada di arah itu. Pindah ke sana.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599432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544568"/>
            <a:ext cx="3931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tidak ada anak seperti itu, simpul sekarang adalah centroidnya. Penelusuran selesai.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Dekomposisi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Kerangkanya selalu sama persis di setiap soal; hanya baris 11 yang berganti isi.</a:t>
            </a:r>
            <a:endParaRPr lang="en-US" sz="1300" dirty="0"/>
          </a:p>
        </p:txBody>
      </p:sp>
      <p:pic>
        <p:nvPicPr>
          <p:cNvPr id="4" name="Image 0" descr="/tmp/ppt/imgs/c91_16_6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7564" y="1755648"/>
            <a:ext cx="4346417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mati[c] = true adalah kunci kebenarannya. Tanpanya, komponen di bawah centroid tidak benar-benar terpisah dan jalur akan terhitung berkali-kali.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Jalur Lewat Centroid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jebakan di baris 6 sampai 9 — nyaris semua orang menabraknya pada percobaan pertama.</a:t>
            </a:r>
            <a:endParaRPr lang="en-US" sz="1300" dirty="0"/>
          </a:p>
        </p:txBody>
      </p:sp>
      <p:pic>
        <p:nvPicPr>
          <p:cNvPr id="4" name="Image 0" descr="/tmp/ppt/imgs/c91_17_6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3046" y="1755648"/>
            <a:ext cx="4715452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(B) sedikit lebih panjang tetapi jauh lebih mudah dinalar: cabang ke-i hanya dipasangkan dengan cabang yang sudah dimasukkan sebelumnya, sehingga tidak mungkin ada pasangan sekabang.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bug pada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pasangan dari cabang yang sama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simpul di cabang yang sama tidak berjalan lewat centroid. Kurangi tiap cabang secara terpisah, atau pasangkan cabang satu per satu.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menandai centroid sebagai mati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penandaan itu, komponen tidak terpisah dan rekursinya bisa berjalan selamanya.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Membersihkan array pencacah dengan mengisi ulang seluruhnya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Mengisi ulang array sepanjang n di setiap centroid membuat totalnya O(n² log n). Bersihkan hanya indeks yang benar-benar disentuh.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ukuran subtree sekali saja di awal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Ukurannya berubah setiap kali sebuah centroid dihapus. hitungUkuran wajib dipanggil ulang di setiap tingkat rekursi.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Berpanjang Tepat 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sebuah pohon dengan n simpul. Hitung ada berapa pasang simpul berbeda yang jaraknya tepat K sisi. Pasangan tidak berurutan, sehingga pasangan u dan v dihitung satu kali.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K &lt;= n - 1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jawabannya perlu long long</a:t>
            </a:r>
            <a:endParaRPr lang="en-US" sz="1200" dirty="0"/>
          </a:p>
        </p:txBody>
      </p:sp>
      <p:pic>
        <p:nvPicPr>
          <p:cNvPr id="9" name="Image 0" descr="/tmp/ppt/imgs/c91_20_64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0682" y="1280160"/>
            <a:ext cx="196951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50 dan 51: cabang sekarang dipasangkan dengan cabang SEBELUMNYA, lalu baru dimasukkan.</a:t>
            </a:r>
            <a:endParaRPr lang="en-US" sz="1300" dirty="0"/>
          </a:p>
        </p:txBody>
      </p:sp>
      <p:pic>
        <p:nvPicPr>
          <p:cNvPr id="4" name="Image 0" descr="/tmp/ppt/imgs/c91_21_6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2713" y="1755648"/>
            <a:ext cx="1543526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log n). Baris 29 memangkas penelusuran yang jaraknya sudah melebihi K, dan baris 57 membersihkan hanya indeks yang benar-benar disentuh.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untuk pencacahan jalur; tiga berikutnya memakai pohon centroid untuk query.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Fixed-Length Paths 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Jalur berpanjang tepat 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IOI 2011 — Race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Jalur berbobot dengan jumlah tepat 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342E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Query jarak terdekat lewat pohon centroid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321C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Mewarnai pohon dengan pohon centroid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715C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Jalur dengan syarat modulo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Centroid membelah pohon menjadi dua bagian seimbang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komponen berukuran paling banyak n/2, sehingga rekursinya paling dalam log n tingkat.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jalur dihitung tepat sekali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Yaitu di centroid tertinggi yang dilewatinya. Sifat itulah yang membuat pencacahannya tidak berlebih maupun kurang.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pasangkan simpul dari cabang yang sama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seperti itu tidak melewati centroid. Kurangi tiap cabang, atau pasangkan cabang satu per satu secara berurutan.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subtree wajib dihitung ulang tiap tingkat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penghapusan centroid mengubah bentuk komponennya. Memakai ukuran lama adalah bug yang sangat sulit dilacak.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2026-09-03T02:51:33Z</dcterms:created>
  <dcterms:modified xsi:type="dcterms:W3CDTF">2026-09-03T02:51:33Z</dcterms:modified>
</cp:coreProperties>
</file>