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Geometri Dasar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Convex Hull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hasil kali silang yang menjawab hampir semua pertanyaan geometri dasar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Geometri · Day 240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240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memasang paku di papan, lalu melingkarkan karet gelang dan melepaskannya.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Paku yang tertancap di papan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2374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pada bidang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89864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89864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Karet gelang yang mengencang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14553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89864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89864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Convex hull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52044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52044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Paku yang menahan karet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76732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52044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52044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sudut hull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14223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14223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Paku di tengah yang tidak tersentuh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38912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14223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14223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di dalam hull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476402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476402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Belok kiri atau belok kanan saat berjalan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01091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476402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476402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hasil kali silang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kali silang hanyalah cara menanyakan "belok kiri atau belok kanan" kepada komputer, dan hampir seluruh geometri dasar dibangun dari pertanyaan itu.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Geometri dasar hampir seluruhnya dibangun dari satu fungsi: hasil kali silang, yang menjawab "belok kiri atau belok kanan".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kali silang membawa arah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Nilainya adalah luas jajar genjang beserta tandanya. Tanda itulah yang memberi tahu posisi relatif tiga titik.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Orientasi menjawab banyak pertanyaan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Segaris atau tidak, poligon cembung atau tidak, dua ruas berpotongan atau tidak — semuanya dari satu fungsi yang sama.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tali sepatu memberi luas poligon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hasil kali silang berurutan, dibagi dua. Simpan dua kali luasnya agar tetap bilangan bulat.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Convex hull dengan monotone chain O(n log n)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Urutkan titik, telusuri dua kali dari kiri dan dari kanan, buang belokan yang salah.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Pertahankan bilangan bulat selama mungkin — itu nasihat terpenting dalam geometri kontes.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Memeriksa posisi relatif titik, garis, atau ruas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luas poligon atau memeriksa kecembungannya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poligon cembung terkecil yang memuat semua titik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dasar rotating calipers, convex hull trick, dan geometri lanjut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Koordinatnya berupa pecahan yang tidak bisa dibulatkan — hati-hati dengan galat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Soalnya sebenarnya tentang sudut atau jarak, bukan posisi relatif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Titiknya sangat banyak dan berubah-ubah — butuh convex hull dinamis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&lt;= 0 membuang titik segaris dari hull, tanda &lt; 0 mempertahankannya. Satu karakter, dua jawaban berbeda — bacalah pernyataan soal baik-baik.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Aljabar vektor dasar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Sorting dengan comparator (Day 18)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Tipe data &amp; luber (Day 15)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Rotating calipers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Sweep line (Day 242)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Convex hull trick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Geometri Dasar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Convex Hull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kali silang, orientasi, luas, dan monotone chain.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kamu hanya sempat menghafal satu hal dari geometri kontes, hafalkan hasil kali silang beserta arti tandanya. Sisanya bisa diturunkan dari situ.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&amp; Hasil Kali Silang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Orientasi Tiga Titik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Luas Poligon (Shoelace)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Convex Hull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Monotone Chain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Karakter yang Menentukan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Fondasinya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fungsi, banyak jawaban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&amp; Hasil Kali Silang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3 sampai 5 adalah nasihat paling berharga dalam geometri kontes: pertahankan bilangan bulat selama mungkin.</a:t>
            </a:r>
            <a:endParaRPr lang="en-US" sz="1300" dirty="0"/>
          </a:p>
        </p:txBody>
      </p:sp>
      <p:pic>
        <p:nvPicPr>
          <p:cNvPr id="4" name="Image 0" descr="/tmp/ppt/imgs/c92_8_6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2761" y="1993392"/>
            <a:ext cx="4583430" cy="38770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kali silang adalah luas jajar genjang beserta tandanya. Tanda itulah yang membawa informasi arah, dan hampir seluruh geometri dasar berdiri di atasnya.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Orientasi Tiga Titik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membacanya di baris 12 sampai 15 jauh lebih berguna untuk diingat daripada rumusnya.</a:t>
            </a:r>
            <a:endParaRPr lang="en-US" sz="1300" dirty="0"/>
          </a:p>
        </p:txBody>
      </p:sp>
      <p:pic>
        <p:nvPicPr>
          <p:cNvPr id="4" name="Image 0" descr="/tmp/ppt/imgs/c92_9_6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0620" y="1755648"/>
            <a:ext cx="4127713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kalimat penutupnya: seluruh pertanyaan itu terjawab tanpa satu pun bilangan pecahan, sehingga tidak ada galat pembulatan sama sekali.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Luas Poligon (Shoelace)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alasan mengalikan dua di baris 17 sampai 20 — ia menjaga seluruh perhitungan tetap bulat.</a:t>
            </a:r>
            <a:endParaRPr lang="en-US" sz="1300" dirty="0"/>
          </a:p>
        </p:txBody>
      </p:sp>
      <p:pic>
        <p:nvPicPr>
          <p:cNvPr id="4" name="Image 0" descr="/tmp/ppt/imgs/c92_10_6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6776" y="1755648"/>
            <a:ext cx="3755401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hasilnya sebelum diambil nilai mutlak juga berguna: ia langsung memberi tahu apakah titiknya terurut berlawanan atau searah jarum jam.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titik, hull berbentuk persegi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Enam Titik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titik pada bidang. Yang dicari: poligon cembung terkecil yang memuat semuanya.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21792" y="434340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4343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4974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(0,0)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16352" y="434340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16352" y="4343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4974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(1,0)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10912" y="434340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10912" y="4343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4974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(2,0)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16352" y="324612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16352" y="3246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38770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(1,1)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10912" y="21488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1091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7797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(2,2)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" y="21488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74320" y="27797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(0,2)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titik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(0,0)   B (0,2)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(2,0)   D (1,1)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(2,2)   F (1,0)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di dalam, F di sisi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7512" y="564184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573328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bayangkan karet gelang dilepaskan mengelilingi keenam paku ini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60807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D berada di tengah sehingga jelas tidak akan menjadi sudut. Titik F berada tepat di garis antara A dan C — kasus segaris yang perlu diputuskan.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Rantai Bawah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diurutkan menurut x lalu y, lalu ditelusuri dari kiri ke kanan sambil membuang belokan yang salah.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207008" y="4636008"/>
            <a:ext cx="1609344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flipV="1">
            <a:off x="3401568" y="4636008"/>
            <a:ext cx="1609344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21792" y="434340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4343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4974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masuk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16352" y="4343400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16352" y="4343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4974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dibuang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10912" y="434340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10912" y="4343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974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masuk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16352" y="324612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16352" y="3246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10912" y="21488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1091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" y="21488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0" y="2350008"/>
            <a:ext cx="4572000" cy="299923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78040" y="25328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rantai bawah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28620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urut: A F B D C 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1912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520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masuk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38496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masuk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178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masuk -&gt; cek A F C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5079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silang(F-A, C-A) = 0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837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F SEGARIS, dibuang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67512" y="564184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573328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silang = 0 berarti segaris      dengan syarat &lt;= 0, titik segaris ikut dibuang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60807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sinilah satu karakter menentukan. Dengan syarat &lt; 0, titik F akan dipertahankan karena ia memang berada pada hull meski bukan sudut.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Hull Selesai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Rantai bawah dan rantai atas disambung. Hasilnya persegi bersudut empat titik.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207008" y="4636008"/>
            <a:ext cx="380390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V="1">
            <a:off x="5303520" y="2734056"/>
            <a:ext cx="914" cy="160934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H="1">
            <a:off x="1207008" y="2441448"/>
            <a:ext cx="380390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14400" y="2734056"/>
            <a:ext cx="914" cy="160934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21792" y="434340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4343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74320" y="4974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16352" y="434340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16352" y="4343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4974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sisi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10912" y="434340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10912" y="4343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4974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16352" y="324612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816352" y="3246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468880" y="38770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10912" y="214884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1091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27797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" y="214884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74320" y="27797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(0,0)  -&gt;  C (2,0)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(2,0)  -&gt;  E (2,2)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(2,2)  -&gt;  B (0,2)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(0,2)  -&gt;  A (0,0)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titik, luas 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64184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" y="573328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hull = (0,0) (2,0) (2,2) (0,2)      shoelace memberi 2 x luas = 8, jadi luas = 4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41832" y="60807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urutannya berlawanan jarum jam. Monotone chain selalu menghasilkan urutan itu, sehingga shoelace langsung memberi nilai positif.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Monotone chain dan satu karakter yang menentukan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Monotone Chain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loop yang hampir kembar: satu untuk rantai bawah, satu untuk rantai atas.</a:t>
            </a:r>
            <a:endParaRPr lang="en-US" sz="1300" dirty="0"/>
          </a:p>
        </p:txBody>
      </p:sp>
      <p:pic>
        <p:nvPicPr>
          <p:cNvPr id="4" name="Image 0" descr="/tmp/ppt/imgs/c92_16_6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8200" y="1755648"/>
            <a:ext cx="3567983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diurutkan menurut x lalu y. Urutan ini yang membuat penelusuran satu arah menjadi mungkin.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kembar dibuang lebih dulu. Melupakannya menyebabkan silang bernilai nol pada tempat yang tidak diharapkan.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n kurang dari tiga ditangani terpisah, karena hull dari satu atau dua titik bukan poligon.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Rantai bawah menelusuri dari kiri ke kanan, membuang titik yang membuat belokan ke arah salah.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Rantai atas menelusuri kembali dari kanan ke kiri. Batas t mencegahnya memakan rantai bawah.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pertama terhitung dua kali di ujung kedua rantai, jadi satu dibuang di akhir.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Karakter yang Menentukan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Perbedaan antara &lt;= 0 dan &lt; 0 hanya satu karakter, tetapi menentukan jawaban yang berbeda.</a:t>
            </a:r>
            <a:endParaRPr lang="en-US" sz="1300" dirty="0"/>
          </a:p>
        </p:txBody>
      </p:sp>
      <p:pic>
        <p:nvPicPr>
          <p:cNvPr id="4" name="Image 0" descr="/tmp/ppt/imgs/c92_17_6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6592" y="1755648"/>
            <a:ext cx="3948359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Bacalah pernyataan soal dengan cermat di titik ini. "Titik sudut hull" dan "semua titik pada hull" adalah dua pertanyaan berbeda dengan jawaban berbeda.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bilangan pecahan padahal tidak perlu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Koordinat bulat memberi hasil kali silang yang bulat. Beralih ke double memasukkan galat pembulatan yang sangat sulit dilacak.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Luber pada hasil kali silang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Koordinat sampai sepuluh pangkat sembilan membuat hasil kalinya mencapai sepuluh pangkat delapan belas. Wajib long long, dan kadang __int128.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Salah tanda pada titik segaris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&lt;= 0 membuang titik segaris, tanda &lt; 0 mempertahankannya. Pilih sesuai yang diminta soal.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membuang titik kembar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yang sama persis membuat hasil kali silang bernilai nol di tempat yang tidak diduga, dan hullnya bisa rusak.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Convex Hull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titik berkoordinat bulat. Keluarkan banyaknya titik SUDUT convex hull, lalu titiknya sendiri berurutan berlawanan arah jarum jam, dimulai dari titik dengan x terkecil (bila seri, y terkecil). Titik yang berada tepat pada sisi hull tetapi bukan sudut tidak ikut dikeluarkan.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8463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mutlak koordinat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boleh ada titik kembar</a:t>
            </a:r>
            <a:endParaRPr lang="en-US" sz="1200" dirty="0"/>
          </a:p>
        </p:txBody>
      </p:sp>
      <p:pic>
        <p:nvPicPr>
          <p:cNvPr id="9" name="Image 0" descr="/tmp/ppt/imgs/c92_20_6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3622" y="1280160"/>
            <a:ext cx="172363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8: seluruh geometrinya hanya satu fungsi, dan seluruh sisanya adalah penelusuran biasa.</a:t>
            </a:r>
            <a:endParaRPr lang="en-US" sz="1300" dirty="0"/>
          </a:p>
        </p:txBody>
      </p:sp>
      <p:pic>
        <p:nvPicPr>
          <p:cNvPr id="4" name="Image 0" descr="/tmp/ppt/imgs/c92_21_6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8273" y="1755648"/>
            <a:ext cx="2652406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log n), didominasi oleh pengurutan. Perhatikan seluruh koordinat memakai long long karena hasil kali silangnya bisa mencapai sepuluh pangkat delapan belas.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memakai hull langsung; tiga berikutnya menggabungkannya dengan ide lain.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Convex Hull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Monotone chain dasar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Polygon Area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Rumus shoelace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Point in Polygon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Orientasi dan penelusuran sisi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70D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Convex hull dinamis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1146F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Rotating calipers pada hull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kali silang menjawab hampir semuanya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Orientasi, segaris, luas, perpotongan, dan convex hull semuanya dibangun dari satu fungsi yang sama.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Pertahankan bilangan bulat selama mungkin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Koordinat bulat memberi jawaban eksak. Beralih ke pecahan hanya menambah galat yang sulit dilacak, dan hampir selalu tidak perlu.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Monotone chain berjalan O(n log n)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Urutkan, telusuri dua kali, buang belokan yang salah. Loopnya sendiri linear karena setiap titik masuk dan keluar tumpukan sekali.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tanda untuk titik segaris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&lt;= 0 membuang titik segaris, tanda &lt; 0 mempertahankannya. Bacalah pernyataan soal sebelum memilih.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2026-09-03T02:51:33Z</dcterms:created>
  <dcterms:modified xsi:type="dcterms:W3CDTF">2026-09-03T02:51:33Z</dcterms:modified>
</cp:coreProperties>
</file>