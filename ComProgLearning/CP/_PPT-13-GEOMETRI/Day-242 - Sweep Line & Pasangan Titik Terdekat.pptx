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Sweep Line &amp;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Pasangan Titik Terdekat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Sebuah garis yang bergerak, dan masalah dua dimensi yang menjadi satu dimensi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Geometri · Day 242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242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sebuah pemindai di kasir yang bergerak melewati barang dari kiri ke kanan.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Pemindai bergerak satu arah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23744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Garis sapu bergerak menurut 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898648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898648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Barang yang sedang berada di bawah pemindai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14553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898648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898648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Himpunan aktif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520440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520440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Barang masuk dan keluar area pindai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76732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520440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520440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Kejadian buka dan tutup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142232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142232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perlu melihat seluruh rak sekaligus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38912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142232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142232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2D menjadi 1D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4764024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4764024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23544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Catat pasangan terdekat sejauh ini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86984" y="501091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858000" y="4764024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4764024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114032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d yang terus mengecil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" y="55321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" y="5532120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41832" y="5678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41832" y="59161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Garis sapu tidak pernah melihat seluruh bidang sekaligus — ia hanya menyimpan apa yang sedang dipotongnya, dan itu sudah cukup.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Sweep line menggerakkan sebuah garis melintasi bidang, dan hanya menyimpan keadaan pada posisi garis itu — sehingga masalah dua dimensi menjadi satu dimensi.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bahan yang selalu ada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Kejadian yang terurut menurut x, himpunan aktif yang sedang dipotong garis, dan aturan pembaruan pada tiap kejadian.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berubah antar soal hanya isinya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Kerangkanya selalu sama. Yang berganti hanya apa yang menjadi kejadian dan struktur apa yang dipakai sebagai himpunan aktif.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Pasangan terdekat memeriksa paling banyak enam titik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Dalam daerah selebar d dan setinggi 2d tidak mungkin ada lebih dari enam titik, karena semuanya berjarak minimal 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kuadrat jaraknya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Perhitungan tetap bulat dan eksak tanpa galat pembulatan. Akar hanya diambil sekali, tepat sebelum jawabannya dicetak.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soal geometri atau interval yang melibatkan banyak objek sekaligus di bidang.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gabungan panjang selang atau luas gabungan persegi panjang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pasangan titik terdekat di antara banyak titik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banyaknya perpotongan ruas garis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Menjawab query offline yang bisa diurutkan menurut satu sumbu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harus dijawab online satu per satu — sweep line butuh semua kejadian dulu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Objeknya bergerak atau berubah selama proses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Masalahnya sudah satu dimensi; prefix sum atau two pointers lebih sederhana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Koordinat sampai 10^9 membuat kuadrat selisihnya mencapai 4 x 10^18. Menjumlahkan dua suku seperti itu melampaui long long tanpa peringatan apa pun.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Geometri dasar (Day 240)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STL set &amp; map (Day 21)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(Day 172)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Bentley-Ottmann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Sweep line pada query offline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Rotating calipers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Sweep Line &amp; Pasangan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 Terdekat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Garis yang bergerak, dan bidang yang menjadi barisan garis.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Sweep line adalah pola pikir, bukan satu algoritma. Begitu kamu terbiasa melihat soal sebagai barisan kejadian yang terurut, banyak soal geometri langsung terbuka.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Gagasan Garis Sapu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Penerapan Klasik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Pasangan Titik Terdekat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Lengkap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Menyimpan Kuadratnya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Gagasannya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garis, bergerak dari kiri ke kanan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Gagasan Garis Sapu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Ubah kejadian menjadi daftar terurut, lalu proses satu per satu sambil menjaga sebuah penghitung. Kode ini mencari tumpang tindih terbanyak.</a:t>
            </a:r>
            <a:endParaRPr lang="en-US" sz="1300" dirty="0"/>
          </a:p>
        </p:txBody>
      </p:sp>
      <p:pic>
        <p:nvPicPr>
          <p:cNvPr id="4" name="Image 0" descr="/tmp/ppt/imgs/c97_8_6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8882" y="1993392"/>
            <a:ext cx="3963779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kejadian menentukan segalanya. Karena -1 diurutkan sebelum +1 pada waktu yang sama, selang yang bersentuhan di satu titik tidak dihitung tumpang tindih — sesuaikan dengan definisi soalmu.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Ubah tiap selang menjadi dua kejadian: mulai (+1) dan selesai (-1).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Urutkan seluruh kejadian, lalu sapu sambil menjaga penghitung.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waktu sama, -1 lebih dulu bila ujung yang bersentuhan tidak dihitung.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 O(n log n) — seluruhnya dari pengurutan.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Penerapan Klasik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daftar kejadian, empat pertanyaan berbeda. Kode ini menjawab keempatnya dalam satu sapuan.</a:t>
            </a:r>
            <a:endParaRPr lang="en-US" sz="1300" dirty="0"/>
          </a:p>
        </p:txBody>
      </p:sp>
      <p:pic>
        <p:nvPicPr>
          <p:cNvPr id="4" name="Image 0" descr="/tmp/ppt/imgs/c97_9_6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0967" y="1755648"/>
            <a:ext cx="4199610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Penghitung yang kembali ke nol menandai akhir sebuah potongan gabungan. Satu sapuan menjawab tumpang tindih maksimum, panjang gabungan, dan banyaknya potongan terpisah sekaligus.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630168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502152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penerapan: tumpang tindih, gabungan, potongan terpisah, dan luas.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199382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071366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Penghitung nol menandai batas antar-potongan gabungan.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76859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640580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luas persegi panjang, ganti penghitung dengan segment tree.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3781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09794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ada bobot, ganti +1 dan -1 dengan bobotnya.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Pasangan Terdekat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n kuadrat menjadi n log 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Pasangan Titik Terdekat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Sapu dari kiri ke kanan sambil menjaga himpunan titik yang masih mungkin. Kode ini membandingkannya dengan pemeriksaan seluruh pasangan.</a:t>
            </a:r>
            <a:endParaRPr lang="en-US" sz="1300" dirty="0"/>
          </a:p>
        </p:txBody>
      </p:sp>
      <p:pic>
        <p:nvPicPr>
          <p:cNvPr id="4" name="Image 0" descr="/tmp/ppt/imgs/c97_11_68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0913" y="1993392"/>
            <a:ext cx="2819718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 yang jaraknya sudah lebih dari d di sumbu x dibuang dari himpunan aktif, dan hanya pita setinggi 2d yang diperiksa. Terbukti hanya ada sedikit titik di dalam pita itu, jadi biayanya O(n log n).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Urutkan berdasarkan x, sapu dari kiri, jaga himpunan aktif berurut 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Buang titik yang selisih x-nya sudah melebihi jarak terbaik sekarang.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Periksa hanya titik dengan selisih y kurang dari jarak terbaik.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Simpan pasangan {y, x} supaya set-nya terurut berdasarkan y.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Enam Titik, Diurutkan Menurut x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Garis sapu bergerak dari kiri ke kanan. Titik diproses satu per satu sesuai urutan x-nya.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87552" y="4197096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7552" y="4197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47914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(1,1)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09344" y="2459736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09344" y="2459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43584" y="30540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(2,6)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52928" y="350215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52928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487168" y="4096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(4,3)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0" y="3154680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7472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108960" y="37490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(5,4)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40096" y="3849624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40096" y="3849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974336" y="44439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(8,2)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61888" y="2112264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61888" y="2112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596128" y="27066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(9,7)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menurut x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(1,1)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(2,6)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(4,3)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(5,4)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(8,2)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(9,7)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7512" y="563270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41832" y="572414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dimulai dari tak hingga, lalu terus mengecil setiap kali pasangan lebih dekat ditemukan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" y="607161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sumbu y pada gambar digambar terbalik agar muat di slide; yang penting adalah urutan x dari kiri ke kanan.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Dua Titik Pertama Memberi d Awal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Pasangan (1,1) dan (2,6) memberi kuadrat jarak 1 + 25 = 26. Itu menjadi nilai d sementara.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354308" y="2992333"/>
            <a:ext cx="436920" cy="1220806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987552" y="4197096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7552" y="4197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47914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(1,1)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09344" y="2459736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09344" y="2459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43584" y="30540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(2,6)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52928" y="3502152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52928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487168" y="4096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giliran (4,3)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0" y="3154680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7472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40096" y="3849624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40096" y="3849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61888" y="2112264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61888" y="2112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2350008"/>
            <a:ext cx="4572000" cy="299923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78040" y="25328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2 titik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28620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26   (akar 26 ~ 5.1)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19125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35204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giliran titik (4,3)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38496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jendela x : [4-5.1, 4]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41788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jendela y : [3-5.1, 3+5.1]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45079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48371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keduanya masih masuk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67512" y="557784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41832" y="566928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jarak2 (1,1)-(4,3) = 9 + 4 = 13        d turun menjadi 13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" y="601675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 (2,6) juga diperiksa: jarak2-nya 4 + 9 = 13, sama persis. Nilai d turun dari 26 menjadi 13, sehingga jendelanya ikut menyempit.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Pasangan Terdekat Ditemukan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 (5,4) hanya berjarak satu satuan pada kedua sumbu dari (4,3). Kuadrat jaraknya 2.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3366714" y="3562819"/>
            <a:ext cx="142860" cy="79834"/>
          </a:xfrm>
          <a:prstGeom prst="line">
            <a:avLst/>
          </a:prstGeom>
          <a:noFill/>
          <a:ln w="12700">
            <a:solidFill>
              <a:srgbClr val="F0736A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987552" y="4197096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7552" y="4197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09344" y="2459736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09344" y="2459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52928" y="3502152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52928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487168" y="4096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(4,3)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3154680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7472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37490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(5,4)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40096" y="3849624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40096" y="3849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61888" y="2112264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61888" y="2112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49440" y="2350008"/>
            <a:ext cx="4572000" cy="299923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78040" y="25328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akhir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28620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2   -&gt; jarak akar 2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319125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5204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sesudah d = 2, jendela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38496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menjadi sangat sempit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41788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45079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titik (8,2) dan (9,7)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48371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tidak menemukan apa pun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67512" y="557784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66928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jarak2 (4,3)-(5,4) = 1 + 1 = 2        jaraknya akar 2, kira-kira 1.414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41832" y="601675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d mengecil menjadi 2, jendela pencarian menyempit drastis. Dua titik terakhir hanya perlu dibandingkan dengan sangat sedikit titik lain.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std::set sebagai himpunan aktif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Pasangan Terdekat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Himpunan aktif disimpan sebagai pasangan {y, x} agar bisa dicari berdasarkan rentang y.</a:t>
            </a:r>
            <a:endParaRPr lang="en-US" sz="1300" dirty="0"/>
          </a:p>
        </p:txBody>
      </p:sp>
      <p:pic>
        <p:nvPicPr>
          <p:cNvPr id="4" name="Image 0" descr="/tmp/ppt/imgs/c97_16_68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5000" y="1755648"/>
            <a:ext cx="2674384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 diurutkan menurut x. Inilah arah gerak garis sapunya.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Himpunan aktif menyimpan pasangan {y, x}, bukan {x, y}, karena pencariannya dilakukan pada rentang 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Penunjuk kiri membuang titik yang sudah terlalu jauh di belakang garis sapu. Setiap titik dibuang paling banyak sekali.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 diambil hanya untuk menentukan lebar jendela, dan ditambah satu agar tidak ada titik yang terlewat karena pembulatan.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lower_bound dan upper_bound memotong himpunan aktif menjadi jendela y yang perlu diperiksa saja.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 yang baru diproses dimasukkan ke himpunan aktif untuk dipakai titik-titik berikutnya.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Menyimpan Kuadratnya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 kuadrat memasukkan galat pembulatan dan memperlambat. Selama yang dibandingkan hanya besar-kecilnya, kuadratnya sudah cukup.</a:t>
            </a:r>
            <a:endParaRPr lang="en-US" sz="1300" dirty="0"/>
          </a:p>
        </p:txBody>
      </p:sp>
      <p:pic>
        <p:nvPicPr>
          <p:cNvPr id="4" name="Image 0" descr="/tmp/ppt/imgs/c97_17_68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4195" y="1993392"/>
            <a:ext cx="5273154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Membandingkan kuadratnya bebas galat dan lebih cepat. Batasnya: hasil kali dua koordinat tidak boleh melewati batas long long — sekitar 3 x 10^9 per koordinat.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membandingkan jarak, akar kuadrat tidak pernah diperlukan.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double punya sekitar 15 digit berarti; koordinat besar bisa salah banding.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Kuadrat jarak wajib long long: 10^9 dikuadratkan sudah 10^18.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Baru ambil akar di akhir, kalau soal memang meminta jaraknya sendiri.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Membandingkan jarak, bukan kuadratnya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akar kuadrat memasukkan galat pembulatan yang bisa membuat dua jarak sama terlihat berbeda. Bandingkan kuadratnya dan ambil akar hanya sekali di akhir.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Luber saat menjumlahkan dua kuadrat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Koordinat sampai sepuluh pangkat sembilan membuat tiap kuadrat mencapai empat kali sepuluh pangkat delapan belas. Menjumlahkan dua suku seperti itu melampaui long long.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membuang titik yang terlalu jauh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penunjuk kiri, himpunan aktif menumpuk seluruh titik dan kompleksitasnya kembali kuadratik.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pasangan {x, y} di himpunan aktif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Pencariannya dilakukan pada rentang y, jadi kunci pertamanya wajib y. Menyimpan urutan sebaliknya membuat lower_bound tidak berguna.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Pasangan Titik Terdekat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titik berkoordinat bulat pada bidang. Keluarkan KUADRAT jarak terkecil di antara semua pasangan titik yang berbeda. Boleh ada beberapa titik pada koordinat yang sama, dan pasangan seperti itu berjarak nol.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&lt;= n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mutlak koordinat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 perlu long long</a:t>
            </a:r>
            <a:endParaRPr lang="en-US" sz="1200" dirty="0"/>
          </a:p>
        </p:txBody>
      </p:sp>
      <p:pic>
        <p:nvPicPr>
          <p:cNvPr id="9" name="Image 0" descr="/tmp/ppt/imgs/c97_20_68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1267" y="1280160"/>
            <a:ext cx="210834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30: syarat penghapusan memakai kuadrat, sehingga tidak perlu akar sama sekali di sana.</a:t>
            </a:r>
            <a:endParaRPr lang="en-US" sz="1300" dirty="0"/>
          </a:p>
        </p:txBody>
      </p:sp>
      <p:pic>
        <p:nvPicPr>
          <p:cNvPr id="4" name="Image 0" descr="/tmp/ppt/imgs/c97_21_68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138" y="1755648"/>
            <a:ext cx="2479268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log n). Bila koordinatnya mencapai sepuluh pangkat sembilan, geser dulu seluruh titik agar berpusat di nol untuk menghindari luber.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memakai sweep line sederhana; tiga berikutnya butuh struktur data pada himpunan aktifnya.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993392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Minimum Euclidean Distance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Pasangan titik terdekat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Room Allocation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Sweep line dengan priority queue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Area of Rectangles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Luas gabungan dengan segment 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Intersection Points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perpotongan dengan Fenwick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1000F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Sweep line pada query offline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bahan yang selalu ada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Kejadian yang terurut, himpunan aktif, dan aturan pembaruan. Yang berubah antar soal hanya isi ketiganya, bukan kerangkanya.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dua dimensi menjadi satu dimensi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Garis sapu hanya menyimpan keadaan pada posisinya sendiri, bukan seluruh bidang. Di situlah penghematannya.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Pasangan terdekat memeriksa paling banyak enam titik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Dalam daerah selebar d dan setinggi 2d tidak mungkin ada lebih dari enam titik, karena semuanya berjarak minimal d satu sama lain.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kuadrat jaraknya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Perhitungan tetap bulat dan eksak, tanpa galat pembulatan. Akar hanya diambil sekali, tepat sebelum jawabannya dicetak.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2026-09-05T08:51:37Z</dcterms:created>
  <dcterms:modified xsi:type="dcterms:W3CDTF">2026-09-05T08:51:37Z</dcterms:modified>
</cp:coreProperties>
</file>