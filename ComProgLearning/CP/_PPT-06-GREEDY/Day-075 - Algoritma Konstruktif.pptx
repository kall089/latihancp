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Konstruktif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Membuat jawaban yang sah, bukan mencari yang paling optimal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&amp; Konstruktif · Day 075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075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diminta menyusun tempat duduk supaya tidak ada dua orang yang bermusuhan duduk bersebelahan.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satu susunan "paling benar"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konstruktif: banyak jawaban sah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penting semua syarat terpenuhi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Cukup keluarkan salah satu yang sah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Coba dulu dengan 3-4 orang di kertas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n kecil dengan tangan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Ketemu caranya: pisahkan dua kelompok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Polanya: genap dulu, lalu ganjil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tamunya cuma 3, memang mustahil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ambang n; di bawahnya jawabannya -1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konstruktif tidak minta jawaban terbaik — cukup satu yang sah. Yang dilatih adalah menemukan polanya dari kasus kecil, bukan menghafal algoritma.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konstruktif meminta kamu MEMBUAT sebuah jawaban yang memenuhi syarat. Tidak ada algoritma baku untuk dihafal — yang dilatih adalah cara menemukan polanya.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jawaban benar sekaligus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"keluarkan salah satu susunan yang memenuhi" adalah penandanya. Jawabanmu boleh berbeda dari contoh keluaran asalkan sah.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Kodenya pendek, idenya yang lama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Solusinya sering di bawah dua puluh baris. Waktu habis di kertas mencari polanya, bukan di keyboard.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kecil adalah bagian dari solusinya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Mengerjakan n = 1 sampai 5 dengan tangan bukan membuang waktu. Di situlah pola dan ambang mustahilnya ditemukan.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selalu ada kasus "tidak mungkin"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Membuktikannya butuh invarian — paritas, pencacahan, atau argumen unsur ekstrem — bukan tebakan.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jenis ini mendominasi Codeforces Div 2 posisi B dan C. Mengenalinya lebih awal menghemat banyak waktu.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"salah satu" jawaban, bukan yang terbaik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Batasannya besar tetapi contoh keluarannya terlihat sederhana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kalimat "bila tidak mungkin, keluarkan -1"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keluarannya punya bentuk yang mencurigakan rapi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nilai maksimum atau minimum — itu optimasi, bukan konstruktif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tunggal dan harus tepat — biasanya soal hitungan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Sudah jelas ini soal graf atau DP dari struktur masukannya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menulis satu baris kode, kerjakan n = 1 sampai 5 di kertas. Kalau langkah ini dilewati, sisa waktumu akan habis menebak-nebak.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&amp; kapan DP (Day 71)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Exchange argument (Day 72)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Backtracking (Day 62)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Teori permainan (Day 236)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2-SAT (Day 229)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Basis linear XOR (Day 111)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Konstruktif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Membuat jawaban yang sah, bukan yang optimal.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melatih cara berpikir, bukan alat baru. Karena itu latihannya harus berupa soal — bukan membaca ulang slidenya.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Soal Konstruktif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Resep Menyerangnya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Simulasi: Menemukan Pola dari n Kecil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Pola yang Sering Muncul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Membuktikan Kasus Mustahil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Paling Sering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Jenis Soalnya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jawaban benar, ambil salah satu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Itu Soal Konstruktif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konstruktif meminta SATU jawaban yang sah, bukan yang terbaik. Kode ini menunjukkan bahwa jawaban yang berbeda pun sama benarnya.</a:t>
            </a:r>
            <a:endParaRPr lang="en-US" sz="1300" dirty="0"/>
          </a:p>
        </p:txBody>
      </p:sp>
      <p:pic>
        <p:nvPicPr>
          <p:cNvPr id="4" name="Image 0" descr="/tmp/ppt/imgs/c73_8_4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193" y="1993392"/>
            <a:ext cx="378715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belasan jawaban yang semuanya sah. Juri soal konstruktif memakai pemeriksa khusus, bukan membandingkan dengan satu keluaran tetap — jadi jawabanmu boleh berbeda dari contoh.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diperiksa adalah SYARATNYA, bukan kecocokan dengan contoh keluaran.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fungsi sah() lebih dulu; itu yang mendefinisikan soalnya.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ada banyak jawaban, cari yang polanya paling mudah dibangun.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selalu ada n kecil yang tidak punya jawaban sama sekali.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Resep Menyerangnya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pertama resepnya: kerjakan n kecil dengan tangan. Kode ini melakukannya untukmu — dan di situlah ambang mustahilnya terlihat.</a:t>
            </a:r>
            <a:endParaRPr lang="en-US" sz="1300" dirty="0"/>
          </a:p>
        </p:txBody>
      </p:sp>
      <p:pic>
        <p:nvPicPr>
          <p:cNvPr id="4" name="Image 0" descr="/tmp/ppt/imgs/c73_9_4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9934" y="1993392"/>
            <a:ext cx="486167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n = 2 dan n = 3 tidak punya jawaban, sedangkan n = 4 ke atas selalu punya. Ambang itu tidak bisa ditebak dari pernyataan soal — hanya muncul kalau kasus kecilnya benar-benar dicoba.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1: cetak SEMUA jawaban untuk n kecil.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2: cari n terkecil yang berhasil — itu ambangnya.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3: lihat bentuk jawaban pertamanya, cari polanya.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Program pencacah seperti ini memakan lima menit dan menghemat setengah jam.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Menyusun 1..n agar tidak ada tetangga berselisih satu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Kerjakan n Kecil dengan Tangan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= 3 hanya ada enam permutasi. Tulis semuanya, lalu periksa satu per satu.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77063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6 permutasi untuk n =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770632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|p1 - p2|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325112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|p2 - p3|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879592" y="2167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sah?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45973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1 2 3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70632" y="2459736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70632" y="245973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2459736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25112" y="245973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79592" y="2459736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79592" y="245973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299008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1 3 2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70632" y="2990088"/>
            <a:ext cx="1554480" cy="402336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70632" y="29900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25112" y="2990088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25112" y="29900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79592" y="2990088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79592" y="299008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" y="3520440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2 1 3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70632" y="3520440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70632" y="35204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25112" y="3520440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25112" y="35204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79592" y="3520440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79592" y="352044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67512" y="4050792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2 3 1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70632" y="4050792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70632" y="40507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25112" y="4050792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25112" y="40507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879592" y="4050792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79592" y="405079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67512" y="458114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3 1 2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70632" y="4581144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770632" y="458114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325112" y="4581144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325112" y="458114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879592" y="4581144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879592" y="458114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67512" y="5111496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3 2 1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70632" y="5111496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770632" y="511149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325112" y="5111496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325112" y="511149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879592" y="5111496"/>
            <a:ext cx="155448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879592" y="511149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keenam permutasi punya minimal satu tetangga berselisih 1  -&gt;  n = 3 MUSTAHIL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Menuliskan seluruh kemungkinan terasa lambat, tetapi ini yang memberi tahu bahwa ada kasus mustahil — dan di mana ambangnya.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n = 4 Ternyata Bisa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n = 4 mulai muncul jawaban. Perhatikan bentuknya: genap dulu, baru ganjil.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23444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46704" y="2395728"/>
            <a:ext cx="123444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46704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46704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54296" y="239572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54296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61888" y="2395728"/>
            <a:ext cx="1234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61888" y="23957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61888" y="303580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|2-4| = 2      |4-1| = 3      |1-3| = 2      seluruhnya &gt;= 2, jadi SAH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momen kuncinya: n = 4 adalah n terkecil yang berhasil, dan bentuk jawabannya langsung memberi petunjuk polanya.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Polanya Berlaku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Genap menaik, lalu ganjil menaik. Diuji untuk n = 8, dan pola yang sama berlaku sampai n berapa pun.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9544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09544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79976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79976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79976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550408" y="2395728"/>
            <a:ext cx="109728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50408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550408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20840" y="2395728"/>
            <a:ext cx="109728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20840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20840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91272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91272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91272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61704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061704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061704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7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232136" y="2395728"/>
            <a:ext cx="10972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32136" y="239572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32136" y="3017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 8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 dalam blok selisihnya selalu 2      di sambungan 8 dan 1 selisihnya 7      semua &gt;= 2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sambungan antara kedua blok yang perlu diperiksa khusus. Untuk n &gt;= 4, selisih di sambungan itu selalu minimal 2 — dan itulah buktinya.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&amp; Bukti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perlu dihafal dan yang perlu dibuktikan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Pola yang Sering Muncul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pola konstruktif yang paling sering dipakai, semuanya dijalankan pada n = 8 supaya bentuknya terlihat berdampingan.</a:t>
            </a:r>
            <a:endParaRPr lang="en-US" sz="1300" dirty="0"/>
          </a:p>
        </p:txBody>
      </p:sp>
      <p:pic>
        <p:nvPicPr>
          <p:cNvPr id="4" name="Image 0" descr="/tmp/ppt/imgs/c73_15_5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9828" y="1993392"/>
            <a:ext cx="356188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Keempat pola ini menutupi sebagian besar soal konstruktif tingkat Div 2. Dua sisanya — induksi dari n-1, dan penanganan kasus kecil terpisah — bukan bentuk tetap, melainkan cara berpikir.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Ganjil-genap memisahkan bilangan yang nilainya berdekatan.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 dua ujung membuat jumlah tiap pasangan hampir sama.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Selang-seling memaksa barisannya naik-turun bergantian.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n kecil hampir selalu perlu ditulis manual, apa pun polanya.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Membuktikan Kasus Mustahil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mustahil dibuktikan lewat invarian — besaran yang tidak pernah berubah. Kode ini menunjukkan paritas sebagai invarian.</a:t>
            </a:r>
            <a:endParaRPr lang="en-US" sz="1300" dirty="0"/>
          </a:p>
        </p:txBody>
      </p:sp>
      <p:pic>
        <p:nvPicPr>
          <p:cNvPr id="4" name="Image 0" descr="/tmp/ppt/imgs/c73_16_5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18" y="1993392"/>
            <a:ext cx="519070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pemeriksaan paritas meramalkan jawabannya dengan tepat untuk seluruh n. Itulah gunanya invarian: menggantikan pencarian 2^n dengan satu baris, sekaligus MENJELASKAN kenapa mustahil.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Invarian = besaran yang tidak berubah apa pun langkah yang diambil.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Paritas adalah invarian yang paling sering muncul di soal konstruktif.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Invarian lain: jumlah total, banyaknya unsur ganjil, warna papan catur.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ramalanmu melawan pencacahan langsung untuk n kecil — selalu.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Paling Sering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terbesar: menebak pola tanpa mengujinya. Kode ini menguji sebuah tebakan pola melawan pemeriksa untuk seluruh n sampai 200.</a:t>
            </a:r>
            <a:endParaRPr lang="en-US" sz="1300" dirty="0"/>
          </a:p>
        </p:txBody>
      </p:sp>
      <p:pic>
        <p:nvPicPr>
          <p:cNvPr id="4" name="Image 0" descr="/tmp/ppt/imgs/c73_17_5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0401" y="1993392"/>
            <a:ext cx="4120742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Polanya lolos untuk seluruh n dari 4 sampai 200. Tetapi perhatikan tiga baris terakhir: untuk n = 2 dan n = 3 pola yang sama justru gagal — dan itulah kasus kecil yang wajib ditangani terpisah.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polamu untuk SELURUH n dalam jangkauan, bukan satu-dua contoh.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kecil hampir selalu perlu diperiksa terpisah.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mencari yang optimal kalau soal hanya minta yang sah.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Menulis pemeriksa sah() lebih dulu membuat pengujiannya otomatis.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Permutasi Tanpa Tetangga Berselisih Satu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setiap kasus uji, susun bilangan 1 sampai n menjadi sebuah barisan sehingga tidak ada dua bilangan bertetangga yang selisihnya tepat satu. Keluarkan salah satu susunan yang sah, atau -1 bila tidak mungkin.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t &lt;= 100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100000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seluruh n &lt;= 200000</a:t>
            </a:r>
            <a:endParaRPr lang="en-US" sz="1200" dirty="0"/>
          </a:p>
        </p:txBody>
      </p:sp>
      <p:pic>
        <p:nvPicPr>
          <p:cNvPr id="9" name="Image 0" descr="/tmp/ppt/imgs/c73_19_5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4547" y="1280160"/>
            <a:ext cx="196178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13 dan 14: kasus kecil ditangani terpisah, dan itu bagian wajib pada soal konstruktif.</a:t>
            </a:r>
            <a:endParaRPr lang="en-US" sz="1300" dirty="0"/>
          </a:p>
        </p:txBody>
      </p:sp>
      <p:pic>
        <p:nvPicPr>
          <p:cNvPr id="4" name="Image 0" descr="/tmp/ppt/imgs/c73_20_5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3771" y="1755648"/>
            <a:ext cx="3814002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solusinya hanya delapan baris. Yang memakan waktu adalah menemukan polanya, bukan mengetiknya.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415284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287268"/>
            <a:ext cx="3182112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tiap blok, selisih tetangga selalu tepat 2.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038219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3910203"/>
            <a:ext cx="3182112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sambungan antara kedua blok yang perlu diperiksa.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661154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533138"/>
            <a:ext cx="3182112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&gt;= 4, selisih di sambungan selalu minimal 2.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284089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156073"/>
            <a:ext cx="3182112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O(n) per kasus uji.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kelima soal ini, kerjakan n kecil dengan tangan lebih dulu sebelum menulis kode.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1352G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Persis soal ini, versi aslinya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1092C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Induksi dari kasus lebih kecil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1348B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Pola berulang sederhana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1594B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Konstruksi dari representasi biner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1361B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Paritas sebagai invarian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diminta jawaban yang SAH, bukan yang terbaik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jawaban benar sekaligus. Berhenti memikirkan optimalitas — itu bukan yang dinilai.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kerjakan n kecil dengan tangan lebih dulu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= 1 sampai 5, tulis semua kemungkinan bila perlu. Di situlah pola dan ambang mustahilnya ditemukan.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polamu dengan brute force sebelum submit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Pembanding untuk n sampai 8 memakan lima menit dan menghemat submission yang salah.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mustahil butuh invarian, bukan tebakan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Paritas, pencacahan, atau argumen unsur ekstrem. Tanpa itu kamu tidak yakin ambangnya benar.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2026-09-05T08:51:34Z</dcterms:created>
  <dcterms:modified xsi:type="dcterms:W3CDTF">2026-09-05T08:51:34Z</dcterms:modified>
</cp:coreProperties>
</file>