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Stack Applications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Bracket · NGE · Histogram · Rain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5 pola O(n) yang elegan dengan 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20640"/>
            <a:ext cx="118872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166360"/>
            <a:ext cx="1188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[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5120640"/>
            <a:ext cx="118872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166360"/>
            <a:ext cx="1188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{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5120640"/>
            <a:ext cx="118872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5166360"/>
            <a:ext cx="1188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(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5120640"/>
            <a:ext cx="1188720" cy="45720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5166360"/>
            <a:ext cx="1188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36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Balanced
Brackets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Match (), [], {}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Stack push/pop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Cek empty di akhir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Simple 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NGE &amp; PSE
Monotonic 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Next Greater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Prev Smaller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Mengapa O(n)?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Index vs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Histogram
Rectangle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Largest rect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Width = i-top-1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Stock span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Sentinel trick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Trapping
Rain Water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Stack approach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Two pointers alt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Visualisasi kontainer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Tips &amp; pitfall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Balanced Brackets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Validasi nesting () [] {} dengan stack —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Stack — LIFO Recap &amp; Visualisasi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Last-In-First-Out: yang masuk terakhir, keluar pertama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212080" cy="43891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2120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4937760" cy="402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FF7BC7"/>
                </a:solidFill>
                <a:latin typeface="Menlo"/>
              </a:rPr>
              <a:t>#include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39D0D8"/>
                </a:solidFill>
                <a:latin typeface="Menlo"/>
              </a:rPr>
              <a:t>stack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stack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O(1) — tambah ke atas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</a:t>
            </a:r>
            <a:r>
              <a:rPr sz="1100">
                <a:solidFill>
                  <a:srgbClr val="6E7681"/>
                </a:solidFill>
                <a:latin typeface="Menlo"/>
              </a:rPr>
              <a:t>// O(1) — hapus paling atas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</a:t>
            </a:r>
            <a:r>
              <a:rPr sz="1100">
                <a:solidFill>
                  <a:srgbClr val="6E7681"/>
                </a:solidFill>
                <a:latin typeface="Menlo"/>
              </a:rPr>
              <a:t>// O(1) — peek paling atas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bool kosong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</a:t>
            </a:r>
            <a:r>
              <a:rPr sz="1100">
                <a:solidFill>
                  <a:srgbClr val="6E7681"/>
                </a:solidFill>
                <a:latin typeface="Menlo"/>
              </a:rPr>
              <a:t>// jumlah elemen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Pakai vector sebagai stack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532120"/>
            <a:ext cx="5212080" cy="10058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53212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56869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Kapan pakai Stack?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2589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Matching pasangan (bracket)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1850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Track 'previous' di array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61111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DFS, expression 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90372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Reverse, undo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005840"/>
            <a:ext cx="5852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🎬 Visualisasi push/pop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1691639"/>
            <a:ext cx="914400" cy="169164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154680"/>
            <a:ext cx="777240" cy="36576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20040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3328" y="3383280"/>
            <a:ext cx="9144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47472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1691639"/>
            <a:ext cx="914400" cy="169164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3154680"/>
            <a:ext cx="777240" cy="36576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320040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743200"/>
            <a:ext cx="777240" cy="36576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78892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16368" y="3383280"/>
            <a:ext cx="9144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47472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9408" y="1691639"/>
            <a:ext cx="914400" cy="169164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52560" y="3154680"/>
            <a:ext cx="777240" cy="36576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20040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743200"/>
            <a:ext cx="777240" cy="36576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78892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2331720"/>
            <a:ext cx="777240" cy="36576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37744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79408" y="3383280"/>
            <a:ext cx="9144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347472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42448" y="1691639"/>
            <a:ext cx="914400" cy="169164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15600" y="3154680"/>
            <a:ext cx="777240" cy="36576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0" y="320040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0" y="2743200"/>
            <a:ext cx="777240" cy="36576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78892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42448" y="3383280"/>
            <a:ext cx="9144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0" y="347472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pop → 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086600" y="2468880"/>
            <a:ext cx="411479" cy="0"/>
          </a:xfrm>
          <a:prstGeom prst="line">
            <a:avLst/>
          </a:prstGeom>
          <a:ln w="1905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549640" y="2468880"/>
            <a:ext cx="411480" cy="0"/>
          </a:xfrm>
          <a:prstGeom prst="line">
            <a:avLst/>
          </a:prstGeom>
          <a:ln w="1905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12680" y="2468880"/>
            <a:ext cx="411480" cy="0"/>
          </a:xfrm>
          <a:prstGeom prst="line">
            <a:avLst/>
          </a:prstGeom>
          <a:ln w="1905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943600" y="4251960"/>
            <a:ext cx="585216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425196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4343400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4361688"/>
            <a:ext cx="50749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Operasi stack semua O(1) — sangat cepat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0" y="4937760"/>
            <a:ext cx="5852160" cy="1554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43600" y="4937760"/>
            <a:ext cx="585216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5029200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⚠ Hati-hati di empty stack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26480" y="5349240"/>
            <a:ext cx="5486400" cy="10972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26480" y="53492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36208" y="5394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00800" y="5394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65392" y="5394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5623559"/>
            <a:ext cx="52120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SALAH — st.top() pada empty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if (st.empty()) return false;  // ✓ cek dulu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int t = st.top(); st.pop();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Balanced Brackets — Algoritma &amp; Visualisasi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Stack memetakan struktur nested secara natural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4572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bool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isBalanced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stack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char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char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'('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'['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'{'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OPEN → push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else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CLOSE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false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char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')'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'('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']'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'['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'}'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'{'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false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semua tertutup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🎬 Trace s = '({[]})'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554480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1618488"/>
            <a:ext cx="457200" cy="36576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733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673352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push (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618488"/>
            <a:ext cx="2834640" cy="365760"/>
          </a:xfrm>
          <a:prstGeom prst="roundRect">
            <a:avLst/>
          </a:prstGeom>
          <a:solidFill>
            <a:srgbClr val="050910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673352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[(]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121408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0" y="2185415"/>
            <a:ext cx="457200" cy="36576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240279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240279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push {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2185415"/>
            <a:ext cx="2834640" cy="365760"/>
          </a:xfrm>
          <a:prstGeom prst="roundRect">
            <a:avLst/>
          </a:prstGeom>
          <a:solidFill>
            <a:srgbClr val="050910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240279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[(,{]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688336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2752344"/>
            <a:ext cx="457200" cy="36576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80720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[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807208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push [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2752344"/>
            <a:ext cx="2834640" cy="365760"/>
          </a:xfrm>
          <a:prstGeom prst="roundRect">
            <a:avLst/>
          </a:prstGeom>
          <a:solidFill>
            <a:srgbClr val="050910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807208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[(,{,[]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255263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75120" y="3319271"/>
            <a:ext cx="457200" cy="36576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374135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374135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match [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3319271"/>
            <a:ext cx="2834640" cy="365760"/>
          </a:xfrm>
          <a:prstGeom prst="roundRect">
            <a:avLst/>
          </a:prstGeom>
          <a:solidFill>
            <a:srgbClr val="050910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3374135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[(,{]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822191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75120" y="3886200"/>
            <a:ext cx="457200" cy="36576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941063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941063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match {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886200"/>
            <a:ext cx="2834640" cy="365760"/>
          </a:xfrm>
          <a:prstGeom prst="roundRect">
            <a:avLst/>
          </a:prstGeom>
          <a:solidFill>
            <a:srgbClr val="050910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0" y="3941063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[(]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389120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675120" y="4453128"/>
            <a:ext cx="457200" cy="36576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50799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507992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match (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4453128"/>
            <a:ext cx="2834640" cy="365760"/>
          </a:xfrm>
          <a:prstGeom prst="roundRect">
            <a:avLst/>
          </a:prstGeom>
          <a:solidFill>
            <a:srgbClr val="050910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0" y="4507992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[ 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4956048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75120" y="5020056"/>
            <a:ext cx="457200" cy="36576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507492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EOF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074920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empty? 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5020056"/>
            <a:ext cx="2834640" cy="365760"/>
          </a:xfrm>
          <a:prstGeom prst="roundRect">
            <a:avLst/>
          </a:prstGeom>
          <a:solidFill>
            <a:srgbClr val="050910"/>
          </a:solidFill>
          <a:ln w="63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9680" y="507492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C857"/>
                </a:solidFill>
                <a:latin typeface="Menlo"/>
              </a:rPr>
              <a:t>[ ]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852160"/>
            <a:ext cx="594360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85216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943600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5961888"/>
            <a:ext cx="5166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BALANCED ✓ — semua bracket cocok dan stack kosong di akhir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Next Greater Element &amp; Monotonic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Mengapa O(n)? Setiap elemen push/pop maksimal 1 kali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Monotonic Stack — Konsep Inti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Stack yang nilainya selalu monoton (naik atau turun)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48640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Monotonic Decreasing (untuk 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Top = nilai terkecil saat 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Pop semua yang ≤ nilai baru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Setelah pop, push nilai baru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→ stack tetap monoton turun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29000"/>
            <a:ext cx="548640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46557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Monotonic Increasing (untuk NSE)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2277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Top = nilai terbesar saat 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153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Pop semua yang ≥ nilai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079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Setelah pop, push nilai baru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8006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→ stack tetap monoton naik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52160"/>
            <a:ext cx="5486400" cy="7772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5216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88873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Mengapa O(n)?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4593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Setiap elemen masuk stack 1×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63854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Setiap elemen keluar stack 1×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93115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Total: 2n operasi → O(n)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🎯 Monotonic Decreasing — A = [4, 5, 2, 25]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554480"/>
            <a:ext cx="2743200" cy="20116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6002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i=0: push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3108960"/>
            <a:ext cx="914400" cy="310896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145536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3419856"/>
            <a:ext cx="10058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0" y="1554480"/>
            <a:ext cx="2743200" cy="20116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6002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i=1: pop 4, push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3108960"/>
            <a:ext cx="914400" cy="310896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3145536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3419856"/>
            <a:ext cx="10058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6480" y="3886200"/>
            <a:ext cx="2743200" cy="20116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9319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i=2: push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5440680"/>
            <a:ext cx="914400" cy="310896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5477256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5093208"/>
            <a:ext cx="914400" cy="310896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51297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60" y="5751576"/>
            <a:ext cx="10058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44000" y="3886200"/>
            <a:ext cx="2743200" cy="20116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9319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i=3: pop 2,5, push 25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5440680"/>
            <a:ext cx="914400" cy="310896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0" y="5477256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5751576"/>
            <a:ext cx="10058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NGE — Next Greater Element 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43891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402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nge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stack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simpan INDEX (mono dec)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6E7681"/>
                </a:solidFill>
                <a:latin typeface="Menlo"/>
              </a:rPr>
              <a:t>// Saat ada nilai di stack &lt; A[i],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6E7681"/>
                </a:solidFill>
                <a:latin typeface="Menlo"/>
              </a:rPr>
              <a:t>// berarti A[i] adalah NGE-nya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🎯 A = [4, 5, 2, 25, 21]   ans?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07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53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55448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307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1653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307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653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55448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1307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653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55448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307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1653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194560"/>
            <a:ext cx="420624" cy="3264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240279"/>
            <a:ext cx="27432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194560"/>
            <a:ext cx="603503" cy="3264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240279"/>
            <a:ext cx="457199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A[i]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2194560"/>
            <a:ext cx="969264" cy="3264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240279"/>
            <a:ext cx="82296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stack(in)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19" y="2194560"/>
            <a:ext cx="2157984" cy="3264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59" y="2240279"/>
            <a:ext cx="2011679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aksi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480" y="2194560"/>
            <a:ext cx="1152144" cy="32644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19" y="2240279"/>
            <a:ext cx="100584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stack(out)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566720"/>
            <a:ext cx="544982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639872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639872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2639872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59" y="2639872"/>
            <a:ext cx="201167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push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19" y="2639872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[0]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950768"/>
            <a:ext cx="544982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023920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023920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19" y="3023920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[0]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59" y="3023920"/>
            <a:ext cx="201167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5&gt;4: ans[0]=5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19" y="3023920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[1]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334816"/>
            <a:ext cx="544982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407968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3407968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19" y="3407968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[1]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59" y="3407968"/>
            <a:ext cx="201167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2&lt;5: push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19" y="3407968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[1,2]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718864"/>
            <a:ext cx="544982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3792016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3792016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19" y="3792016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[1,2]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59" y="3792016"/>
            <a:ext cx="201167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ans[2]=25,ans[1]=25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19" y="3792016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[3]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4102912"/>
            <a:ext cx="544982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4176064"/>
            <a:ext cx="2743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4176064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19" y="4176064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[3]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59" y="4176064"/>
            <a:ext cx="201167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21&lt;25: push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19" y="4176064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[3,4]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57200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  <a:latin typeface="Menlo"/>
              </a:rPr>
              <a:t>Result: ans = [5, 25, 25, -1, -1]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4983480"/>
            <a:ext cx="777240" cy="54864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4736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19088" y="5082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23760" y="4983480"/>
            <a:ext cx="777240" cy="54864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23760" y="4736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42048" y="5082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46720" y="4983480"/>
            <a:ext cx="777240" cy="54864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0" y="4736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65008" y="5082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69680" y="4983480"/>
            <a:ext cx="777240" cy="54864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69680" y="4736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87967" y="5082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-1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92640" y="4983480"/>
            <a:ext cx="777240" cy="54864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92640" y="4736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10928" y="508223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-1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5532120"/>
            <a:ext cx="585216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57200" y="553212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5623559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3000" y="5641848"/>
            <a:ext cx="50749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Setiap elemen push 1× &amp; pop 1× → total O(n)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4 Pola Monotonic Stack — Tabel Lengkap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243584" cy="42748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Pola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097280"/>
            <a:ext cx="2340864" cy="42748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143000"/>
            <a:ext cx="219456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Makna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097280"/>
            <a:ext cx="1335024" cy="42748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143000"/>
            <a:ext cx="118872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Arah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097280"/>
            <a:ext cx="3621024" cy="42748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143000"/>
            <a:ext cx="347472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Pop Kondisi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097280"/>
            <a:ext cx="2523744" cy="427482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143000"/>
            <a:ext cx="2377439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Stack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70482"/>
            <a:ext cx="1121054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43634"/>
            <a:ext cx="10972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643634"/>
            <a:ext cx="21945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Next Greater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643634"/>
            <a:ext cx="11887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→ kanan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643634"/>
            <a:ext cx="34747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while A[top] &lt; cur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43634"/>
            <a:ext cx="237743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monoton turun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073402"/>
            <a:ext cx="1121054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46554"/>
            <a:ext cx="10972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146554"/>
            <a:ext cx="21945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Next Smaller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146554"/>
            <a:ext cx="11887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→ kanan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146554"/>
            <a:ext cx="34747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while A[top] &gt; cur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46554"/>
            <a:ext cx="237743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monoton naik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576322"/>
            <a:ext cx="1121054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649474"/>
            <a:ext cx="10972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649474"/>
            <a:ext cx="21945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Prev Greater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649474"/>
            <a:ext cx="11887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← kiri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649474"/>
            <a:ext cx="34747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while A[top] ≤ cur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649474"/>
            <a:ext cx="237743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monoton turun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79242"/>
            <a:ext cx="1121054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52394"/>
            <a:ext cx="10972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A0FF"/>
                </a:solidFill>
              </a:rPr>
              <a:t>PSE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3152394"/>
            <a:ext cx="21945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Prev Smaller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152394"/>
            <a:ext cx="11887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← kiri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152394"/>
            <a:ext cx="34747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while A[top] ≥ cur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152394"/>
            <a:ext cx="237743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monoton naik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4048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🎯 Contoh PSE (Previous Smaller) — A = [2, 5, 3, 7, 8]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29768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Input: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429768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988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11680" y="429768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8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2996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51760" y="429768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004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1840" y="429768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012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31920" y="429768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5020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429768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PSE: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0" y="4297680"/>
            <a:ext cx="59436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188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-1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4297680"/>
            <a:ext cx="59436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23760" y="4297680"/>
            <a:ext cx="59436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2376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4204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63840" y="4297680"/>
            <a:ext cx="59436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82127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03920" y="4297680"/>
            <a:ext cx="59436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4050791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22208" y="43799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0749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Penjelasan: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544068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A[0]=2: tidak ada elemen di kiri → -1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544068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A[1]=5: prev smaller = 2 (index 0)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733288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A[2]=3: prev smaller = 2 (index 0)  ← bukan 5!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26480" y="5733288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A[3]=7: prev smaller = 3 (index 2)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6025896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A[4]=8: prev smaller = 7 (index 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Largest Rectangle in Histogram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Pola monotonic stack + sentinel — O(n) elegan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Histogram — Visualisasi Largest Rectangle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Tujuan: cari rectangle terbesar di antara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📊 h = [2, 1, 5, 6, 2, 3]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1051560" cy="822960"/>
          </a:xfrm>
          <a:prstGeom prst="rect">
            <a:avLst/>
          </a:prstGeom>
          <a:solidFill>
            <a:srgbClr val="1F293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51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i=0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3703320"/>
            <a:ext cx="1051560" cy="411480"/>
          </a:xfrm>
          <a:prstGeom prst="rect">
            <a:avLst/>
          </a:prstGeom>
          <a:solidFill>
            <a:srgbClr val="1F293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3749039"/>
            <a:ext cx="1051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187952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i=1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57400"/>
            <a:ext cx="1051560" cy="2057400"/>
          </a:xfrm>
          <a:prstGeom prst="rect">
            <a:avLst/>
          </a:prstGeom>
          <a:solidFill>
            <a:srgbClr val="FFC85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103120"/>
            <a:ext cx="1051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87952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i=2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645919"/>
            <a:ext cx="1051560" cy="2468880"/>
          </a:xfrm>
          <a:prstGeom prst="rect">
            <a:avLst/>
          </a:prstGeom>
          <a:solidFill>
            <a:srgbClr val="FFC85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691639"/>
            <a:ext cx="1051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187952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i=3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291840"/>
            <a:ext cx="1051560" cy="822960"/>
          </a:xfrm>
          <a:prstGeom prst="rect">
            <a:avLst/>
          </a:prstGeom>
          <a:solidFill>
            <a:srgbClr val="1F293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337560"/>
            <a:ext cx="1051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187952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i=4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2880360"/>
            <a:ext cx="1051560" cy="1234440"/>
          </a:xfrm>
          <a:prstGeom prst="rect">
            <a:avLst/>
          </a:prstGeom>
          <a:solidFill>
            <a:srgbClr val="1F293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79"/>
            <a:ext cx="1051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187952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i=5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63824" y="2020824"/>
            <a:ext cx="2267712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3824" y="4078224"/>
            <a:ext cx="2267712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63824" y="2020824"/>
            <a:ext cx="36576" cy="21305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2020824"/>
            <a:ext cx="36576" cy="21305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114800"/>
            <a:ext cx="10972800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4572000"/>
            <a:ext cx="11338560" cy="9144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1133856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0916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3FD97F"/>
                </a:solidFill>
              </a:rPr>
              <a:t>🎯 Largest Rectangle = H × W = 5 × 2 =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11338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Bar tinggi 5 (i=2) dan tinggi 6 (i=3) dapat membentuk rectangle 5×2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69280"/>
            <a:ext cx="3657600" cy="10058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669280"/>
            <a:ext cx="365760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833872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Naive O(n²)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72200"/>
            <a:ext cx="3474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6B8A"/>
                </a:solidFill>
              </a:rPr>
              <a:t>TLE n&gt;10⁴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5669280"/>
            <a:ext cx="3657600" cy="10058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5669280"/>
            <a:ext cx="36576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833872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Stack O(n)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6172200"/>
            <a:ext cx="3474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Aman 10⁶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5669280"/>
            <a:ext cx="3657600" cy="10058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5669280"/>
            <a:ext cx="36576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5833872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Memori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172200"/>
            <a:ext cx="3474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O(n)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Histogram — Algoritma &amp; Width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42976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largestRect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stack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cur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?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SENTINEL!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cur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W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?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max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*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W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🔑 Width Formula Visualization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072384"/>
            <a:ext cx="502920" cy="585216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118103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3075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0">
                <a:solidFill>
                  <a:srgbClr val="6E7681"/>
                </a:solidFill>
              </a:rPr>
              <a:t>i=0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194560"/>
            <a:ext cx="502920" cy="146304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240279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73075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0">
                <a:solidFill>
                  <a:srgbClr val="6E7681"/>
                </a:solidFill>
              </a:rPr>
              <a:t>i=1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194560"/>
            <a:ext cx="502920" cy="146304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240279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73075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0">
                <a:solidFill>
                  <a:srgbClr val="6E7681"/>
                </a:solidFill>
              </a:rPr>
              <a:t>i=2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194560"/>
            <a:ext cx="502920" cy="146304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79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3075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0">
                <a:solidFill>
                  <a:srgbClr val="6E7681"/>
                </a:solidFill>
              </a:rPr>
              <a:t>i=3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3072384"/>
            <a:ext cx="502920" cy="585216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118103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73075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0">
                <a:solidFill>
                  <a:srgbClr val="6E7681"/>
                </a:solidFill>
              </a:rPr>
              <a:t>i=4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657600"/>
            <a:ext cx="2743200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223759" y="4160520"/>
            <a:ext cx="1600200" cy="0"/>
          </a:xfrm>
          <a:prstGeom prst="line">
            <a:avLst/>
          </a:prstGeom>
          <a:ln w="2540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223759" y="4160520"/>
            <a:ext cx="1600200" cy="0"/>
          </a:xfrm>
          <a:prstGeom prst="line">
            <a:avLst/>
          </a:prstGeom>
          <a:ln w="2540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55279" y="42976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W =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114800"/>
            <a:ext cx="5212080" cy="13716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4114800"/>
            <a:ext cx="52120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20624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📐 Rumus W (saat pop top)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52628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Menlo"/>
              </a:rPr>
              <a:t>• Stack kosong → W = 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818888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  <a:latin typeface="Menlo"/>
              </a:rPr>
              <a:t>• Stack ada → W = i - top - 1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Menlo"/>
              </a:rPr>
              <a:t>• 'i' = posisi sekarang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5577840"/>
            <a:ext cx="5212080" cy="9144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5577840"/>
            <a:ext cx="521208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66928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💡 Sentinel Trick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943600"/>
            <a:ext cx="50292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Loop sampai i ≤ n. Saat i=n, anggap h=0
→ flush semua sisa stack di akhir.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669280"/>
            <a:ext cx="594360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669280"/>
            <a:ext cx="91440" cy="6400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6B8A"/>
                </a:solidFill>
              </a:rPr>
              <a:t>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5779008"/>
            <a:ext cx="516636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Width = i - st.top() - 1 (BUKAN i - st.top())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Trapping Rain Water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Dua pendekatan: stack (O(n)/O(n)) atau two pointers (O(n)/O(1))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Trapping Rain Water — Visualisasi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Hitung total air yang terjebak di antara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777240" cy="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1453895" y="3474720"/>
            <a:ext cx="777240" cy="54864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3895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895" y="352044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023360"/>
            <a:ext cx="777240" cy="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67712" y="3474720"/>
            <a:ext cx="777240" cy="5486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81528" y="2926080"/>
            <a:ext cx="777240" cy="109728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97180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5344" y="3474720"/>
            <a:ext cx="777240" cy="54864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95344" y="2926080"/>
            <a:ext cx="777240" cy="5486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5344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352044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4023360"/>
            <a:ext cx="777240" cy="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926080"/>
            <a:ext cx="777240" cy="109728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22976" y="3474720"/>
            <a:ext cx="777240" cy="54864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2976" y="2926080"/>
            <a:ext cx="777240" cy="5486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2976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2976" y="352044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6792" y="2377440"/>
            <a:ext cx="777240" cy="1645919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42316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0608" y="2926080"/>
            <a:ext cx="777240" cy="109728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608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297180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64423" y="3474720"/>
            <a:ext cx="777240" cy="54864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64423" y="2926080"/>
            <a:ext cx="777240" cy="5486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64423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64423" y="352044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2926080"/>
            <a:ext cx="777240" cy="109728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297180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92056" y="3474720"/>
            <a:ext cx="777240" cy="548640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92056" y="4096512"/>
            <a:ext cx="777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352044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023360"/>
            <a:ext cx="9765792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7200" y="4572000"/>
            <a:ext cx="11338560" cy="777240"/>
          </a:xfrm>
          <a:prstGeom prst="roundRect">
            <a:avLst/>
          </a:prstGeom>
          <a:solidFill>
            <a:srgbClr val="171F2E"/>
          </a:solidFill>
          <a:ln w="1905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572000"/>
            <a:ext cx="11338560" cy="54864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709160"/>
            <a:ext cx="11338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39D0D8"/>
                </a:solidFill>
              </a:rPr>
              <a:t>💧 Total air terjebak = 6 unit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074920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8B949E"/>
                </a:solidFill>
                <a:latin typeface="Menlo"/>
              </a:rPr>
              <a:t>Air[i] = min(L_max[i], R_max[i]) - h[i]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532120"/>
            <a:ext cx="54864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532120"/>
            <a:ext cx="54864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623560"/>
            <a:ext cx="5029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Stack Approach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897880"/>
            <a:ext cx="5029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• Time: O(n)
• Space: O(n) untuk stack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5532120"/>
            <a:ext cx="553212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63640" y="5532120"/>
            <a:ext cx="553212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5623560"/>
            <a:ext cx="5029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Two Pointers Approach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5897880"/>
            <a:ext cx="5029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• Time: O(n)
• Space: O(1) — pakai ini!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Rain Water — 2 Algoritma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STACK APPROACH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trap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stack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bot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break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W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bot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W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05840"/>
            <a:ext cx="54864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052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397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280160"/>
            <a:ext cx="52120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TWO POINTERS — RECOMMENDED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trap2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lmax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rmax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lmax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max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lmax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lmax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else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rmax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max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rmax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rmax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172200"/>
            <a:ext cx="11338560" cy="4572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338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</a:rPr>
              <a:t>🎯 Two pointers menang di space O(1) — selalu pakai jika bisa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Stack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st.top() pada empty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SIGSEGV / undefined!
Selalu cek if (!st.empty()) dulu.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Histogram width 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 = i - st.top() - 1.
Bukan i - st.top()!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NGE: push setelah while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Push index SETELAH popping.
Di luar while loop, bukan dalam.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Balanced lupa cek di akhir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Tidak hanya saat traversal.
Return st.empty() di akhir.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Tipe data overflow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Histogram H*W bisa overflow int.
Pakai long long di kalikan.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Lupa sentinel di histogram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Loop hanya sampai i&lt;n → sisa
elemen di stack tidak diproses!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Stack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BALANCED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stack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open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false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match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false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NGE (Next Greater)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stack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nge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nge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HISTOGRAM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stack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sentinel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cur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?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cur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?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max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RAIN WATER (2 PTR)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lmax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rmax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lmax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max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lmax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lmax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/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mirror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untuk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/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Stack Applications — pola O(n) yang elegan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Brackets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LIFO matching. Stack untuk track open. Cek empty di akhir.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Monotonic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NGE/PSE O(n) karena setiap elemen push/pop max 1×. Simpan index.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Histogram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 = i - top - 1. Sentinel (h=0) di akhir untuk flush sisa stack.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Rain Water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Stack atau 2 pointer. 2 pointer lebih hemat memori O(1).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top() pada empty → UB. Histogram width formula. Overflow di H*W.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36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