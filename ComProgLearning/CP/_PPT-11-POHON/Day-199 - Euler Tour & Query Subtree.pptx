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Subtree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Meratakan pohon menjadi array, agar seluruh gudang struktur data bisa dipakai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· Day 199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meratakan pohon menjadi array.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Berkeliling museum mengikuti satu jalur yang melewati semua ruangan, mencatat waktu masuk dan waktu keluar tiap ruangan.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mencatat tin[v] (waktu masuk) dan tout[v] (waktu keluar) untuk setiap simpul.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ruangan yang berada di dalam sebuah sayap museum pasti dimasuki DAN dikeluari di antara waktu masuk-keluar sayap itu.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v tepat menempati rentang berurutan [tin[v], tout[v]] pada array hasil penelusuran.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itu, "berapa total pengunjung di sayap timur" berubah menjadi "berapa total pada rentang catatan nomor 12 sampai 27".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subtree berubah menjadi query RENTANG pada array — sehingga Fenwick atau segment tree langsung bisa dipakai.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hanya berlaku untuk pertanyaan tentang seluruh sayap, bukan tentang jalur antara dua ruangan.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memecahkan query SUBTREE. Untuk query JALUR, kamu butuh HLD atau LCA.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Meratakan pohon menjadi array adalah trik yang membuka seluruh gudang struktur data untuk soal pohon.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meratakan pohon menjadi array, sehingga subtree berubah menjadi rentang berurutan dan seluruh alat query rentang bisa dipakai.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Catat waktu masuk dan waktu keluar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DFS mencatat tin[v] dan tout[v] untuk setiap simpul. Keduanya cukup untuk seluruh teknik ini.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menempati rentang berurutan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simpul di subtree v punya tin yang berada di antara tin[v] dan tout[v]. Sifat inilah seluruh isi materi ini.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subtree menjadi query rentang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rata, pasang Fenwick tree atau segment tree di atas arraynya. Query dan update subtree keduanya O(log n).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Pemeriksaan leluhur menjadi O(1)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 adalah leluhur v bila rentang v seluruhnya termuat di dalam rentang u. Lebih cepat daripada memanggil LCA.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menyelesaikan query SUBTREE. Untuk query JALUR, kamu butuh alat lain.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query dan update pada seluruh subtree sebuah simpul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memeriksa hubungan leluhur berkali-kali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menghitung ukuran subtree setiap simpul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dasar LCA O(1) lewat sparse table pada array kedalaman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adalah jalur antara dua simpul — pakai HLD atau LCA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Pohonnya berubah bentuk selama proses; tin dan tout bersifat statis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update sama sekali — DP pada pohon lebih sederhana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Waspadai pergeseran indeks: tin berbasis nol sedangkan Fenwick tree berbasis satu. Kesalahan indeks di sini adalah bug tersering.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(Day 170)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pohon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O(1) (Day 202)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Heavy-Light Decomposition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Subtree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Meratakan pohon menjadi array agar alat query rentang bisa dipakai.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Meratakan pohon menjadi array adalah trik yang membuka seluruh gudang struktur data untuk soal pohon — bukan hanya Fenwick tree.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Meratakan Pohon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tin dan tout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Penelusuran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Menjadi Rentang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&amp; Update dengan Fenwick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vs Jalur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Euler Tour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menjadi array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Kunci Euler Tour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intinya: seluruh subtree menempati satu potongan berurutan pada tur. Kode ini mencetak tin dan tout untuk membuktikannya.</a:t>
            </a:r>
            <a:endParaRPr lang="en-US" sz="1300" dirty="0"/>
          </a:p>
        </p:txBody>
      </p:sp>
      <p:pic>
        <p:nvPicPr>
          <p:cNvPr id="4" name="Image 0" descr="/tmp/ppt/imgs/c92_8_6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5916" y="1993392"/>
            <a:ext cx="286971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 ada di dalam subtree u tepat ketika tin[v] berada di antara tin[u] dan tout[u]. Satu perbandingan menggantikan penelusuran leluhur — dan tidak ada satu pun perbedaan pada seluruh pasangan.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 = waktu masuk, tout = waktu keluar (indeks terakhir subtree).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u menempati indeks tin[u] sampai tout[u], tanpa lubang.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subtree = tout - tin + 1, langsung tanpa perhitungan tambahan.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"apakah u leluhur v" jadi satu baris perbandingan.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dengan enam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Pohonnya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dimulai dari akar, dan setiap simpul dicatat saat pertama kali dimasuki.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68306" y="2419180"/>
            <a:ext cx="1201149" cy="86749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514226" y="2419180"/>
            <a:ext cx="1201149" cy="86749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979106" y="3672832"/>
            <a:ext cx="510669" cy="737632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802066" y="3672832"/>
            <a:ext cx="510669" cy="737632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937760" y="372160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017520" y="198424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172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172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361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94560" y="4361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94560" y="4361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4361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4361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DFS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2 -&gt; 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kembali ke 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2 -&gt; 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kembali ke 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3 -&gt; 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" y="55504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56418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urutan kunjungan: 1, 2, 4, 5, 3, 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59893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pastinya bergantung pada urutan tetangga di adjacency list, tetapi sifat "subtree menempati rentang berurutan" selalu berlaku apa pun urutannya.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Hasil Perataan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disusun menurut urutan kunjungan. Perhatikan bahwa simpul 2, 4, dan 5 berdampingan.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18104" y="2395728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18104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18104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9976" y="2395728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9976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41848" y="2395728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41848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41848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65592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65592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65592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tin[2] = 1      tout[2] = 3      subtree 2 = posisi 1 sampai 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simpul 2 berisi {2, 4, 5}, dan ketiganya menempati posisi berurutan 1, 2, 3 pada array. Inilah sifat yang membuat seluruh teknik ini bekerja.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Setiap Subtree Adalah Rentang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yang sama berlaku untuk semua simpul, bukan hanya simpul 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18104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18104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18104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9976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9976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41848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41848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41848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2395728"/>
            <a:ext cx="11887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65592" y="2395728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65592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65592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tin[3] = 4      tout[3] = 5      subtree 3 = posisi 4 sampai 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3 berisi {3, 6} pada posisi 4 dan 5. Simpul daun seperti 4 punya tin = tout, yaitu rentang berpanjang satu.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tin dan tout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DFS biasa dengan dua baris tambahan. Perhatikan pemeriksaan leluhur di bagian bawah.</a:t>
            </a:r>
            <a:endParaRPr lang="en-US" sz="1300" dirty="0"/>
          </a:p>
        </p:txBody>
      </p:sp>
      <p:pic>
        <p:nvPicPr>
          <p:cNvPr id="4" name="Image 0" descr="/tmp/ppt/imgs/c92_13_6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679" y="1755648"/>
            <a:ext cx="465302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 dicatat SEBELUM turun ke anak, sehingga simpul selalu menempati posisi pertama pada rentangnya sendiri.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urut menyimpan simpul menurut urutan kunjungan. Inilah array yang nanti dipasangi Fenwick atau segment tree.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tout dicatat SETELAH semua anak selesai. Nilainya adalah indeks TERAKHIR di dalam subtree.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kedua nilai itu, ukuran subtree langsung didapat tanpa perhitungan tambahan.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Pemeriksaan leluhur menjadi O(1): u leluhur v bila rentang v seluruhnya termuat di dalam rentang u.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ini lebih cepat daripada memanggil LCA, dan sangat berguna pada soal yang banyak memeriksa hubungan leluhur.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&amp; Update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Memasang struktur data di atas array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Subtree dengan Fenwick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pohonnya rata, kodenya sama persis dengan Fenwick tree biasa pada array.</a:t>
            </a:r>
            <a:endParaRPr lang="en-US" sz="1300" dirty="0"/>
          </a:p>
        </p:txBody>
      </p:sp>
      <p:pic>
        <p:nvPicPr>
          <p:cNvPr id="4" name="Image 0" descr="/tmp/ppt/imgs/c92_15_6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6600" y="1755648"/>
            <a:ext cx="4468344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pergeseran indeks: Fenwick berbasis 1 sedangkan tin berbasis 0, sehingga dipakai tin[v] + 1. Kesalahan indeks di sini adalah bug tersering.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Bukan Jalur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mengubah pertanyaan subtree menjadi pertanyaan rentang. Kode ini menggabungkannya dengan Fenwick Tree.</a:t>
            </a:r>
            <a:endParaRPr lang="en-US" sz="1300" dirty="0"/>
          </a:p>
        </p:txBody>
      </p:sp>
      <p:pic>
        <p:nvPicPr>
          <p:cNvPr id="4" name="Image 0" descr="/tmp/ppt/imgs/c92_16_6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1763" y="1993392"/>
            <a:ext cx="331801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simpul disimpan di posisi tin-nya, sehingga jumlah subtree menjadi jumlah rentang [tin, tout]. Pertanyaan JALUR butuh alat lain — itu wilayah HLD atau LCA.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nilai simpul di indeks tin-nya, bukan di nomor simpulnya.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subtree = jumlah rentang [tin[u], tout[u]].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Pembaruan satu simpul tetap satu titik pada Fenwick.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query JALUR, Euler tour biasa tidak cukup — pakai HLD.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Varian Euler Tour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berbasis sisi menuliskan setiap simpul dua kali. Bentuk itu yang dipakai untuk LCA lewat RMQ.</a:t>
            </a:r>
            <a:endParaRPr lang="en-US" sz="1300" dirty="0"/>
          </a:p>
        </p:txBody>
      </p:sp>
      <p:pic>
        <p:nvPicPr>
          <p:cNvPr id="4" name="Image 0" descr="/tmp/ppt/imgs/c92_17_6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1647" y="1755648"/>
            <a:ext cx="3418250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tur berbasis sisi selalu 2n-1. LCA dua simpul adalah simpul berkedalaman terkecil di antara kemunculan pertama keduanya — dan itu murni pertanyaan minimum rentang.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301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02152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simpul: n entri, untuk query subtree.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19938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71366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sisi: 2n-1 entri, untuk LCA lewat RMQ.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685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40580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varian: subtree, LCA, jarak, jalur ke akar, dan pembaruan subtree.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378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09794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dengan sparse table supaya LCA-nya O(1) per pertanyaan.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Teknik untuk Soal Pohon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bentuk pertanyaannya: tentang subtree, tentang jalur, atau tentang seluruh pohon.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46360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Pertanyaan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&amp; update subtree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Euler tour + BIT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sederhana. Subtree menjadi rentang.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&amp; update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Heavy-Light Decomposition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Jalur dipecah menjadi log n rentang.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 antar dua simpul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LCA (binary lifting)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dep[u] + dep[v] - 2 x dep[LCA].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Agregasi seluruh subtree, tanpa update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pada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 DFS sudah cukup, tanpa struktur data.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Jawaban untuk semua akar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Rerooting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kali DFS.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pasangan berdasar jarak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Centroid decomposition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Jalur dipecah di centroid tiap tingkat.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Total Subtree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berakar di simpul 1, setiap simpul punya nilai. Perintah tipe 1 mengubah nilai sebuah simpul. Perintah tipe 2 menanyakan total nilai seluruh simpul di dalam subtree sebuah simpul.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nilai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92_20_6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0777" y="1280160"/>
            <a:ext cx="276932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49: update dilakukan dengan SELISIHNYA, karena Fenwick menyimpan penjumlahan.</a:t>
            </a:r>
            <a:endParaRPr lang="en-US" sz="1300" dirty="0"/>
          </a:p>
        </p:txBody>
      </p:sp>
      <p:pic>
        <p:nvPicPr>
          <p:cNvPr id="4" name="Image 0" descr="/tmp/ppt/imgs/c92_21_6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0240" y="1755648"/>
            <a:ext cx="2221065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q) log n). Fenwick tree menyimpan tambahan, bukan penugasan — karena itu untuk mengubah nilai, yang dikirim adalah selisih terhadap nilai lamanya.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soal pertama query subtree langsung; dua berikutnya menggabungkannya dengan teknik lain.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Subtree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Euler tour ditambah Fenwick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Path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Perbandingan: query jalur, bukan subtree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620E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Euler tour ditambah segment tree bitmask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Colors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Small to large di atas Euler tour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383C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update pada subtree dengan parity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menempati rentang berurutan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Itulah seluruh isi materi ini. Sekali sifat itu jelas, seluruh alat query rentang langsung bisa dipakai pada soal pohon.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 dicatat sebelum turun, tout setelah selesai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kedua nilai itu didapat ukuran subtree dan pemeriksaan leluhur dalam O(1).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subtree, bukan jalur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dari u ke v tidak berurutan pada Euler tour. Untuk query jalur, pakai HLD atau LCA.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Waspadai pergeseran indeks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 berbasis nol sedangkan Fenwick berbasis satu. Kesalahan indeks di sini adalah bug tersering pada materi ini.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2026-09-05T08:51:36Z</dcterms:created>
  <dcterms:modified xsi:type="dcterms:W3CDTF">2026-09-05T08:51:36Z</dcterms:modified>
</cp:coreProperties>
</file>