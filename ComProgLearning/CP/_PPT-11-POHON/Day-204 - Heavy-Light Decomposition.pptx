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Decomposition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pohon menjadi rantai agar query jalur menjadi query rentang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204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Decomposition: memecah pohon menjadi beberapa jalur lurus.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 raya utama dan jalan cabang. Dari setiap persimpangan, cabang yang menuju wilayah terbesar dijadikan "jalan utama"; sisanya jadi cabang.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 edge: sisi menuju anak dengan subtree terbesar. Sisanya light edge.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Akibatnya seluruh peta terpecah menjadi beberapa jalan lurus yang tidak bercabang.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terpecah menjadi rantai-rantai. Setiap simpul berada tepat di satu rantai.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Perjalanan dari mana pun ke ibu kota hanya berpindah jalan utama paling banyak sekitar 17 kali.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melewati light edge, ukuran subtree minimal berlipat dua — jadi paling banyak log n kali.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tiap jalan lurus adalah array biasa, kamu bisa memasang segment tree di atasnya.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 dipecah menjadi paling banyak log n query rentang — masing-masing O(log n).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HLD mengubah query JALUR pada pohon menjadi beberapa query RENTANG pada array, total O(log² n).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 memecah pohon menjadi rantai, sehingga sebuah jalur berubah menjadi beberapa ruas array yang bisa diquery dengan segment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dibentuk dari sisi berat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adalah anak dengan subtree terbesar. Simpul yang dihubungkan sisi berat berada pada rantai yang sama.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dikunjungi lebih dulu saat meratakan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itu membuat isi satu rantai mendapat nomor berurutan, sehingga menjadi satu ruas array.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jalur hanya menyentuh log n rantai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Berpindah rantai berarti melewati sisi ringan, dan itu selalu melipatduakan ukuran subtree yang memuat kita.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 menjadi O(log kuadrat n)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log n potongan, masing-masing satu query segment tree berbiaya log n. Update jalur bekerja dengan cara yang sama.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HLD menyelesaikan query JALUR. Untuk query SUBTREE, Euler tour jauh lebih sederhana.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query atau update pada JALUR antara dua simpul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tetap dan nilai simpul atau sisinya berubah-ubah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maksimum, jumlah, atau operasi lain di sepanjang jalur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query subtree dan jalur bersamaan; penomoran posnya kompatibel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query subtree — Euler tour lebih pendek dan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update sama sekali — LCA dan prefix sum dari akar sudah cukup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berubah bentuk; HLD dibangun sekali dan bersifat statis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loop while, yang dibandingkan wajib dalam[head[u]] dengan dalam[head[v]], bukan dalam[u] dengan dalam[v]. Salah di sini membuat loopnya bisa tidak berhenti.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(Day 201)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(Day 199)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Link-cut tree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HLD dengan lazy propagation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Decomposition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menjadi rantai, jalur menjadi ruas array.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bobotnya ada pada SISI, turunkan ke simpul anak dan lewati simpul LCA dengan tambahan + 1. Lupa itu adalah kesalahan paling sering pada HLD.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Query Jalur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Bagaimana Rantai Dibentuk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 Menjadi Array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 &amp; Kompleksitasnya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Bobot pada Sisi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Jalur, bukan subtree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Query Jalur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 tidak bisa dijawab Euler tour biasa. Kode ini menghitung biaya cara naif pada pohon berbentuk rantai.</a:t>
            </a:r>
            <a:endParaRPr lang="en-US" sz="1300" dirty="0"/>
          </a:p>
        </p:txBody>
      </p:sp>
      <p:pic>
        <p:nvPicPr>
          <p:cNvPr id="4" name="Image 0" descr="/tmp/ppt/imgs/c94_8_6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229" y="1993392"/>
            <a:ext cx="610308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miliar operasi melawan dua puluh sembilan juta. HLD memecah pohon menjadi rantai-rantai sehingga satu jalur hanya menyentuh O(log n) rantai, masing-masing dijawab segment tree dalam O(log n).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jalur: jumlah atau maksimum di sepanjang lintasan a ke b.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hanya bisa menjawab subtree, bukan jalur.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HLD memberi O(log^2 n) per query; cukup untuk n dan q sampai 10^5.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hanya butuh jarak, LCA saja sudah cukup dan jauh lebih pendek.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Bagaimana Rantai Dibentuk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menyambung ke anak terberatnya, membentuk rantai. Kode ini mencetak kepala rantai dan posisi setiap simpul.</a:t>
            </a:r>
            <a:endParaRPr lang="en-US" sz="1300" dirty="0"/>
          </a:p>
        </p:txBody>
      </p:sp>
      <p:pic>
        <p:nvPicPr>
          <p:cNvPr id="4" name="Image 0" descr="/tmp/ppt/imgs/c94_9_6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16" y="1993392"/>
            <a:ext cx="336191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dalam satu rantai mendapat pos yang berurutan, sehingga rantai menjadi satu potongan pada segment tree. Naik dari sebuah simpul ke akar hanya melewati O(log n) rantai berbeda.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= anak dengan subtree terbesar.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berat dikunjungi lebih dulu supaya pos-nya berurutan.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kepala[u] menyimpan simpul teratas rantai tempat u berada.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pindah rantai, ukuran subtree minimal berlipat dua.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simpul, tiga rantai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Menentukan Anak Berat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dihitung lebih dulu. Anak dengan subtree terbesar menjadi anak berat.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2880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108960" y="2350008"/>
            <a:ext cx="16459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9728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82880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754880" y="3310128"/>
            <a:ext cx="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83464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7614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7216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8600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2487168"/>
            <a:ext cx="429768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berat[1] = 2   (3 &gt; 2)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berat[2] = 4   (seri, ambil 4)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berat[3] = 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4590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ringan: 1-3, 2-5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349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berat: 1-2, 2-4, 3-6        sisi ringan: 1-3, 2-5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788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terjadi seri seperti pada simpul 2, mana pun boleh dipilih. Yang penting hanya satu anak per simpul yang menjadi anak berat.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Tiga Rantai Terbentuk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yang dihubungkan sisi berat berada pada rantai yang sama. Setiap rantai punya satu kepala.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2880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108960" y="2350008"/>
            <a:ext cx="16459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9728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82880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754880" y="3310128"/>
            <a:ext cx="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834640" y="18013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7614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7216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8600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37216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2487168"/>
            <a:ext cx="429768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rantai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: 1 - 2 - 4   head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: 3 - 6       head 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: 5           head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4590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tiap simpul milik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49743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tepat satu rantai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" y="5349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head[v] adalah simpul TERATAS pada rantai milik v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788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5 sendirian menjadi satu rantai. Itu wajar: rantai berpanjang satu tetap dihitung sebagai rantai, dan head-nya adalah dirinya sendiri.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Diratakan Menjadi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mengunjungi anak berat lebih dulu, sehingga isi satu rantai mendapat nomor yang berurutan.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2344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46704" y="2395728"/>
            <a:ext cx="12344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6704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46704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54296" y="2395728"/>
            <a:ext cx="12344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4296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1888" y="2395728"/>
            <a:ext cx="1234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61888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61888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2395728"/>
            <a:ext cx="1234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77072" y="2395728"/>
            <a:ext cx="12344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77072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77072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rantai A = posisi 0..2      rantai C = posisi 3      rantai B = posisi 4..5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 rantai menjadi tiga ruas yang berurutan. Sekarang segment tree biasa di atas array ini sudah cukup untuk menjawab query jalur.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DFS, lalu satu loop while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terpenting ada di baris 3: mengunjungi anak berat lebih dulu adalah seluruh rahasianya.</a:t>
            </a:r>
            <a:endParaRPr lang="en-US" sz="1300" dirty="0"/>
          </a:p>
        </p:txBody>
      </p:sp>
      <p:pic>
        <p:nvPicPr>
          <p:cNvPr id="4" name="Image 0" descr="/tmp/ppt/imgs/c94_15_6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239" y="1755648"/>
            <a:ext cx="338390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dfs1 menghitung ukuran subtree, kedalaman, ayah, dan anak berat setiap simpul dalam satu jalan.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ditentukan dengan membandingkan ukuran subtree seluruh anaknya.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dfs2 memberi nomor pos dan mencatat head setiap simpul. Parameter h membawa kepala rantai yang sedang berjalan.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dikunjungi LEBIH DULU dengan head yang sama, sehingga rantainya mendapat nomor berurutan.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anak ringan memulai rantai baru, dan head-nya adalah dirinya sendiri.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9: yang dinaikkan selalu simpul yang KEPALANYA lebih dalam, bukan simpulnya sendiri.</a:t>
            </a:r>
            <a:endParaRPr lang="en-US" sz="1300" dirty="0"/>
          </a:p>
        </p:txBody>
      </p:sp>
      <p:pic>
        <p:nvPicPr>
          <p:cNvPr id="4" name="Image 0" descr="/tmp/ppt/imgs/c94_16_6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723" y="1755648"/>
            <a:ext cx="431809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tersering di sini adalah membandingkan dalam[u] dengan dalam[v] di dalam loop. Yang benar adalah membandingkan dalam[head[u]] dengan dalam[head[v]].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Bobot pada Sisi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bobot ada di sisi, pindahkan ke simpul anaknya — lalu jangan ikutkan LCA saat menjawab. Kode ini menunjukkan bedanya.</a:t>
            </a:r>
            <a:endParaRPr lang="en-US" sz="1300" dirty="0"/>
          </a:p>
        </p:txBody>
      </p:sp>
      <p:pic>
        <p:nvPicPr>
          <p:cNvPr id="4" name="Image 0" descr="/tmp/ppt/imgs/c94_17_6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715" y="1993392"/>
            <a:ext cx="327011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yang disimpan di LCA sebenarnya milik sisi di ATAS LCA, yang tidak termasuk jalur. Ikut menghitungnya adalah kesalahan HLD paling sering — dan hasilnya hanya meleset sedikit, jadi sulit terdeteksi.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sisi (u, ayah[u]) disimpan di simpul 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tidak punya sisi ke atas, jadi bobotnya nol.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menjawab jalur, hentikan tepat SETELAH LCA — jangan ikutkan LCA.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bobot pada simpul, LCA justru HARUS ikut dihitung.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kedalaman simpul, bukan kepalanya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loop while, yang dibandingkan wajib dalam[head[u]] dengan dalam[head[v]]. Membandingkan dalam[u] dengan dalam[v] membuat loopnya tidak pernah berhenti pada kasus tertentu.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tambahan + 1 pada versi bobot 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terakhir harus melewati simpul LCA. Tanpa + 1, bobot sisi di atas LCA ikut terhitung dan jawabannya kelebihan.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mengunjungi anak berat lebih dulu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urutannya bebas, isi satu rantai tidak lagi berurutan pada array — dan seluruh idenya runtuh.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Mengira HLD menyelesaikan query subtree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subtree, Euler tour jauh lebih sederhana. HLD dipakai untuk JALUR. Keduanya bisa dipakai bersamaan karena penomoran posnya kompatibel.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Nilai di Sepanjang Jalur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berakar di simpul 1 dengan n simpul, masing-masing punya sebuah nilai. Untuk setiap pertanyaan berupa pasangan a dan b, keluarkan jumlah nilai seluruh simpul di sepanjang jalur dari a ke b, termasuk kedua ujungnya.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simpul muat dalam 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perlu long long</a:t>
            </a:r>
            <a:endParaRPr lang="en-US" sz="1200" dirty="0"/>
          </a:p>
        </p:txBody>
      </p:sp>
      <p:pic>
        <p:nvPicPr>
          <p:cNvPr id="9" name="Image 0" descr="/tmp/ppt/imgs/c94_20_6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0020" y="1280160"/>
            <a:ext cx="299083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42 dan 46: anak berat dikunjungi lebih dulu, anak ringan memulai rantai baru.</a:t>
            </a:r>
            <a:endParaRPr lang="en-US" sz="1300" dirty="0"/>
          </a:p>
        </p:txBody>
      </p:sp>
      <p:pic>
        <p:nvPicPr>
          <p:cNvPr id="4" name="Image 0" descr="/tmp/ppt/imgs/c94_21_6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493" y="1755648"/>
            <a:ext cx="151255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 log n) log n). Bagian segment tree bisa diganti dengan struktur lain — HLD hanya mengubah query jalur menjadi beberapa query rentang.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HLD langsung; tiga berikutnya menggabungkannya dengan hal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Path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pada jalur dengan update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QTREE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Bobot pada sisi, maksimum pada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343D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HLD ditambah lazy propagation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916E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subtree dan jalur bersamaan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QTREE6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HLD dengan pewarnaan dinamis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membuat jalur menjadi beberapa ruas array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diratakan, query jalur menjadi sekitar log n query rentang. Segment tree biasa sudah cukup untuk sisanya.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dikunjungi lebih dulu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itulah yang membuat isi satu rantai mendapat nomor berurutan. Tanpanya seluruh idenya tidak bekerja.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ringan menuju akar paling banyak log n buah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Melewati sisi ringan melipatduakan ukuran subtree yang memuat kita. Argumen yang sama persis dengan DSU on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bobot sisi butuh tambahan + 1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sisi diturunkan ke simpul anak, dan langkah terakhir harus melewati LCA. Lupa itu membuat jawabannya kelebihan satu sisi.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2026-09-05T08:51:36Z</dcterms:created>
  <dcterms:modified xsi:type="dcterms:W3CDTF">2026-09-05T08:51:36Z</dcterms:modified>
</cp:coreProperties>
</file>