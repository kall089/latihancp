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Decomposition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pohon berulang kali pada titik seimbangnya, agar semua jalur bisa dihitung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· Day 206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decomposition: memecah pohon dari titik seimbangnya.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satu kota sebagai pusat sehingga bila dihapus, tidak ada pecahan wilayah yang lebih besar dari separuh negara.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Centroid: simpul yang bila dihapus, setiap komponen sisanya berukuran paling banyak n/2.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pusat dihapus, ulangi hal yang sama untuk tiap pecahan wilayah.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Rekursi: cari centroid, proses, lalu ulangi pada tiap komponen sisanya.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tiap pecahan paling besar separuhnya, kedalaman pemecahannya paling banyak log n tingkat.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Tinggi pohon centroid adalah O(log n). Setiap simpul muncul di paling banyak log n tingkat.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antara dua kota pasti melewati pusat pada suatu tingkat pemecahan.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pada pohon asli melewati tepat satu centroid pada tingkat tertentu — itulah yang membuat teknik ini bekerja.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untuk soal "hitung pasangan simpul dengan jarak memenuhi syarat" — jalurnya dipecah di centroid dan dihitung per tingkat.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 membelah pohon berulang kali pada titik seimbangnya, sehingga pertanyaan tentang SEMUA jalur bisa dijawab dalam O(n log 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adalah titik seimbang pohon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yang bila dihapus membuat setiap komponen sisanya berukuran paling banyak n/2. Setiap pohon selalu punya centroid.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terbagi menjadi dua jenis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melewati centroid dihitung langsung dari jarak; yang tidak melewatinya diselesaikan secara rekursif pada komponen yang lebih kecil.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rekursinya hanya log 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tingkat membagi ukurannya minimal dua. Total kerjanya O(n log n) karena tiap tingkat menyentuh n simpul.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dihitung tepat sekali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Yaitu di centroid tertinggi yang dilewatinya. Sifat itu yang membuat pencacahannya tidak berlebih maupun kurang.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kalimat "ada berapa PASANG simpul" atau "semua jalur di dalam pohon".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jalur dengan panjang atau bobot tertentu di seluruh pohon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tentang semua pasangan simpul yang jumlahnya n kuadrat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jarak terdekat dari sebuah simpul ke simpul bertanda tertentu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yang bisa dipecah menjadi "lewat titik ini" dan "tidak lewat titik ini"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satu jalur antara dua simpul tertentu — pakai LCA atau HLD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update pada bentuk pohonnya; dekomposisinya dibangun sekali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Pertanyaannya tentang subtree, bukan jalur — Euler tour jauh lebih sederhana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pasangkan dua simpul dari cabang yang sama — jalur itu tidak benar-benar melewati centroid. Kurangi tiap cabang secara terpisah, atau pasangkan cabang satu per satu.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 (Day 193)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centroid untuk query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Auxiliary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Link-cut tree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Decomposition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pohon pada titik seimbangnya, berulang kali.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terasa berat pada bacaan pertama. Yang membantu adalah menggambar pohon centroidnya sendiri untuk satu contoh kecil — sesudah itu polanya menjadi jelas.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Semua Jalur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Centroid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Centroid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Dekomposisi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Jalur Lewat Centroid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jalur sekaligus, bukan satu jalur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Semua Jalur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seluruh pasangan simpul dengan jarak tertentu. Cara naifnya BFS dari setiap simpul; kode ini menghitung biayanya.</a:t>
            </a:r>
            <a:endParaRPr lang="en-US" sz="1300" dirty="0"/>
          </a:p>
        </p:txBody>
      </p:sp>
      <p:pic>
        <p:nvPicPr>
          <p:cNvPr id="4" name="Image 0" descr="/tmp/ppt/imgs/c95_8_6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179" y="1993392"/>
            <a:ext cx="561318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miliar melawan 1,7 juta. Kuncinya: setiap jalur pasti melewati centroid pada suatu tingkat, jadi cukup menghitung jalur yang lewat centroid lalu rekursi ke potongannya.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soalnya: "hitung SEMUA pasangan simpul dengan syarat jarak".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pasti melewati satu centroid pada suatu tingkat pemecahan.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pemecahannya O(log n) karena tiap potongan paling besar separuh.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biayanya O(n log n) atau O(n log^2 n) tergantung penghitungnya.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Centroid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adalah simpul yang, bila dibuang, membuat setiap potongan tidak lebih dari separuh. Kode ini mencarinya dan memeriksanya.</a:t>
            </a:r>
            <a:endParaRPr lang="en-US" sz="1300" dirty="0"/>
          </a:p>
        </p:txBody>
      </p:sp>
      <p:pic>
        <p:nvPicPr>
          <p:cNvPr id="4" name="Image 0" descr="/tmp/ppt/imgs/c95_9_6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2195" y="1993392"/>
            <a:ext cx="339715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potongan berukuran paling besar separuh — itulah yang menjamin kedalaman pemecahan hanya log n. Mencarinya cukup dengan berjalan ke arah anak yang subtree-nya lebih dari separuh.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selalu ada, dan paling banyak ada dua di satu pohon.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Mencarinya: dari mana saja, jalan ke anak berukuran lebih dari separuh.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dibuang, setiap potongan paling besar n/2.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mati[] menandai simpul yang sudah dipakai sebagai centroid.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Tujuh simpul, hitung jalur berpanjang dua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Pohonnya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Tujuh simpul. Yang dicari: ada berapa jalur yang panjangnya tepat dua sisi.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115568" y="3355848"/>
            <a:ext cx="51206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2212848" y="3355848"/>
            <a:ext cx="51206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017520" y="3648456"/>
            <a:ext cx="0" cy="78638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3310128" y="3355848"/>
            <a:ext cx="78638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29700" y="2699443"/>
            <a:ext cx="707560" cy="48984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621048" y="3534254"/>
            <a:ext cx="724864" cy="55758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0352" y="30632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27632" y="30632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2763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24912" y="30632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2491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24912" y="44348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24912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96512" y="30632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9651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85232" y="224028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85232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8523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8523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komponen bila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dihapus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hapus 2 : 1 dan 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hapus 3 : 2, 1, dan 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hapus 5 : 4, 1, dan 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" y="55504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6418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7      syarat centroid: setiap komponen sisanya &lt;= 7 / 2 = 3.5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59893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Menghapus simpul 2 menyisakan komponen berukuran 5 — terlalu besar. Menghapus simpul 5 menyisakan komponen berukuran 4 — juga terlalu besar.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Simpul 3 Adalah Centroid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Menghapus simpul 3 memberi komponen berukuran 2, 1, dan 3 — semuanya di bawah batas.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115568" y="3355848"/>
            <a:ext cx="51206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2212848" y="3355848"/>
            <a:ext cx="51206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017520" y="3648456"/>
            <a:ext cx="0" cy="78638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3310128" y="3355848"/>
            <a:ext cx="78638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29700" y="2699443"/>
            <a:ext cx="707560" cy="48984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621048" y="3534254"/>
            <a:ext cx="724864" cy="55758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0352" y="30632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27632" y="30632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2763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24912" y="306324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2491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24912" y="44348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24912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96512" y="30632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9651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85232" y="224028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85232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85232" y="39776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8523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komponen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{1, 2}      ukuran 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{4}         ukuran 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{5, 6, 7}   ukuran 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semuanya &lt;= 3.5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5504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6418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jalur lewat 3 berpanjang 2:  1-3, 2-4, 2-5, 3-6, 3-7, 4-5      enam buah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59893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ke centroid: simpul 2 dan 4 dan 5 berjarak 1; simpul 1, 6, dan 7 berjarak 2. Pasangan berjumlah dua dihitung dari daftar jarak itu.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Pohon Centroid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komponen diproses lagi secara rekursif. Hasilnya sebuah pohon baru berkedalaman log 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519874" y="2426368"/>
            <a:ext cx="1349372" cy="94456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3108960" y="2551176"/>
            <a:ext cx="0" cy="69494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3348674" y="2426368"/>
            <a:ext cx="1349372" cy="94456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280160" y="3831336"/>
            <a:ext cx="0" cy="69494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351414" y="3792783"/>
            <a:ext cx="441172" cy="77205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082934" y="3792783"/>
            <a:ext cx="441172" cy="77205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87552" y="452628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4526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7552" y="324612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7552" y="3246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16352" y="196596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1635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5968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16352" y="324612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16352" y="3246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45152" y="324612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45152" y="3246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13632" y="452628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13632" y="4526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76672" y="452628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76672" y="4526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centroid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tingkat 0 : 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tingkat 1 : 2, 4, 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tingkat 2 : 1, 6, 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kedalaman 3 &lt;= log2(7) + 1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" y="57332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jalur 6-7 dihitung di centroid 5      total keseluruhan 6 + 1 = 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6172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dihitung TEPAT SEKALI, yaitu di centroid tertinggi yang dilewatinya. Jalur 6-7 tidak melewati simpul 3, jadi ia dihitung nanti di simpul 5.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fungsi kecil yang saling memanggil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Centroid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Penelusurannya sangat pendek: selalu pindah ke anak yang ukurannya lebih dari separuh.</a:t>
            </a:r>
            <a:endParaRPr lang="en-US" sz="1300" dirty="0"/>
          </a:p>
        </p:txBody>
      </p:sp>
      <p:pic>
        <p:nvPicPr>
          <p:cNvPr id="4" name="Image 0" descr="/tmp/ppt/imgs/c95_15_6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745" y="1755648"/>
            <a:ext cx="470689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mati menandai simpul yang sudah menjadi centroid. Ia berperan seperti penghapusan simpul dari graf.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734056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679192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penelusuran wajib melewati simpul mati, karena komponen yang sedang dikerjakan sudah tidak memuatnya.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666744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611880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anak dengan ukuran lebih dari separuh, centroid pasti berada di arah itu. Pindah ke sana.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599432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544568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 ada anak seperti itu, simpul sekarang adalah centroidnya. Penelusuran selesai.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Dekomposisi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Kerangkanya selalu sama persis di setiap soal; hanya baris 11 yang berganti isi.</a:t>
            </a:r>
            <a:endParaRPr lang="en-US" sz="1300" dirty="0"/>
          </a:p>
        </p:txBody>
      </p:sp>
      <p:pic>
        <p:nvPicPr>
          <p:cNvPr id="4" name="Image 0" descr="/tmp/ppt/imgs/c95_16_6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564" y="1755648"/>
            <a:ext cx="434641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mati[c] = true adalah kunci kebenarannya. Tanpanya, komponen di bawah centroid tidak benar-benar terpisah dan jalur akan terhitung berkali-kali.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Jalur Lewat Centroid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setiap centroid, kumpulkan kedalaman seluruh simpul lalu pasangkan. Jalur di dalam satu cabang harus dikurangkan supaya tidak terhitung.</a:t>
            </a:r>
            <a:endParaRPr lang="en-US" sz="1300" dirty="0"/>
          </a:p>
        </p:txBody>
      </p:sp>
      <p:pic>
        <p:nvPicPr>
          <p:cNvPr id="4" name="Image 0" descr="/tmp/ppt/imgs/c95_17_6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1741" y="1993392"/>
            <a:ext cx="221806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Menjumlahkan seluruh cabang lalu mengurangkan tiap cabang sendiri-sendiri adalah cara termudah membuang jalur yang tidak benar-benar lewat centroid. Angka 0 ditambahkan supaya jalur dari centroid ke simpul lain ikut terhitung.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Pasangkan seluruh kedalaman, lalu kurangi pasangan dalam satu cabang.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0 mewakili centroid itu sendiri.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penunjuk pada daftar terurut menghitung pasangan dalam O(n log n).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selesai, tandai centroid mati lalu rekursi ke tiap potongan.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pasangan dari cabang yang sama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simpul di cabang yang sama tidak berjalan lewat centroid. Kurangi tiap cabang secara terpisah, atau pasangkan cabang satu per satu.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menandai centroid sebagai mati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penandaan itu, komponen tidak terpisah dan rekursinya bisa berjalan selamanya.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Membersihkan array pencacah dengan mengisi ulang seluruhnya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Mengisi ulang array sepanjang n di setiap centroid membuat totalnya O(n² log n). Bersihkan hanya indeks yang benar-benar disentuh.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ukuran subtree sekali saja di awal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berubah setiap kali sebuah centroid dihapus. hitungUkuran wajib dipanggil ulang di setiap tingkat rekursi.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Berpanjang Tepat 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sebuah pohon dengan n simpul. Hitung ada berapa pasang simpul berbeda yang jaraknya tepat K sisi. Pasangan tidak berurutan, sehingga pasangan u dan v dihitung satu kali.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K &lt;= n - 1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perlu long long</a:t>
            </a:r>
            <a:endParaRPr lang="en-US" sz="1200" dirty="0"/>
          </a:p>
        </p:txBody>
      </p:sp>
      <p:pic>
        <p:nvPicPr>
          <p:cNvPr id="9" name="Image 0" descr="/tmp/ppt/imgs/c95_20_6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0682" y="1280160"/>
            <a:ext cx="196951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50 dan 51: cabang sekarang dipasangkan dengan cabang SEBELUMNYA, lalu baru dimasukkan.</a:t>
            </a:r>
            <a:endParaRPr lang="en-US" sz="1300" dirty="0"/>
          </a:p>
        </p:txBody>
      </p:sp>
      <p:pic>
        <p:nvPicPr>
          <p:cNvPr id="4" name="Image 0" descr="/tmp/ppt/imgs/c95_21_6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6714" y="1755648"/>
            <a:ext cx="158811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n). Baris 29 memangkas penelusuran yang jaraknya sudah melebihi K, dan baris 57 membersihkan hanya indeks yang benar-benar disentuh.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untuk pencacahan jalur; tiga berikutnya memakai pohon centroid untuk query.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Fixed-Length Paths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berpanjang tepat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IOI 2011 — Race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berbobot dengan jumlah tepat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342E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jarak terdekat lewat pohon centroid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321C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Mewarnai pohon dengan pohon centroid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715C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dengan syarat modulo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membelah pohon menjadi dua bagian seimbang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komponen berukuran paling banyak n/2, sehingga rekursinya paling dalam log n tingkat.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dihitung tepat sekali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Yaitu di centroid tertinggi yang dilewatinya. Sifat itulah yang membuat pencacahannya tidak berlebih maupun kurang.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pasangkan simpul dari cabang yang sama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seperti itu tidak melewati centroid. Kurangi tiap cabang, atau pasangkan cabang satu per satu secara berurutan.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subtree wajib dihitung ulang tiap tingkat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penghapusan centroid mengubah bentuk komponennya. Memakai ukuran lama adalah bug yang sangat sulit dilacak.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2026-09-05T08:51:37Z</dcterms:created>
  <dcterms:modified xsi:type="dcterms:W3CDTF">2026-09-05T08:51:37Z</dcterms:modified>
</cp:coreProperties>
</file>