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DSU on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pertanyaan subtree untuk setiap simpul sekaligus, dalam O(n log 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193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large: menggabungkan dengan cara yang tidak boros.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kotak arsip: selalu tuangkan isi kotak KECIL ke kotak BESAR, bukan sebaliknya.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merging: gabungkan himpunan kecil ke himpunan besar.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selalu menuang yang kecil, setiap lembar arsip berpindah paling banyak log n kali seumur hidupnya.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sebuah elemen berpindah, ukuran wadahnya minimal berlipat dua. Jadi paling banyak log n perpindahan.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perpindahan seluruh arsip jadi n log n, bukan n kuadrat.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kerjanya O(n log n), meski bentuk kodenya terlihat seperti penggabungan berulang yang mahal.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menuang yang besar ke yang kecil, satu lembar bisa berpindah ribuan kali.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Membalik arahnya membuat kompleksitasnya menjadi O(n²). Arah penggabungan adalah seluruh triknya.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Disebut juga DSU on tree. Trik yang sama dipakai pada penggabungan set, map, dan bahkan pada DSU union by size.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teknik untuk menjawab satu pertanyaan tentang subtree bagi SETIAP simpul sekaligus, dalam O(n log n) alih-alih O(n²).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menggabungkan himpunan anak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yang lebih kecil selalu dituang ke yang lebih besar. Satu baris swap itulah seluruh tekniknya.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unsur hanya berpindah log n kali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perpindahan melipatduakan ukuran himpunan yang menampungnya, dan ukuran tidak bisa melebihi 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 mempertahankan data anak berat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ringan dihitung ulang, anak berat tidak. Satu pencacah global menggantikan himpunan terpisah.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berdasar argumen yang sama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Melewati sebuah sisi ringan selalu melipatduakan ukuran subtree, jadi sisi ringan menuju akar paling banyak log n buah.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"untuk setiap simpul, berapa ... di subtreenya".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pertanyaan tentang subtree yang harus dijawab untuk SETIAP simpul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tidak bisa digabungkan begitu saja dari anak ke ayah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warna berbeda, warna tersering, atau kedalaman tertentu di subtree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perubahan pada pohonnya selama proses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bisa digabungkan sederhana dari anak — DP pada pohon lebih ringkas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adalah JALUR antara dua simpul — pakai HLD atau LCA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update pada pohon; kedua teknik ini bersifat sekali jalan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small to large, lupa menukar penunjuk membuat kompleksitasnya kembali O(n²). Pada DSU on Tree, membersihkan data anak berat memberi akibat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(Day 199)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STL set &amp; map (Day 25)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pada pohon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DSU on Tree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pertanyaan subtree untuk setiap simpul, O(n log n).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lebih cepat ditulis, DSU on Tree lebih cepat dijalankan. Kuasai keduanya dan pilih sesuai bentuk pertanyaannya.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&amp; Cara Naifnya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O(n log n)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 &amp; Anak Berat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Kedua Teknik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pertanyaan, dijawab untuk setiap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dan Cara Naifnya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banyak warna berbeda di setiap subtree. Cara naifnya menelusuri ulang tiap subtree — dan kode ini menghitung biayanya.</a:t>
            </a:r>
            <a:endParaRPr lang="en-US" sz="1300" dirty="0"/>
          </a:p>
        </p:txBody>
      </p:sp>
      <p:pic>
        <p:nvPicPr>
          <p:cNvPr id="4" name="Image 0" descr="/tmp/ppt/imgs/c90_8_6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114" y="1993392"/>
            <a:ext cx="455931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dikunjungi sekali untuk setiap leluhurnya, jadi total kunjungannya sebanding dengan jumlah kedalaman seluruh simpul. Pada pohon berbentuk rantai, itu menjadi O(n^2).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naif: telusuri ulang subtree untuk setiap simpul.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 jumlah kedalaman; rantai panjang membuatnya O(n^2).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menurunkannya menjadi O(n log n) dengan satu aturan.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versi naif ini sebagai pembanding saat menulis versi cepatnya.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swap di baris 21 dan 22 adalah perbedaan antara O(n²) dan O(n log n).</a:t>
            </a:r>
            <a:endParaRPr lang="en-US" sz="1300" dirty="0"/>
          </a:p>
        </p:txBody>
      </p:sp>
      <p:pic>
        <p:nvPicPr>
          <p:cNvPr id="4" name="Image 0" descr="/tmp/ppt/imgs/c90_9_6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1467" y="1755648"/>
            <a:ext cx="335861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swap, menuangkan himpunan besar ke himpunan kecil bisa memindahkan n unsur berkali-kali. Dengan swap, unsur yang dipindahkan selalu yang lebih sedikit.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O(n log 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 satu: selalu gabungkan himpunan KECIL ke dalam yang BESAR. Kode ini menghitung penyisipan yang benar-benar terjadi.</a:t>
            </a:r>
            <a:endParaRPr lang="en-US" sz="1300" dirty="0"/>
          </a:p>
        </p:txBody>
      </p:sp>
      <p:pic>
        <p:nvPicPr>
          <p:cNvPr id="4" name="Image 0" descr="/tmp/ppt/imgs/c90_10_6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193" y="1993392"/>
            <a:ext cx="378715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unsur hanya berpindah ke himpunan yang ukurannya minimal dua kali lipat, jadi ia berpindah paling banyak log n kali. Itulah seluruh bukti kompleksitasnya.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15 adalah aturannya: tukar penunjuk supaya yang besar jadi tujuan.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PENUNJUK, bukan menyalin isinya — itu wajib O(1).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unsur berpindah paling banyak log n kali.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sama dipakai untuk map, multiset, dan struktur gabungan lain.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 berwarna, hitung warna berbeda per subtree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Pohon dan Warnanya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di bawah tiap simpul adalah warnanya. Yang dicari: banyaknya warna berbeda di setiap subtree.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0116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29184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8016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116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57200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1752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73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688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2487168"/>
            <a:ext cx="4297680" cy="2286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sz[4] = sz[5] = sz[6] =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sz[2] =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sz[3] = 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sz[1] = 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anak berat dari 1 adalah 2, karena sz[2] = 3 lebih besar daripada sz[3] = 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dihitung lebih dulu dengan satu DFS. Dari situ anak berat setiap simpul langsung diketahui.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Menggabungkan dari Daun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memberi himpunan berukuran satu. Simpul 2 menerima keduanya lalu menambahkan warnanya sendiri.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0116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29184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8016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116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57200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1752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73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688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{3}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8620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2487168"/>
            <a:ext cx="429768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di simpul 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4 : {2}   ukuran 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5 : {3}   ukuran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 2 sendiri: 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 : {2, 3}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jawab[2] = 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jawab[4] = jawab[5] = jawab[6] = 1      jawab[3] = 1      jawab[2] = 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simpul 3: warnanya 1 dan anaknya juga berwarna 1, sehingga himpunannya tetap berukuran satu. Warna kembar tidak menambah hitungan.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Menggabungkan di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akar, himpunan yang lebih kecil dituang ke yang lebih besar — itulah aturan small to large.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0116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29184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8016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116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57200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01752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{1,2,3}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73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{2,3}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{1}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688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2487168"/>
            <a:ext cx="429768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di akar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2 : {2,3}  ukuran 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3 : {1}    ukuran 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KECIL dituang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 yang BESAR: {1} -&gt; {2,3}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 1 sendiri: 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49743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 : {1, 2, 3}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jawab[1] = 3        hanya 1 unsur yang dipindahkan, bukan 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arahnya dibalik, dua unsur yang harus dipindahkan. Selisihnya kecil di sini, tetapi pada pohon berisi dua ratus ribu simpul selisih itu menjadi perbedaan antara lolos dan TLE.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tanpa himpunan, dengan satu pencacah global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 dan Anak Berat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 memakai gagasan yang sama tanpa struktur data: simpan hasil anak terberat, hitung ulang anak ringan. Kode ini menghitungnya.</a:t>
            </a:r>
            <a:endParaRPr lang="en-US" sz="1300" dirty="0"/>
          </a:p>
        </p:txBody>
      </p:sp>
      <p:pic>
        <p:nvPicPr>
          <p:cNvPr id="4" name="Image 0" descr="/tmp/ppt/imgs/c90_16_6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4592" y="1993392"/>
            <a:ext cx="267236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terberat dipertahankan hasilnya, anak ringan dihitung ulang. Karena setiap simpul hanya berada di jalur ringan paling banyak log n kali, totalnya tetap O(n log n) — tanpa satu pun struktur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= anak dengan subtree terbesar.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ringan dihitung lalu dibersihkan; anak berat dipertahankan.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butuh set atau map, cukup array penghitung biasa.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cepat daripada small to large karena konstantanya jauh lebih kecil.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DSU on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satu array cnt global — itulah bedanya dengan small to large yang memakai himpunan terpisah.</a:t>
            </a:r>
            <a:endParaRPr lang="en-US" sz="1300" dirty="0"/>
          </a:p>
        </p:txBody>
      </p:sp>
      <p:pic>
        <p:nvPicPr>
          <p:cNvPr id="4" name="Image 0" descr="/tmp/ppt/imgs/c90_17_6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1899" y="1755648"/>
            <a:ext cx="278058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hitungUkuran menentukan anak berat setiap simpul dalam satu DFS. Ini prasyarat seluruh tekniknya.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ubah menambah atau mengurangi seluruh subtree, dengan pilihan melewati satu anak tertentu.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ringan diproses lebih dulu dengan simpan = false, sehingga datanya dibersihkan setelah selesai.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diproses terakhir dengan simpan = true. Datanya SENGAJA ditinggal di dalam cnt.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subtree anak ringan dimasukkan kembali secara manual. Bagian inilah yang berbiaya O(n log n).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v sendiri adalah anak ringan, seluruh datanya dibersihkan agar tidak mencemari saudaranya.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Kedua Teknik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menyelesaikan masalah yang sama; pilihannya bergantung pada bentuk pertanyaannya.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834640"/>
                <a:gridCol w="27157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Small to Large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on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log² n) dgn 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on Tree lebih cepat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himpunan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satu pencacah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on Tree lebih hemat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Small to large lebih cepat ditulis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 untuk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 himpunan, 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Pencacah, penjumlahan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Bergantung pertanyaannya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Kelemahan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Konstanta set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anak berat dulu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Keduanya butuh pohon berakar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menukar penunjuk pada small to large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swap, himpunan besar bisa dituang ke himpunan kecil dan kompleksitasnya kembali menjadi O(n²). Satu baris itu adalah seluruh tekniknya.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data anak berat pada DSU on Tree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sengaja tidak dibersihkan. Membersihkannya membuat semuanya dihitung ulang dan waktunya menjadi O(n²).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Memproses anak berat sebelum anak ringan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wajib: semua anak ringan dulu, baru anak berat. Membaliknya membuat data anak berat tertimpa data anak ringan.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set padahal nilainya 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warnanya hanya sampai dua ratus ribu, array pencacah biasa menghilangkan satu faktor log dan konstantanya jauh lebih kecil.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Warna Berbeda di Setiap Subtree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berakar di simpul 1 dengan n simpul, masing-masing punya sebuah warna. Untuk setiap simpul, keluarkan banyaknya warna BERBEDA yang muncul di dalam subtreenya.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warna[i] &lt;= 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berakar di simpul 1</a:t>
            </a:r>
            <a:endParaRPr lang="en-US" sz="1200" dirty="0"/>
          </a:p>
        </p:txBody>
      </p:sp>
      <p:pic>
        <p:nvPicPr>
          <p:cNvPr id="9" name="Image 0" descr="/tmp/ppt/imgs/c90_21_6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1758" y="1280160"/>
            <a:ext cx="230736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34 dan 38: anak ringan diproses dengan simpan = false, anak berat dengan simpan = true.</a:t>
            </a:r>
            <a:endParaRPr lang="en-US" sz="1300" dirty="0"/>
          </a:p>
        </p:txBody>
      </p:sp>
      <p:pic>
        <p:nvPicPr>
          <p:cNvPr id="4" name="Image 0" descr="/tmp/ppt/imgs/c90_22_6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0283" y="1755648"/>
            <a:ext cx="198097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Untuk n sampai dua ratus ribu, pohon berbentuk rantai bisa membuat rekursinya sangat dalam — pertimbangkan versi iteratif bila stack overflow.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polanya langsung; tiga berikutnya butuh pencacah yang lebih rumit.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Colors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Warna berbeda per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600E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warna paling sering muncul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246E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Nama berbeda pada kedalaman tertentu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1009F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Kedalaman tersering, small to large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375D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DSU on tree digabung query offline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tuang yang kecil ke yang besar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swap mengubah O(n²) menjadi O(n log n). Setiap unsur hanya bisa pindah log n kali karena ukurannya berlipat dua setiap perpindahan.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on Tree mempertahankan data anak berat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ringan dihitung ulang, anak berat tidak. Sisi ringan menuju akar paling banyak log n buah, jadi setiap simpul dihitung ulang log n 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wajib: ringan dulu, berat terakhir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diproses terakhir agar datanya bisa ditinggal di dalam pencacah. Membaliknya merusak seluruh idenya.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himpunan atau pencacah sesuai pertanyaannya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lebih cepat ditulis, DSU on Tree lebih cepat dijalankan. Keduanya menyelesaikan kelas soal yang sama.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2026-09-05T08:51:36Z</dcterms:created>
  <dcterms:modified xsi:type="dcterms:W3CDTF">2026-09-05T08:51:36Z</dcterms:modified>
</cp:coreProperties>
</file>