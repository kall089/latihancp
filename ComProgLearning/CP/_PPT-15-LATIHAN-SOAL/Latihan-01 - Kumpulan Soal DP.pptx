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Kumpulan Soal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Dynamic Programming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Daftar latihan bertingkat dari AtCoder, CSES, Codeforces, dan Gemastik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Terarah · DP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Memakai Daftar Ini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Mengenali Soal DP dari Pernyataannya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1 — Membangun Refleks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2 — Bentuk DP yang Sering Keluar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3 — DP Lanjut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Gemastik yang Sudah Diperiksa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yang Sering Terjadi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Rencana Latihan Enam Minggu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Pakai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soal adalah satu sesi, bukan satu bacaan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Memakai Daftar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Daftar ini bukan untuk dibaca sampai habis, melainkan dikerjakan satu per satu dengan aturan yang sama setiap kali.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Baca soalnya, lalu tutup daftar ini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lihat kolom "yang dilatih" lebih dulu. Menebak sendiri jenis DP-nya justru latihan utamanya — kolom itu adalah jawaban, bukan petunjuk awal.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 dua puluh menit untuk berpikir di kertas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empat hal: apa state-nya, apa transisinya, apa kasus dasarnya, dan berapa kompleksitasnya. Kalau keempatnya sudah jelas, kodenya hampir menulis dirinya sendiri.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buntu, buka kolom penjelasan — bukan editorial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Beri lima belas menit lagi setelah tahu jenis DP-nya. Editorial adalah pilihan terakhir, bukan langkah kedua.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yang gagal wajib ditulis ulang dari nol besoknya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Baca pembahasannya, tutup, lalu kerjakan lagi sendiri keesokan harinya. Upsolving inilah yang paling menaikkan kemampuan — bukan banyaknya soal yang dibaca.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Mengenali Soal DP dari Pernyataannya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Batasan soal hampir selalu menunjuk bentuk DP-nya. Kode ini memetakan batasan menjadi tebakan bentuk DP dan biayanya.</a:t>
            </a:r>
            <a:endParaRPr lang="en-US" sz="1300" dirty="0"/>
          </a:p>
        </p:txBody>
      </p:sp>
      <p:pic>
        <p:nvPicPr>
          <p:cNvPr id="4" name="Image 0" descr="/tmp/ppt/imgs/c98_4_68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6595" y="1993392"/>
            <a:ext cx="6268354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ketiga: DP selang O(n^2) dengan n = 1000 sebenarnya O(n^3) dalam operasi, dan itu sudah di ambang. Menghitungnya lebih dulu memberitahumu apakah tebakanmu masuk akal.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&lt;= 20 hampir selalu berarti DP bitmask atau meet in the middle.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 &lt;= 1000 dengan soal barisan biasanya DP selang atau LCS.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Angka sampai 10^18 dengan syarat digit berarti DP digit.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Hitung state dikali transisi sebelum mengetik, bukan sesudah TLE.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1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Membangun refleks — kerjakan berurutan, jangan diloncati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1 — AtCoder Educational DP Contest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Sepuluh soal pertama EDPC adalah tangga DP terbaik yang ada. Kerjakan berurutan; tiap soal menambah satu gagasan saja.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910328"/>
                <a:gridCol w="21031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Deck terkait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AtCoder EDPC A — Frog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linear pertama, dua pilihan lompatan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143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AtCoder EDPC B — Frog 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Transisi dengan k pilihan, bukan dua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143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AtCoder EDPC C — Vacation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State tambahan: kegiatan hari kemarin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155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AtCoder EDPC D — Knapsack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0-1 knapsack baku, kapasitas kecil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145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AtCoder EDPC E — Knapsack 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Tukar peran: nilai jadi indeks, berat jadi isi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145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AtCoder EDPC F — LCS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dua dimensi plus rekonstruksi jawaban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149, 152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AtCoder EDPC G — Longest Path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di atas DAG, digabung topological sort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119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AtCoder EDPC H — Grid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pada grid dengan halangan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150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AtCoder EDPC I — Coins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probabilitas paling dasar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163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AtCoder EDPC J — Sushi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ekspektasi dengan tiga dimensi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163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1 — CSES Dynamic Programming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CSES memberi umpan balik per test case, jadi kesalahan kecil langsung ketahuan. Cocok dipakai bersamaan dengan EDPC.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910328"/>
                <a:gridCol w="21031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Deck terkait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Dice Combinations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cara, urutan diperhatikan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141, 143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Minimizing Coins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Coin change minimum, koin tak terbatas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144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Coin Combinations 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susunan, urutan diperhatikan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144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Coin Combinations II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kombinasi, urutan diabaikan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144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Removing Digits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dengan transisi dari digit bilangan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143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Grid Paths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grid dengan sel terlarang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150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Book Shop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0-1 knapsack dengan optimasi satu baris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145, 153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Array Description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dengan nilai sebagai dimensi kedua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155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Edit Distance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Jarak sunting, DP dua string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149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Money Sums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Subset sum, kumpulan nilai yang tercapai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146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2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Bentuk DP yang paling sering keluar di kontes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2 — Codeforces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Soal-soal ini muncul di posisi C dan D Div 2. Semuanya klasik dan pembahasannya berlimpah bila kamu benar-benar buntu.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910328"/>
                <a:gridCol w="21031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Deck terkait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455A — Boredom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linear dengan pengelompokan nilai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143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189A — Cut Ribbon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Unbounded knapsack berbentuk lain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144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698A — Vacations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State tambahan berupa pilihan kemarin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155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977F — Consecutive Subsequence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digabung map, bukan array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143, 155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1195C — Basketball Exercise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dua baris, pilihan bergantian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143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4D — Mysterious Present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 pada dua dimensi sekaligus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148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580D — Kefa and Dishes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bitmask dengan bonus antar pasangan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156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AtCoder EDPC K — Stones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permainan: posisi menang dan kalah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165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AtCoder EDPC L — Deque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selang dua pemain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151, 165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AtCoder EDPC N — Slimes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selang klasik, digabung prefix sum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151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2 — CSES &amp; AtCoder Lanjutan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tingkat ini state-nya mulai perlu dirancang, bukan langsung terlihat dari pernyataan soal.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910328"/>
                <a:gridCol w="21031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Deck terkait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Removal Game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selang untuk permainan dua pemain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151, 165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Rectangle Cutting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dua dimensi dengan pemotongan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151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Increasing Subsequence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 dalam O(n log 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148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Projects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digabung binary search pada waktu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143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Elevator Rides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bitmask dengan dua nilai per state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156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Two Sets II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Subset sum menghitung banyaknya cara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146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AtCoder EDPC O — Matching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bitmask untuk pencocokan bipartit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157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AtCoder EDPC P — Independent Set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pada pohon, dua keadaan per simpul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160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AtCoder EDPC M — Candies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dengan prefix sum sebagai percepatan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143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AtCoder EDPC S — Digit Sum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digit dengan batas ketat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159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3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DP lanjut — kerjakan setelah Tingkat 2 tuntas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3 — DP Lanjut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menyentuh bagian ini sebelum Tingkat 2 selesai. Soal di sini menguji perancangan state, bukan lagi penerapan pola.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910328"/>
                <a:gridCol w="21031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Deck terkait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AtCoder EDPC Q — Flowers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digabung Fenwick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148, 170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AtCoder EDPC T — Permutation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menghitung dengan prefix sum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155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AtCoder EDPC U — Grouping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bitmask menelusuri seluruh himpunan bagian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158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AtCoder EDPC V — Subtree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Rerooting technique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162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AtCoder EDPC W — Intervals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digabung segment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172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AtCoder EDPC Z — Frog 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Convex Hull Trick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244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Counting Tilings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Broken profile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166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Counting Numbers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digit dengan dua batas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159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868F — Yet Another Minimization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Divide and conquer optimization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248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Counting Towers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dengan keadaan bentuk baris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166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Gemastik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Diambil dari arsip resmi TLX dan sudah diperiksa isinya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Gemastik — Soal Bernuansa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Arsip Gemastik 14 (2021) statement-nya terbuka untuk umum, jadi jenis soalnya bisa dipastikan. Tahun setelahnya perlu dibuka sendiri di TLX.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910328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Letak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Maximum Sum of Array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DP linear dengan syarat jarak minimum M antar unsur terpilih, n sampai 10^6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Gemastik 14 · Penyisihan J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 Gemastik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Kombinatorika menghitung permutasi dengan dua syarat urutan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Gemastik 14 · Penyisihan 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Barisan Fimoracci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Perlu dibuka sendiri — statement 2024 tidak terbuka untuk umum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Gemastik 2024 · Penyisihan 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 Query Digit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Perlu dibuka sendiri — judulnya mengarah ke DP digit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Gemastik 15 · Penyisihan 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Zuma Bergembira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Perlu dibuka sendiri — judulnya mengarah ke DP selang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Gemastik 2023 · Final J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yang Sering Terjadi Saat Latihan DP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nomor satu: arah loop knapsack. Kode ini menjalankan kedua arah pada data yang sama — hasilnya dua soal yang berbeda.</a:t>
            </a:r>
            <a:endParaRPr lang="en-US" sz="1300" dirty="0"/>
          </a:p>
        </p:txBody>
      </p:sp>
      <p:pic>
        <p:nvPicPr>
          <p:cNvPr id="4" name="Image 0" descr="/tmp/ppt/imgs/c98_15_6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652" y="1993392"/>
            <a:ext cx="550624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Satu-satunya perbedaan adalah arah loop kapasitas, dan jawabannya berbeda. Menurun berarti tiap barang hanya boleh dipakai sekali; menaik berarti boleh berulang.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0-1 knapsack: kapasitas dari BESAR ke kecil.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Unbounded knapsack: kapasitas dari KECIL ke besar.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Kedua kode berjalan lancar — yang salah hanya jawabannya.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Hafalkan satu baris ini; ia muncul di hampir setiap soal knapsack.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Rencana Latihan Enam Minggu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soal per hari terlalu banyak. Dua soal yang dikerjakan tuntas lebih baik daripada lima yang setengah jadi.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114800"/>
                <a:gridCol w="472744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Minggu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Target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Minggu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EDPC A sampai 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Refleks state dan transisi terbentuk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Minggu 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EDPC F sampai J + CSES Dice, Minimizing Coins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Knapsack dan DP dua dimensi lancar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Minggu 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Sisa CSES Tingkat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Semua bentuk DP dasar pernah ditulis sendiri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Minggu 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Tingkat 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Terbiasa mengenali DP tanpa diberi tahu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Minggu 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&amp; AtCoder Tingkat 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Mulai merancang state, bukan menirunya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Minggu 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 3 + ulang seluruh soal yang gagal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Upsolving; ini minggu paling berharga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menentukan apakah latihan ini berhasil atau tidak.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Urutan lebih penting daripada jumlah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EDPC disusun agar tiap soal menambah tepat satu gagasan baru. Meloncatinya membuat soal berikutnya terasa jauh lebih sulit daripada seharusnya.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puluh menit berpikir sebelum melihat apa pun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Waktu berpikir itulah latihannya. Membuka editorial lebih cepat memberi rasa paham tanpa kemampuan mengulanginya.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yang gagal wajib ditulis ulang dari nol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Baca pembahasannya, tutup, lalu kerjakan lagi sendiri keesokan harinya. Upsolving inilah yang paling menaikkan kemampuan.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Catat satu kalimat untuk tiap soal yang selesai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"Soal ini DP karena ..." — kalimat pendek itu yang membuatmu mengenali bentuk yang sama di kontes berikutnya.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2026-09-05T08:51:37Z</dcterms:created>
  <dcterms:modified xsi:type="dcterms:W3CDTF">2026-09-05T08:51:37Z</dcterms:modified>
</cp:coreProperties>
</file>