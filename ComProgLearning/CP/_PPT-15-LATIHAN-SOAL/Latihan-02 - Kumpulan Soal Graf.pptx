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Kumpulan Soal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latihan bertingkat dari CSES, Codeforces, dan Gemastik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Terarah · Graf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Memakai Daftar Ini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Soal Graf dari Pernyataannya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Penelusuran Dasar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Jarak Terpendek &amp; DSU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 — Graf Lanjut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Gemastik yang Sudah Diperiksa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Sering Terjadi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Rencana Latihan Enam Minggu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Pakai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Menemukan grafnya adalah setengah dari pekerjaannya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Memakai Daftar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graf yang sulit, algoritmanya justru bagian yang mudah. Yang sulit adalah memutuskan apa simpul dan apa sisinya.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dua baris di kertas sebelum mengetik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"simpul = ..." dan "sisi = ...". Kebiasaan kecil ini mencegah sebagian besar model graf yang salah, dan membuat pemilihan algoritmanya jadi otomatis.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banyak simpul dan sisinya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hasilnya melebihi sekitar sejuta, modelnya yang salah — bukan kodenya yang perlu dipercepat. Ganti definisi simpulnya, jangan optimalkan loopnya.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Baru pilih algoritmanya, dan itu bagian termudah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sama berarti BFS. Bobot tak negatif berarti Dijkstra. Ada bobot negatif berarti Bellman-Ford. Semua pasangan berarti Floyd-Warshall.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sendiri sisi ganda, gelang, dan graf terputus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ini jarang ada di contoh masukan, tetapi hampir selalu ada di test tersembunyi. Buat sendiri masukan kecil yang memuat ketiganya.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Soal Graf dari Pernyataannya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yang tersamar paling sering berbentuk grid. Kode ini mengubah grid menjadi daftar ketetanggaan supaya bentuk grafnya terlihat.</a:t>
            </a:r>
            <a:endParaRPr lang="en-US" sz="1300" dirty="0"/>
          </a:p>
        </p:txBody>
      </p:sp>
      <p:pic>
        <p:nvPicPr>
          <p:cNvPr id="4" name="Image 0" descr="/tmp/ppt/imgs/c99_4_6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080" y="1993392"/>
            <a:ext cx="351538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bebas adalah simpul, setiap pasangan sel bersebelahan adalah sisi. Setelah diubah, BFS dan DFS biasa langsung berlaku — tidak ada algoritma khusus grid.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Nomori sel dengan i * C + j supaya bisa dipakai sebagai indeks simpul.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arah untuk gerak lurus, delapan arah bila diagonal ikut.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grid diperiksa SEBELUM membaca isinya.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grid besar, tidak perlu benar-benar membangun adj — hitung saat jalan.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dasar — DFS, BFS, dan komponen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CSES Graph Algorithms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awal CSES adalah tangga graf paling rapi yang tersedia. Kerjakan berurutan; tiap soal menambah satu gagasan.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Rooms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Flood fill pada grid, menghitung komponen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Labyrinth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pada grid plus menelusuri jalurnya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117, 124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Building Roads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 terhubung, menyambung dengan DSU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113, 134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Message Route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jarak terpendek plus rekonstruksi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Building Teams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Uji bipartit dengan pewarnaan dua warna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Round Trip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Deteksi siklus pada graf tak berarah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Monsters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berbanyak sumber, dua penelusuran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Round Trip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Deteksi siklus pada graf berarah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Course Schedule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Topological sort baku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Longest Flight Route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di atas DAG setelah topological 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Codeforces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Soal-soal ini pendek dan langsung. Tujuannya membuat DFS dan BFS menjadi refleks, bukan sesuatu yang perlu diingat-ingat.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115A — Party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Kedalaman pada struktur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217A — Ice Skating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 terhubung, model grafnya tersamar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113, 134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902B — Coloring a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DFS pada pohon dengan pewarisan warna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510B — Fox And Two Dots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Deteksi siklus pada grid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117, 118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601A — The Two Routes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pada graf dan graf komplemennya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20C — Dijkstra?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plus rekonstruksi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25D — Roads not only in Berland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untuk menyambung komponen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134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Shortest Routes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baku dengan priority_queue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Shortest Routes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 untuk semua 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131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Flight Discount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pada graf berlapis dua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124, 127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terpendek, DSU, dan ruang keadaan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Jarak Terpendek &amp; Pohon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tingkat ini grafnya sudah tidak diberikan langsung. Sebagian harus kamu bentuk sendiri dari pernyataan soal.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High Score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Bellman-Ford plus deteksi siklus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Cycle Finding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Menemukan siklus negatif dan mencetaknya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Flight Routes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untuk k jalur terpendek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Investigation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dengan empat nilai sekaligus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Road Reparation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Minimum spanning tree dengan Kruskal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136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Road Construction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dinamis, ukuran komponen terbesar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134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Flight Routes Check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Keterhubungan kuat pada graf berarah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225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Planets Queries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lifting pada graf fungsional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162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Planets Cycles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Siklus pada graf fungsional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Game Routes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jalur pada DAG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BFS pada Ruang Keadaan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Kelompok ini yang paling sering menjebak. Simpulnya bukan tempat, melainkan keadaan — dan itu harus kamu putuskan sendiri.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173B — Chamber of Secrets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Model graf tersamar, BFS 0-1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Planets Queries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pada graf fungsional dengan binary lifting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162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590C — Three States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0-1 pada grid, menyambung tiga daerah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1063B — Labyrinth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dengan dua sisa jatah gerak sebagai 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500B — New Year Permutation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pada permutasi lalu urutkan tiap komponen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134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977E — Cyclic Components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Mendeteksi komponen yang berbentuk siklus murni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113, 118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Mail Delivery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Sirkuit Euler pada graf tak berarah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Teleporters Path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Lintasan Euler pada graf berarah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Hamiltonian Flights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bitmask pada graf, n sampai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Knight's Tour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Backtracking dengan aturan Warnsdorff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62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SCC, jembatan, aliran, dan pencocokan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 — Graf Lanjut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bagian ini hanya setelah Tingkat 2 tuntas. Materinya ada di deck Day 225 sampai 233.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Planets and Kingdoms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Strongly connected component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225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Giant Pizza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2-SAT dari kalimat implikasi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229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Coin Collector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Kondensasi SCC lalu DP pada DAG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225, 119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Download Speed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Aliran maksimum dengan Dinic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231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Police Chase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Minimum cut, mencetak sisi pemotongnya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231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School Dance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Pencocokan bipartit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233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Routes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Aliran maksimum plus menelusuri jalurnya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231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118E — Bertown Roads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Jembatan dan pengarahan 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227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427C — Checkposts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SCC digabung perhitungan biaya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225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De Bruijn Sequence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Sirkuit Euler pada graf De Bruijn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121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Gemastik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Diambil dari arsip resmi TLX dan sudah diperiksa isinya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Gemastik — Soal Bernuansa Graf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soal pertama sudah dibaca isinya lewat arsip terbuka Gemastik 14. Sisanya perlu kamu buka sendiri di TLX.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Letak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Portal dan Monster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 terhubung digabung greedy urutan; n sampai 1000, m sampai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14 · Penyisihan 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Penelusuran pohon, XOR sepanjang lintasan; n sampai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14 · Final 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Rumah Sakit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search on answer digabung graf; n sampai 300, m sampai 10^4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14 · Final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Ketahanan Website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Minimum vertex cut pada graf berarah asiklik; n sampai 50.000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14 · Final 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Listrik Perumahan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dibuka sendiri — judulnya mengarah ke minimum spanning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2023 · Final 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Sering Terjadi pada Soal Graf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nomor satu: memakai DFS untuk jarak terpendek. Kode ini menjalankan keduanya pada graf yang sama supaya bedanya terlihat.</a:t>
            </a:r>
            <a:endParaRPr lang="en-US" sz="1300" dirty="0"/>
          </a:p>
        </p:txBody>
      </p:sp>
      <p:pic>
        <p:nvPicPr>
          <p:cNvPr id="4" name="Image 0" descr="/tmp/ppt/imgs/c99_15_6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715" y="1993392"/>
            <a:ext cx="361011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5 bertetangga langsung dengan simpul 1, jadi jaraknya 1. DFS melaporkan 4 karena ia sampai lewat jalan memutar dan menandai simpul pada kunjungan pertama. BFS selalu benar untuk bobot yang sama.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tidak memberi jarak terpendek — pakai BFS untuk bobot seragam.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Tandai simpul saat MASUK antrean, bukan saat keluar.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Dijkstra hampir selalu perlu long long.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ganda, gelang, dan graf terputus wajib diuji sendiri.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Rencana Latihan Enam Minggu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punya lebih banyak algoritma daripada DP, tetapi tiap algoritmanya lebih pendek. Yang perlu dilatih adalah pemodelannya.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7274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Target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Tingkat 1, enam soal pertama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DFS dan BFS menjadi refleks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CSES Tingkat 1 + Codeforces Tingkat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Topological sort dan Dijkstra lancar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 2 bagian jarak terpendek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Bellman-Ford, Floyd-Warshall, MST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 2 bagian ruang keadaan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Terbiasa memilih simpul berupa keadaan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 3 bagian SCC dan 2-SAT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Mengubah kalimat implikasi menjadi graf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 3 bagian aliran + soal Gemastik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Upsolving seluruh soal yang gagal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membedakan orang yang bisa soal graf dan yang hanya hafal algoritmanya.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Menemukan grafnya lebih sulit daripada menelusurinya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BFS bisa dihafal dalam sepuluh menit. Memutuskan bahwa simpulnya adalah pasangan (posisi, kunci) adalah kemampuan yang butuh puluhan soal.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"simpul = ..." dan "sisi = ..." sebelum mengetik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baris di kertas ini mencegah hampir semua model graf yang salah, dan membuat pemilihan algoritmanya menjadi otomatis.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algoritma dari bobot sisinya, bukan dari kebiasaan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sama berarti BFS. Memakai Dijkstra di situ tidak salah, tetapi lebih panjang ditulis dan lebih mudah keliru.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sendiri sisi ganda, gelang, dan graf terputus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ini jarang ada di contoh masukan, tetapi hampir selalu ada di test case tersembunyi.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2026-09-05T08:51:37Z</dcterms:created>
  <dcterms:modified xsi:type="dcterms:W3CDTF">2026-09-05T08:51:37Z</dcterms:modified>
</cp:coreProperties>
</file>