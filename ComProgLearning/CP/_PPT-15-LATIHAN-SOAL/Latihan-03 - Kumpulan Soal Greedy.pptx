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1371600"/>
            <a:ext cx="76809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Kumpulan Soal</a:t>
            </a:r>
            <a:endParaRPr lang="en-US" sz="4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4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Daftar latihan bertingkat dari CSES, Codeforces, dan Gemastik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4645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Latihan Terarah · Greedy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solidFill>
            <a:srgbClr val="F2F7F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235440" y="13716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GY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6751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atau DP — Cara Memutuskannya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Urutkan lalu Ambil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Priority Queue &amp; Dua Penunjuk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062472" y="12801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Greedy yang Perlu Dibuktikan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62472" y="1956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ECDC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 yang Sudah Diperiksa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062472" y="26334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0736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Membuktikan dengan Exchange Argument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062472" y="3310128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08   </a:t>
            </a:r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Pakai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Menemukan aturannya mudah; memastikannya benar tidak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F5A623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Cara Memakai Daftar Ini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adalah topik dengan kode terpendek dan tingkat kesalahan tertinggi. Aturan kerjanya harus berbeda dari topik lain.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2130552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97510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 aturan greedy-mu menjadi satu kalimat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22576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"Selalu ambil yang selesainya paling awal." Kalau aturanmu butuh tiga kalimat dengan pengecualian, kemungkinan besar soal itu sebenarnya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3129534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974086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Habiskan lima menit mencoba mematahkannya sendiri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21558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Buat kasus n = 2 dan n = 3 yang paling ekstrem yang bisa kamu bayangkan. Kalau aturanmu patah di situ, kamu baru saja menghemat empat puluh menit.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4128516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97306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Tulis brute force pembanding sebelum submit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320540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greedy melawan pencarian paksa untuk seluruh masukan berukuran delapan ke bawah. Lima menit menulisnya, dan itulah pembeda AC dengan WA di test 14.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512749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97205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Ingat kenapa greedy begitu menjebak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319522"/>
            <a:ext cx="1024128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Kodenya benar, jalannya lancar, contoh soalnya lulus — lalu gagal di test tersembunyi yang tidak bisa kamu lihat. Satu-satunya pengaman adalah pembanding.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atau DP — Cara Memutuskannya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Uji cepatnya: jalankan greedy dan DP pada masukan acak, lalu hitung berapa kali greedy meleset. Kode ini melakukannya untuk coin change.</a:t>
            </a:r>
            <a:endParaRPr lang="en-US" sz="1300" dirty="0"/>
          </a:p>
        </p:txBody>
      </p:sp>
      <p:pic>
        <p:nvPicPr>
          <p:cNvPr id="4" name="Image 0" descr="/tmp/ppt/imgs/c100_4_6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85715" y="1993392"/>
            <a:ext cx="3610114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EC6BA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Untuk koin sungguhan greedy tidak pernah salah; untuk koin {1,3,4} ia meleset di puluhan nilai. Target 6 adalah contoh termudah: greedy memberi 4+1+1 = tiga koin, DP memberi 3+3 = dua koin.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benar hanya untuk himpunan koin tertentu, bukan semuanya.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Jalankan pembanding untuk seluruh target kecil — lima menit menulisnya.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ada kapasitas atau anggaran yang dibagi, hampir pasti DP.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EC6BA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keputusan sekarang tidak mengubah pilihan nanti, greedy layak dicoba.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Urutkan lalu ambil — pola greedy yang paling sering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CSES Sorting and Searching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Bagian ini melatih pola yang paling sering muncul: urutkan dengan kunci yang tepat, lalu ambil sekali jalan.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Distinct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lalu unique, pemanasan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Apartments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penunjuk setelah pengurutan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Ferris Wheel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Memasangkan dari dua ujung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Concert Tickets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Mencari nilai terdekat dengan 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Movie Festival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Penjadwalan interval, urut waktu selesai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Restaurant Customers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Sweep line pada garis waktu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242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Sum of Two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penunjuk setelah pengurutan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— greedy yang sebenarnya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Subarray Sums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penunjuk pada nilai positif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Playlist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Sliding window dengan himpunan nilai unik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1 — Codeforces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pendek untuk membangun refleks. Tetap terapkan aturan lima menit mencari contoh penyangkal, walau soalnya terlihat mudah.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158B — Taxi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Menghitung kelompok, greedy pencacahan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379A — New Year Candles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Simulasi greedy dengan penukaran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996A — Hit the Lottery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Ambil pecahan terbesar dulu; kenapa itu benar?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545D — Queue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Urutkan menaik lalu ambil selagi muat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279B — Books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Sliding window, bukan greedy naif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218B — Airport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 queue untuk maksimum dan minimum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388A — Fox and Box Accumulation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Urutkan lalu bagi menjadi tumpukan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723C — Polycarp at the Radio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penggantian dengan penghitungan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Nested Ranges Check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dua kunci, selang bersarang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Factory Machines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 on answer, bukan greedy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48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Priority queue, dua penunjuk, dan jendela geser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FA8E8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Greedy dengan Struktur Data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tingkat ini aturan greedy-nya sudah tidak terlihat dari pernyataan soal. Sebagian baru muncul setelah data diurutkan.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Towers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Multiset, menumpuk dengan aturan terkecil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Traffic Lights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Set untuk menyisipkan sekat berurutan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Room Allocation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 queue pada penjadwalan ruangan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Sliding Median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multiset yang dijaga seimbang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Sliding Cost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Median pada jendela geser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Collecting Numbers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berdasarkan posisi, bukan nilai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Subarray Sums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digabung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29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Subarray Distinct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Sliding window dengan penghitung nilai unik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Nearest Smaller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Monotonic stack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Sum of Three Values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plus dua penunjuk bersarang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2 — Codeforces &amp; CSES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Soal-soal ini muncul di posisi B dan C Div 2, dan hampir semuanya menuntut satu penukaran untuk membuktikan aturannya.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545C — Woodcutters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kiri-dulu; kasus ujung perlu hati-hati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71,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1005C — Summarize to the Power of Two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dengan map dan pencarian pasangan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435B — Pasha Maximizes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dengan batas jumlah operasi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Collecting Numbers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Greedy posisi dengan pembaruan setempat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Array Division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Binary search on answer plus pengecekan greedy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48,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Subarray Divisibility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Prefix sum modulo digabung map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29, 90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Maximum Subarray Sum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Kadane dengan batas panjang jendela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35, 37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Josephus Problem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Penghapusan berulang dengan struktur indeks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170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butuh bukti sebelum ditulis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A78BFA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Tingkat 3 — Greedy yang Perlu Dibuktikan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 tingkat ini menebak aturan tanpa membuktikannya hampir pasti berakhir WA. Kerjakan exchange argument-nya lebih dulu.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Deck terkait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Tasks and Deadlines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Exchange argument murni; urutannya tidak jelas dari 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Missing Coin Sum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Invarian jangkauan; buktinya pendek tapi tidak terlihat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Reading Books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Kasus khusus saat satu unsur mendominasi sisanya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Stick Lengths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Median optimal; buktikan kenapa bukan rata-rata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Nested Ranges Count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dua kunci digabung Fenwick Tree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72, 170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— Movie Festival II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Penjadwalan k orang sekaligus dengan multiset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1157C2 — Increasing Subsequence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Dua penunjuk dari dua ujung; kasus seri butuh bukti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32,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Codeforces 1526C2 — Potions (Hard Version)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 queue dengan pembatalan pilihan sebelumnya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Day 21, 72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20574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DDE7F2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288036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Gemastik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365760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Diambil dari arsip resmi TLX dan sudah diperiksa isinya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815584" y="4251960"/>
            <a:ext cx="548640" cy="45720"/>
          </a:xfrm>
          <a:prstGeom prst="rect">
            <a:avLst/>
          </a:prstGeom>
          <a:solidFill>
            <a:srgbClr val="4ECDC4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Gemastik — Soal Bernuansa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Tiga soal pertama sudah dibaca isinya lewat arsip terbuka Gemastik 14. Dua terakhir perlu kamu buka sendiri di TLX.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4910328"/>
                <a:gridCol w="2103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Yang dilatih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Letak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Bitcoin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Jumlahkan seluruh selisih harga yang naik; n sampai 10^6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E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Portal dan Monster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Komponen terhubung lalu urutan pemakaian portal yang optimal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C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Asteroid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Simulasi greedy tetangga terdekat dengan bahan bakar terbatas; n sampai 3 x 10^5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Final J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Undian Berhadiah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Pengurutan sederhana dengan jarak minimum; latihan pemanasan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14 · Penyisihan 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Diskon 50%, S&amp;K Berlaku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Perlu dibuka sendiri — judulnya mengarah ke greedy pemasangan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Gemastik 2024 · Penyisihan 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Membuktikan dengan Exchange Argument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 Smith: kerjakan tugas dengan rasio bobot per durasi terbesar lebih dulu. Kode ini membuktikannya melawan seluruh permutasi.</a:t>
            </a:r>
            <a:endParaRPr lang="en-US" sz="1300" dirty="0"/>
          </a:p>
        </p:txBody>
      </p:sp>
      <p:pic>
        <p:nvPicPr>
          <p:cNvPr id="4" name="Image 0" descr="/tmp/ppt/imgs/c100_15_69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5018" y="1993392"/>
            <a:ext cx="369150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5B8DE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1165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Nol kegagalan dari lima ratus kasus acak. Buktinya lewat penukaran: menukar dua tugas bersebelahan mengubah total sebesar (d1*w2 - d2*w1), jadi urutan menurut rasio itulah yang meminimalkan.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4082796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954780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Bandingkan dengan perkalian silang, bukan pembagian — hindari pecahan.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538853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410837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Exchange argument selalu memeriksa dua unsur BERSEBELAHAN.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994910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866894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Kalau penukaran tidak pernah memperbaiki, urutannya sudah optimal.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450967"/>
            <a:ext cx="82296" cy="82296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322951"/>
            <a:ext cx="3182112" cy="401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Pembanding permutasi seperti ini menggantikan bukti formal di kontes.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yang Sering Terjadi pada Soal Greedy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Kesalahan nomor satu: memilih kunci pengurutan yang salah. Kode ini menjalankan tiga kunci pada soal interval yang sama.</a:t>
            </a:r>
            <a:endParaRPr lang="en-US" sz="1300" dirty="0"/>
          </a:p>
        </p:txBody>
      </p:sp>
      <p:pic>
        <p:nvPicPr>
          <p:cNvPr id="4" name="Image 0" descr="/tmp/ppt/imgs/c100_16_69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0888" y="1993392"/>
            <a:ext cx="3859768" cy="39959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993392"/>
            <a:ext cx="3950208" cy="3995928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6" name="Shape 3"/>
          <p:cNvSpPr/>
          <p:nvPr/>
        </p:nvSpPr>
        <p:spPr>
          <a:xfrm>
            <a:off x="7571232" y="1993392"/>
            <a:ext cx="3950208" cy="4572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45552" y="2194560"/>
            <a:ext cx="3401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0" kern="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PENJELASAN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845552" y="2596896"/>
            <a:ext cx="3401568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Interval panjang {1,10} langsung memblokir seluruhnya kalau diurutkan berdasarkan waktu mulai. Hanya "waktu selesai" yang selalu benar — durasi terpendek hanya kebetulan benar di sini.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845552" y="3867912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046720" y="3739896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Soal interval diurutkan berdasarkan waktu SELESAI, bukan mulai.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845552" y="4377690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046720" y="4249674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salah tetap lulus contoh soal — brute force pembandingnya wajib.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845552" y="4887468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046720" y="4759452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Comparator memakai &lt; , tidak pernah &lt;= 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845552" y="5397246"/>
            <a:ext cx="82296" cy="82296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046720" y="5269230"/>
            <a:ext cx="3182112" cy="454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Penjumlahan 10^5 unsur bernilai 10^9 wajib long long.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Rencana Latihan Enam Minggu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paling cepat dikuasai di antara tiga topik ini, asalkan kebiasaan mengujinya dengan brute force ikut terbangun.</a:t>
            </a:r>
            <a:endParaRPr lang="en-US" sz="13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" y="1993392"/>
          <a:ext cx="10853928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114800"/>
                <a:gridCol w="472744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Isi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7F7F7F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Target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CSES Tingkat 1, enam soal pertama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Pola "urutkan lalu ambil" menjadi refleks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2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Sisa CSES Tingkat 1 + Codeforces Tingkat 1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Memilih kunci pengurutan dengan yakin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3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2 bagian struktur data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Priority queue dan multiset lancar dipakai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4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2 bagian Codeforces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Terbiasa membedakan greedy dari DP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5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Tingkat 3 + latihan exchange argument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Berani submit greedy karena sudah dibuktikan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Minggu 6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Soal Gemastik + ulang seluruh soal yang gagal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entury Gothic" pitchFamily="34" charset="0"/>
                          <a:ea typeface="Century Gothic" pitchFamily="34" charset="-122"/>
                          <a:cs typeface="Century Gothic" pitchFamily="34" charset="-120"/>
                        </a:rPr>
                        <a:t>Upsolving; minggu paling menentukan</a:t>
                      </a:r>
                      <a:endParaRPr lang="en-US" sz="1200" dirty="0">
                        <a:latin typeface="Century Gothic" charset="0"/>
                        <a:ea typeface="Century Gothic" charset="0"/>
                        <a:cs typeface="Century Gothic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E3E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67512" y="384048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A1A1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Ringkasan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67512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F7F7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Empat hal yang membedakan greedy yang berani disubmit dari greedy yang hanya ditebak.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7512" y="1892808"/>
            <a:ext cx="91440" cy="91440"/>
          </a:xfrm>
          <a:prstGeom prst="rect">
            <a:avLst/>
          </a:prstGeom>
          <a:solidFill>
            <a:srgbClr val="4FA8E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60120" y="17373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FA8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Aturannya harus muat dalam satu kalimat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08483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"Selalu ambil yang selesainya paling awal." Kalau aturanmu butuh tiga kalimat dengan pengecualian, kemungkinan besar soal itu DP.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67512" y="2898648"/>
            <a:ext cx="91440" cy="91440"/>
          </a:xfrm>
          <a:prstGeom prst="rect">
            <a:avLst/>
          </a:prstGeom>
          <a:solidFill>
            <a:srgbClr val="3ECF9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743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ECF9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Lima menit mencari contoh penyangkal, setiap kali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09067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Coba patahkan aturanmu sendiri dengan n = 2 dan n = 3. Kalau patah, kamu baru saja menghemat empat puluh menit dan tiga submission.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67512" y="3904488"/>
            <a:ext cx="91440" cy="91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60120" y="37490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A623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Brute force pembanding adalah satu-satunya pengaman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9651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Greedy yang salah tetap lulus contoh soal dan berjalan lancar. Tanpa pembanding untuk n kecil, kamu tidak akan pernah tahu sampai juri memberitahu.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7512" y="4910328"/>
            <a:ext cx="91440" cy="9144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7548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78BF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Exchange argument adalah satu-satunya bukti yang perlu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5102352"/>
            <a:ext cx="10241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Tukar dua unsur di posisi pertama yang berbeda, lalu tunjukkan hasilnya tidak memburuk. Bentuknya sama untuk hampir semua soal greedy.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2026-09-05T08:51:37Z</dcterms:created>
  <dcterms:modified xsi:type="dcterms:W3CDTF">2026-09-05T08:51:37Z</dcterms:modified>
</cp:coreProperties>
</file>