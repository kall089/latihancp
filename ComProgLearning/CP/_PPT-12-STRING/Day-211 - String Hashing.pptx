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dua substring dalam O(1) — dan risiko yang harus dijaga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 meringkas kalimat menjadi satu angka.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membandingkan dua dokumen kata demi kata, kamu bandingkan "sidik jari" masing-masing — satu angka pendek.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Hash: string diubah menjadi satu bilangan. Perbandingan O(n) menjadi O(1).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dokumen yang sama pasti punya sidik jari sama. Tetapi sidik jari sama BELUM TENTU dokumennya sama.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sama berarti hash pasti sama; hash sama belum tentu string sama. Dari sini semua risikonya datang.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ruangan berisi 50 orang, peluang ada dua orang berulang tahun sama sudah di atas 90 persen — jauh lebih besar dari dugaan.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Paradoks ulang tahun: peluang tabrakan dihitung dari banyaknya PASANGAN, bukan dari banyaknya string.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cara membuat sidik jarinya diketahui umum, orang bisa sengaja membuat dua dokumen bersidik jari sama.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tetap bisa dijebak tes anti-hash. Pakai basis acak dari waktu berjalan.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hash substring sejajar dengan prefix sum, hanya ditambah penyesuaian pangkat.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 mengubah setiap string menjadi satu bilangan, sehingga membandingkan dua substring sepanjang apa pun menjadi satu perbandingan bilangan.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Polynomial rolling hash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karakter diberi bobot pangkat basis sesuai posisinya, lalu seluruhnya dijumlahkan modulo bilangan prima besar. Persis seperti menuliskan bilangan dalam basis 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hash membuatnya O(1)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menyimpan hash setiap prefix dan pangkat basis, hash substring mana pun didapat lewat satu pengurangan — polanya sejajar dengan prefix sum.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implikasinya satu arah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sama berarti hash pasti sama. Tetapi hash sama BELUM TENTU string sama. Dari arah kedua inilah seluruh risikonya datang.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Paradoks ulang tahun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gagal bukan 1 dibagi modulus, melainkan banyaknya PASANGAN dibagi modulus. Untuk 10^5 string, satu modulus 10^9 hampir pasti bertabrakan.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Hashing adalah alat paling luwes untuk soal string, asalkan risikonya dijaga.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membandingkan banyak pasangan substring secara acak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apakah sebuah substring palindrom, dengan hash dua arah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Mencocokkan struktur subtree pada pohon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longest common prefix dengan binary search pada panjang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khusus tentang periode atau border — prefix function lebih tepat dan pasti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Kontes tidak memperbolehkan solusi probabilistik atau tesnya sangat ketat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yang dilakukan sedikit dan panjangnya pendek — perbandingan langsung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Codeforces, SELALU pakai basis acak dari waktu berjalan. Basis tetap yang umum dipakai bisa dijebak dengan tes anti-hash yang disiapkan sebelumnya.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(Day 90)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(Day 29)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(Day 213)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substring dalam O(1), dengan risiko yang harus dijaga.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hash substring adalah prefix sum dengan penyesuaian pangkat. Bila prefix sum sudah jelas bagimu, materi ini hanya menambahkan satu faktor.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Polynomial Rolling Hash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Precompute Prefix Hash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Rumus Pengurangannya Begitu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Perhitungan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Risiko Tabrakan &amp; Paradoks Ulang Tahun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Double Hashing &amp; Basis Acak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yang Sering Keluar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menjadi bilangan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Polynomial Rolling Hash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Bangun tabel hash sekali, lalu bandingkan substring mana pun dalam O(1). Kode ini menguji SELURUH pasangan substring melawan perbandingan langsung.</a:t>
            </a:r>
            <a:endParaRPr lang="en-US" sz="1300" dirty="0"/>
          </a:p>
        </p:txBody>
      </p:sp>
      <p:pic>
        <p:nvPicPr>
          <p:cNvPr id="4" name="Image 0" descr="/tmp/ppt/imgs/c78_8_5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193" y="1993392"/>
            <a:ext cx="378715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hash "abra" sama persis, dan tidak ada satu pun perbedaan dari perbandingan langsung pada seluruh pasangan substring. Pembanding lengkap seperti ini adalah cara terbaik memastikan rumus hash-mu benar.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h[i] menyimpan hash awalan sepanjang i, jadi h[0] = 0.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pw[] menyimpan pangkat P supaya tidak dihitung ulang.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MOD sebelum modulo terakhir: selisihnya bisa negatif.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 harus lebih besar dari jangkauan karakter; 131 aman untuk huruf kecil.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Precompute Prefix Hash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dua array ini siap, hash substring mana pun didapat dalam O(1).</a:t>
            </a:r>
            <a:endParaRPr lang="en-US" sz="1300" dirty="0"/>
          </a:p>
        </p:txBody>
      </p:sp>
      <p:pic>
        <p:nvPicPr>
          <p:cNvPr id="4" name="Image 0" descr="/tmp/ppt/imgs/c78_9_5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9081" y="1755648"/>
            <a:ext cx="4283382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Pergeseran indeks di baris terakhir sangat membantu: h[i] adalah hash dari i karakter pertama. Konvensi ini sama dengan prefix sum dan menghindari banyak kesalahan batas.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Rumusnya Seperti Itu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h[r] memuat seluruh awalan. Untuk membuang bagian depan, awalan itu harus digeser dulu sejauh panjang sisanya — itulah arti perkalian dengan pangkat P.</a:t>
            </a:r>
            <a:endParaRPr lang="en-US" sz="1300" dirty="0"/>
          </a:p>
        </p:txBody>
      </p:sp>
      <p:pic>
        <p:nvPicPr>
          <p:cNvPr id="4" name="Image 0" descr="/tmp/ppt/imgs/c78_10_5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240" y="1993392"/>
            <a:ext cx="377306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h[2] harus dikalikan P pangkat 3 sebelum dikurangkan, karena di dalam h[5] awalan "ab" sudah tergeser tiga posisi oleh "cde". Melupakan pangkat ini adalah kesalahan hashing paling sering.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 awalan bekerja seperti bilangan dalam basis 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Membuang awalan berarti mengurangi setelah menggesernya sejauh sisa panjang.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Selisihnya bisa negatif, jadi tambahkan MOD sebelum modulo.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 P harus disimpan; menghitungnya ulang membuat kodenya O(n log n).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hash "abc" dengan p = 31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Membangun Prefix Hash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mengalikan hash sebelumnya dengan basis, lalu menambahkan karakter baru.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h[0]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9544" y="2395728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09544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h[1]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62856" y="2395728"/>
            <a:ext cx="12801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h[2]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16168" y="2395728"/>
            <a:ext cx="12801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16168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1026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16168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h[3]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h[3] = h[2] * 31 + c = 33 * 31 + 3 = 1023 + 3 = 1026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huruf memakai a=1, b=2, c=3. Perhatikan bahwa h[i] adalah hash dari i karakter pertama, sehingga h[0] selalu nol.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Mengambil Substring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mendapatkan hash "bc" yaitu s[1..2], kurangi prefix hash dengan bagian awal yang sudah digeser.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33272" y="2395728"/>
            <a:ext cx="11430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h[3]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9424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9424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9424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65576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65576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h[1]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81728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81728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961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p^2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30184" y="2395728"/>
            <a:ext cx="11430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30184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30184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 "bc"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sub(1, 2) = h[3] - h[1] * p^(2-1+1) = 1026 - 1 x 961 = 65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langsung: hash "bc" = 2 x 31 + 3 x 1 = 62 + 3 = 65. Cocok. Perkalian dengan p^2 berfungsi menggeser bagian awal ke pangkat yang sama sebelum dikurangkan.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Risiko Tabrakan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paling sering diremehkan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Paradoks Ulang Tahun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Tabrakan jauh lebih cepat muncul daripada dugaan. Dengan modulus sejuta, ribuan string saja sudah cukup untuk menghasilkan tabrakan.</a:t>
            </a:r>
            <a:endParaRPr lang="en-US" sz="1300" dirty="0"/>
          </a:p>
        </p:txBody>
      </p:sp>
      <p:pic>
        <p:nvPicPr>
          <p:cNvPr id="4" name="Image 0" descr="/tmp/ppt/imgs/c78_15_5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200" y="1993392"/>
            <a:ext cx="418714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Perkiraannya n(n-1)/2 dibagi M — banyaknya pasangan dibagi banyaknya nilai yang mungkin. Untuk modulus 10^9 dan n = 10^6, peluang tabrakan sudah sekitar 0,05 persen; itu sebabnya modulus besar atau hash ganda dipakai.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tabrakan tumbuh seperti n kuadrat, bukan 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Modulus 10^9 sudah aman untuk sebagian besar soal, tetapi bukan jaminan.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soal dengan penguji jahat, pakai dua modulus berbeda sekaligus.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P dan MOD secara acak saat program mulai supaya sulit dijebak.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Acak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Perlindungan wajib pada kontes Codeforces. Tanpa ini, hash-mu bisa dijebak dengan sengaja.</a:t>
            </a:r>
            <a:endParaRPr lang="en-US" sz="1300" dirty="0"/>
          </a:p>
        </p:txBody>
      </p:sp>
      <p:pic>
        <p:nvPicPr>
          <p:cNvPr id="4" name="Image 0" descr="/tmp/ppt/imgs/c78_16_5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923" y="1755648"/>
            <a:ext cx="591569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acak membuat penyusun soal tidak bisa menyiapkan tabrakan sebelum kontes, karena nilainya baru ditentukan saat programmu berjalan.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Tingkat Perlindungan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banyaknya perbandingan yang dilakukan solusimu.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6360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Situasi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Peluang gagal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Latihan, n 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modulus 10^9 + 7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Cukup untuk belajar, tidak untuk kontes.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Kontes, pembanding sedikit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Modulus 10^9 + basis acak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Aman untuk sekitar 10^4 perbandingan.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Kontes, pembanding banyak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Double hashing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1 berbanding 10^18 — praktis aman.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Kontes ketat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Modulus 2^61 - 1 + __int128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aman; sedikit lebih lambat.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kepastian mutlak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KMP atau suffix automaton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Tanpa peluang gagal sama sekali.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hashing benar-benar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7: setelah hash cocok, tetap lakukan konfirmasi bila mampu. Ini praktik yang baik dan hampir gratis.</a:t>
            </a:r>
            <a:endParaRPr lang="en-US" sz="1300" dirty="0"/>
          </a:p>
        </p:txBody>
      </p:sp>
      <p:pic>
        <p:nvPicPr>
          <p:cNvPr id="4" name="Image 0" descr="/tmp/ppt/imgs/c78_19_5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6928" y="1993392"/>
            <a:ext cx="400768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ketiga sangat berguna: dengan menyimpan hash string asli dan kebalikannya, memeriksa apakah sebuah substring palindrom menjadi O(1).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string hashing.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pengurangan negatif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 dua nilai modulo bisa negatif di C++. Selalu tulis (x % M + M) % M sebelum membandingkan.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lebih kecil dari jumlah karakter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26 huruf, basis harus lebih besar dari 26. Basis 26 membuat dua string berbeda punya hash sama secara sistematis.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basis yang umum tanpa acak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31 dan 131 sudah dikenal luas. Pada Codeforces, tes anti-hash yang menargetkan keduanya bukan hal langka.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paradoks ulang tahun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gagal bukan 1 dibagi M, melainkan banyaknya PASANGAN dibagi M. Untuk n = 10^5 selisihnya sepuluh ribu kali lipat.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Semua Kemunculan Pola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teks t dan pola p. Keluarkan banyaknya kemunculan p di dalam t, lalu seluruh indeks awal kemunculannya dalam urutan menaik.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|p| &lt;= |t|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huruf kecil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78_22_5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7259" y="1280160"/>
            <a:ext cx="379636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hal: basis acak di baris 15, dan konfirmasi dengan compare di baris 33 setelah hash cocok.</a:t>
            </a:r>
            <a:endParaRPr lang="en-US" sz="1300" dirty="0"/>
          </a:p>
        </p:txBody>
      </p:sp>
      <p:pic>
        <p:nvPicPr>
          <p:cNvPr id="4" name="Image 0" descr="/tmp/ppt/imgs/c78_23_5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052" y="1755648"/>
            <a:ext cx="286744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untuk hashing ditambah O(m) per konfirmasi. Karena konfirmasi hanya berjalan saat hash cocok, dan itu jarang, totalnya tetap sekitar O(n + m).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adalah hashing langsung; dua berikutnya menggabungkannya dengan binary search.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String Matching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Rabin-Karp atau KMP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Borders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 prefix dan sufiks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Periods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 dengan pembagi 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Longest Palindrome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 dua arah, atau Manacher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271D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substring berbeda dengan hash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 mengubah O(n) menjadi O(1)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dua substring sepanjang berapa pun menjadi satu perbandingan bilangan. Itulah seluruh nilai tambahnya.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 sejajar dengan prefix sum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 hanya faktor pangkat: bagian awal digeser dulu sebelum dikurangkan. Bila prefix sum sudah jelas bagimu, ini pun jelas.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gagal dihitung dari PASANGAN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1 dibagi M, melainkan n kuadrat per dua dibagi M. Inilah paradoks ulang tahun, dan mengabaikannya adalah kesalahan paling umum.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kontes, selalu pakai basis acak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tetap yang umum dipakai bisa dijebak. Basis acak dari waktu berjalan sudah cukup, dan double hashing membuatnya praktis mustahil gagal.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2026-09-05T08:51:35Z</dcterms:created>
  <dcterms:modified xsi:type="dcterms:W3CDTF">2026-09-05T08:51:35Z</dcterms:modified>
</cp:coreProperties>
</file>