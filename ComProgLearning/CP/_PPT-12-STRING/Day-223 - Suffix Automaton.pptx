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Suffix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Automaton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Mesin terkecil yang mengenali seluruh substring sebuah teks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· Day 223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223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mesin pemeriksa tiket yang menerima sebuah kata hanya kalau kata itu potongan dari kalimat tertentu.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1305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21305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514600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514600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51460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Mesin punya beberapa posisi dan tombol per huruf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76148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514600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514600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51460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Keadaan dan sisi berlabel huruf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3136392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3136392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313639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Mulai dari posisi awal, tekan huruf satu per satu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38328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3136392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3136392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313639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Jalankan pola dari akar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758184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758184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75818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sampai akhir tanpa macet, kata itu diterima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400507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758184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758184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75818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ada sebagai substring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79976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79976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7997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Mesinnya dibuat sekecil mungkin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626864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79976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79976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7997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Paling banyak 2n-1 keadaan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001768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001768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23544" y="500176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mesin melayani semua pertanyaan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586984" y="524865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858000" y="5001768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9" name="Shape 37"/>
          <p:cNvSpPr/>
          <p:nvPr/>
        </p:nvSpPr>
        <p:spPr>
          <a:xfrm>
            <a:off x="6858000" y="5001768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114032" y="500176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struktur, banyak jawaban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67512" y="553212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2" name="Shape 40"/>
          <p:cNvSpPr/>
          <p:nvPr/>
        </p:nvSpPr>
        <p:spPr>
          <a:xfrm>
            <a:off x="667512" y="5532120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41832" y="56784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41832" y="591616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Suffix automaton adalah mesin keadaan terkecil yang menerima tepat seluruh substring sebuah teks. Sekali dibangun, hampir semua pertanyaan tentang substring dijawab dengan menjalankan pola di atasnya.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suffix array dan Aho-Corasick, ini adalah struktur string ketiga yang perlu dikuasai — dan yang paling serba bisa untuk pertanyaan tentang substring.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Ukurannya linear dan terbukti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Paling banyak 2n-1 keadaan dan 3n-4 sisi. Untuk teks sejuta huruf itu dua juta keadaan, dan membangunnya juga linear.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Dibangun daring, satu huruf demi satu huruf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Menambah huruf di akhir teks butuh waktu konstan teramortisasi. Tidak perlu mengetahui seluruh teks lebih dulu.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Tautan sufiks membentuk pohon yang sangat berguna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Menjumlahkan nilai naik di pohon itu langsung memberi banyaknya kemunculan setiap substring, tanpa pencarian ulang.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struktur, banyak pertanyaan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substring berbeda, substring ke-k, substring bersama terpanjang, berapa kali sebuah pola muncul — semuanya dari mesin yang sama.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Pilihannya hampir selalu antara suffix automaton dan suffix array. Yang menentukan adalah bentuk pertanyaannya.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76272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176272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97180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Pertanyaan tentang SUBSTRING dan banyaknya kemunculan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721608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menghitung substring berbeda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47141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substring bersama terpanjang dari dua atau lebih teks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522122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5221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515721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Teksnya bertambah di akhir sementara pertanyaan terus masuk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2176272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2176272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971800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Pertanyaannya tentang sufiks yang diurutkan — pakai suffix array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721608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perlu mencari satu pola — KMP atau Z-function lebih pendek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47141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mencari banyak pola sekaligus pada banyak teks — Aho-Corasick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 praktisnya: kalau kata "substring" muncul di pernyataan soal bersama kata "berbeda" atau "berapa kali", suffix automaton adalah tebakan pertama. Kalau yang muncul "sufiks terurut" atau "leksikografis", itu suffix array.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Suffix array &amp; LCP (Day 219)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Aho-Corasick (Day 221)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Trie (Day 217)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Randomisasi &amp; anti-hash (Day 252)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Stress testing (Day 250)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Suffix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Automaton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Mesin terkecil yang mengenali seluruh substring.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Aho-Corasick di Day 221 adalah mesin untuk sekumpulan POLA. Suffix automaton adalah mesin untuk satu TEKS, dan polanya yang dijalankan di atasnya.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Struktur, Semua Pertanyaan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Simulasi: Membangun Mesin untuk "aba"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 Suffix Automaton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Substring Bersama Terpanjang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Gagasannya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jalur dari akar adalah sebuah substring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Struktur untuk Semua Pertanyaan Substring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Suffix automaton adalah mesin keadaan yang menerima tepat seluruh substring sebuah teks — tidak lebih, tidak kurang. Ukurannya linear, dan dibangunnya juga linear.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Paling banyak 2n-1 keadaan dan 3n-4 sisi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teks sepanjang sejuta, itu hanya dua juta keadaan. Bandingkan dengan suffix tree yang butuh alfabet di tiap simpul.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Dibangun satu huruf demi satu huruf, secara daring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Menambah huruf di akhir teks butuh waktu konstan teramortisasi. Tidak perlu tahu seluruh teks lebih dulu.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Tautan sufiks membentuk pohon yang sangat berguna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Menjumlahkan nilai di pohon itu langsung memberi banyaknya kemunculan tiap substring, dan posisi kemunculan pertamanya.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Menjawab pertanyaan yang berbeda-beda dengan satu struktur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substring berbeda, substring ke-k secara leksikografis, substring bersama terpanjang, berapa kali sebuah pola muncul — semuanya dari mesin yang sama.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 mesin untuk teks "aba"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Menambahkan "a" lalu "b"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huruf baru membuat satu keadaan baru yang mewakili seluruh teks sejauh ini. Sisi baru dipasang mundur sepanjang rantai tautan sufiks.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737360" y="3227832"/>
            <a:ext cx="1097280" cy="914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2048256" y="3081528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11680" y="3090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3280" y="3227832"/>
            <a:ext cx="1097280" cy="914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694176" y="3081528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57600" y="3090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737360" y="3227832"/>
            <a:ext cx="27432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71216" y="3081528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34640" y="3090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188720" y="2953512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88720" y="2953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5478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akar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834640" y="2953512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834640" y="2953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468880" y="35478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"a"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80560" y="2953512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80560" y="2953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114800" y="35478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"ab"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49440" y="2587752"/>
            <a:ext cx="4572000" cy="299923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78040" y="277063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"ab"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309981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keadaan : 3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178040" y="34290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375818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taut(1) = 0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408736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taut(2) = 0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441655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474573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jalur dari akar: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50749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a, b, ab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67512" y="5742432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3387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sisi 0 -&gt; 2 berlabel b dipasang saat mundur dari keadaan 1 ke akar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41832" y="618134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bahwa dari akar ada dua sisi keluar: a dan b. Keduanya memang substring "ab". Belum ada keadaan yang perlu dipecah.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Menambahkan "a" Kedua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Huruf a muncul lagi. Mundur dari keadaan terakhir, ternyata akar sudah punya sisi a — di sinilah pemeriksaan panjang menentukan apakah keadaan harus dipecah.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531480" y="2697705"/>
            <a:ext cx="960399" cy="420175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773936" y="2761488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37360" y="27706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017520" y="2587752"/>
            <a:ext cx="9144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236976" y="2441448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0" y="2450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 flipV="1">
            <a:off x="1548143" y="2646373"/>
            <a:ext cx="2390114" cy="522837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505456" y="2761488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468880" y="27706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57560" y="2697705"/>
            <a:ext cx="960399" cy="420175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700016" y="2761488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63440" y="27706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05840" y="2953512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" y="2953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5478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akar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468880" y="2313432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468880" y="2313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103120" y="29077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"a"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931920" y="2313432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931920" y="2313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566160" y="29077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"ab"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394960" y="2953512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394960" y="2953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029200" y="35478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"aba"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949440" y="2587752"/>
            <a:ext cx="4572000" cy="332841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178040" y="277063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MENAMBAH a KETIGA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309981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mundur: 2 -&gt; 0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7178040" y="34290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 akar sudah ada sisi a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7178040" y="375818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7178040" y="408736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panjang(0) + 1 = 1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7178040" y="441655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panjang(1) = 1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7178040" y="474573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sama -&gt; TIDAK dipecah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7178040" y="50749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7178040" y="540410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taut(3) = 1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67512" y="5742432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41832" y="583387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kalau panjang(p) + 1 sama dengan panjang(q), keadaan q dipakai apa adanya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941832" y="618134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 itulah yang menentukan segalanya. Kalau panjangnya TIDAK sama, keadaan q mewakili terlalu banyak substring sekaligus dan harus dipecah menjadi dua — itulah keadaan tiruan.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Menghitung Substring Berbeda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keadaan mewakili sejumlah substring: sebanyak panjangnya dikurangi panjang tautan sufiksnya. Jumlahkan seluruhnya.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7889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sumbangan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862072" y="2633472"/>
            <a:ext cx="1737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62072" y="263347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862072" y="32735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keadaan 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72584" y="2633472"/>
            <a:ext cx="1737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72584" y="263347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672584" y="32735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keadaan 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83096" y="2633472"/>
            <a:ext cx="1737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83096" y="263347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83096" y="32735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keadaan 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93608" y="2633472"/>
            <a:ext cx="173736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93608" y="263347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293608" y="32735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keadaan 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" y="376732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41832" y="385876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panjang - panjang(taut) :   akar tidak dihitung   1-0=1   2-0=2   3-1=2   jumlah 5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41832" y="420624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"aba" substring berbedanya adalah a, b, ab, ba, aba — lima buah. Programnya memeriksa hal ini pada 300 teks acak dengan mencacah seluruh substring secara langsung: nol perbedaan.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Membangun, lalu memakai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 Suffix Automaton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Seluruh algoritmanya ada di satu fungsi tambah(). Bagian tersulitnya adalah kapan sebuah keadaan harus dipecah.</a:t>
            </a:r>
            <a:endParaRPr lang="en-US" sz="1300" dirty="0"/>
          </a:p>
        </p:txBody>
      </p:sp>
      <p:pic>
        <p:nvPicPr>
          <p:cNvPr id="4" name="Image 0" descr="/tmp/ppt/imgs/c90_14_6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9882" y="1993392"/>
            <a:ext cx="2161781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04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7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ratus teks acak sampai panjang 60 dibangun mesinnya, lalu banyaknya substring berbeda dibandingkan dengan mencacah langsung memakai std::set. Nol perbedaan, dan keadaan terbanyak yang pernah muncul adalah 108 untuk teks 60 huruf — sesuai batas 2n-1.</a:t>
            </a:r>
            <a:endParaRPr lang="en-US" sz="1075" dirty="0"/>
          </a:p>
        </p:txBody>
      </p:sp>
      <p:sp>
        <p:nvSpPr>
          <p:cNvPr id="9" name="Shape 6"/>
          <p:cNvSpPr/>
          <p:nvPr/>
        </p:nvSpPr>
        <p:spPr>
          <a:xfrm>
            <a:off x="7845552" y="3911147"/>
            <a:ext cx="73152" cy="73152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28432" y="3801419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Keadaan baru mewakili seluruh teks sejauh ini, panjangnya bertambah satu.</a:t>
            </a:r>
            <a:endParaRPr lang="en-US" sz="1025" dirty="0"/>
          </a:p>
        </p:txBody>
      </p:sp>
      <p:sp>
        <p:nvSpPr>
          <p:cNvPr id="11" name="Shape 8"/>
          <p:cNvSpPr/>
          <p:nvPr/>
        </p:nvSpPr>
        <p:spPr>
          <a:xfrm>
            <a:off x="7845552" y="4422217"/>
            <a:ext cx="73152" cy="73152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28432" y="4312489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Rantai mundur lewat tautan sufiks memasang sisi yang belum ada.</a:t>
            </a:r>
            <a:endParaRPr lang="en-US" sz="1025" dirty="0"/>
          </a:p>
        </p:txBody>
      </p:sp>
      <p:sp>
        <p:nvSpPr>
          <p:cNvPr id="13" name="Shape 10"/>
          <p:cNvSpPr/>
          <p:nvPr/>
        </p:nvSpPr>
        <p:spPr>
          <a:xfrm>
            <a:off x="7845552" y="4933287"/>
            <a:ext cx="73152" cy="73152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28432" y="4823559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Pemecahan terjadi saat panjang(p) + 1 tidak sama dengan panjang(q).</a:t>
            </a:r>
            <a:endParaRPr lang="en-US" sz="1025" dirty="0"/>
          </a:p>
        </p:txBody>
      </p:sp>
      <p:sp>
        <p:nvSpPr>
          <p:cNvPr id="15" name="Shape 12"/>
          <p:cNvSpPr/>
          <p:nvPr/>
        </p:nvSpPr>
        <p:spPr>
          <a:xfrm>
            <a:off x="7845552" y="5444357"/>
            <a:ext cx="73152" cy="73152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28432" y="5334629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Keadaan tiruan menyalin seluruh sisi q, tetapi panjangnya dipendekkan.</a:t>
            </a:r>
            <a:endParaRPr lang="en-US" sz="10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Substring Bersama Terpanjang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Bangun mesin dari string pertama, lalu jalankan string kedua di atasnya. Yang dicatat hanya panjang cocok sekarang dan yang terpanjang.</a:t>
            </a:r>
            <a:endParaRPr lang="en-US" sz="1300" dirty="0"/>
          </a:p>
        </p:txBody>
      </p:sp>
      <p:pic>
        <p:nvPicPr>
          <p:cNvPr id="4" name="Image 0" descr="/tmp/ppt/imgs/c90_15_6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3449" y="1993392"/>
            <a:ext cx="2134646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32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7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ratus pasang teks acak dibandingkan dengan DP klasik O(n·m). Nol perbedaan. Untuk "kompetitif" dan "petisi" jawabannya 4, yaitu potongan "peti".</a:t>
            </a:r>
            <a:endParaRPr lang="en-US" sz="1175" dirty="0"/>
          </a:p>
        </p:txBody>
      </p:sp>
      <p:sp>
        <p:nvSpPr>
          <p:cNvPr id="9" name="Shape 6"/>
          <p:cNvSpPr/>
          <p:nvPr/>
        </p:nvSpPr>
        <p:spPr>
          <a:xfrm>
            <a:off x="7845552" y="3794362"/>
            <a:ext cx="73152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28432" y="3684634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Begitu buntu, mundur lewat tautan sufiks — itu membuang awalan.</a:t>
            </a:r>
            <a:endParaRPr lang="en-US" sz="1125" dirty="0"/>
          </a:p>
        </p:txBody>
      </p:sp>
      <p:sp>
        <p:nvSpPr>
          <p:cNvPr id="11" name="Shape 8"/>
          <p:cNvSpPr/>
          <p:nvPr/>
        </p:nvSpPr>
        <p:spPr>
          <a:xfrm>
            <a:off x="7845552" y="4342804"/>
            <a:ext cx="73152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28432" y="4233076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Panjang cocok diatur ulang menjadi panjang keadaan setelah mundur.</a:t>
            </a:r>
            <a:endParaRPr lang="en-US" sz="1125" dirty="0"/>
          </a:p>
        </p:txBody>
      </p:sp>
      <p:sp>
        <p:nvSpPr>
          <p:cNvPr id="13" name="Shape 10"/>
          <p:cNvSpPr/>
          <p:nvPr/>
        </p:nvSpPr>
        <p:spPr>
          <a:xfrm>
            <a:off x="7845552" y="4891245"/>
            <a:ext cx="73152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28432" y="4781517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Waktunya O(n + m), sedangkan DP butuh O(n·m) dan memori sebesar itu.</a:t>
            </a:r>
            <a:endParaRPr lang="en-US" sz="1125" dirty="0"/>
          </a:p>
        </p:txBody>
      </p:sp>
      <p:sp>
        <p:nvSpPr>
          <p:cNvPr id="15" name="Shape 12"/>
          <p:cNvSpPr/>
          <p:nvPr/>
        </p:nvSpPr>
        <p:spPr>
          <a:xfrm>
            <a:off x="7845552" y="5439686"/>
            <a:ext cx="73152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28432" y="5329958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lebih dari dua string, gunakan mesin string terpendek lalu iterasi.</a:t>
            </a:r>
            <a:endParaRPr lang="en-US" sz="11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kesalahan berikut adalah yang paling sering membuat implementasi suffix automaton salah.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vector berukuran 2n, bukan 2n dengan cadangan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Pemecahan keadaan menambah simpul di tengah jalan. Sediakan 2n keadaan penuh, atau pakai push_back seperti pada kode di sini.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membedakan keadaan asli dan keadaan tiruan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menghitung kemunculan, keadaan asli bernilai satu dan keadaan tiruan bernilai nol. Menyamakan keduanya membuat semua cacahnya salah.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Menyalin tautan sufiks q ke tiruan, bukan sebaliknya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benar: tiruan mewarisi sisi dan tautan q, lalu tautan q diarahkan ke tiruan. Terbalik sedikit saja, strukturnya rusak diam-diam.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map untuk alfabet besar tanpa memikirkan waktunya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map menambah faktor log. Untuk alfabet 26 huruf dengan n sejuta, array 26 kolom jauh lebih cepat walau lebih boros memori.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Berapa Kali Pola Muncul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sebuah teks s. Ada q pertanyaan, masing-masing berupa sebuah pola p. Untuk setiap pertanyaan, hitung berapa kali p muncul sebagai substring di dalam s. Kemunculan yang bertumpang tindih tetap dihitung terpisah.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panjang s &lt;= 10^6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q &lt;= 10^5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panjang seluruh pola &lt;= 10^6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2 detik</a:t>
            </a:r>
            <a:endParaRPr lang="en-US" sz="1200" dirty="0"/>
          </a:p>
        </p:txBody>
      </p:sp>
      <p:pic>
        <p:nvPicPr>
          <p:cNvPr id="9" name="Image 0" descr="/tmp/ppt/imgs/c90_18_6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1811" y="1280160"/>
            <a:ext cx="2887258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- Berapa Kali Pola Muncul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Kuncinya satu baris: keadaan asli diberi nilai satu, keadaan tiruan diberi nol, lalu dijumlahkan naik sepanjang pohon tautan sufiks.</a:t>
            </a:r>
            <a:endParaRPr lang="en-US" sz="1300" dirty="0"/>
          </a:p>
        </p:txBody>
      </p:sp>
      <p:pic>
        <p:nvPicPr>
          <p:cNvPr id="4" name="Image 0" descr="/tmp/ppt/imgs/c90_19_6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5811" y="1993392"/>
            <a:ext cx="2189921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32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7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Enam puluh teks acak diuji dengan SELURUH substringnya sebagai pola, dan setiap jawaban dibandingkan dengan mencari pola itu satu posisi demi satu posisi. Nol perbedaan.</a:t>
            </a:r>
            <a:endParaRPr lang="en-US" sz="1175" dirty="0"/>
          </a:p>
        </p:txBody>
      </p:sp>
      <p:sp>
        <p:nvSpPr>
          <p:cNvPr id="9" name="Shape 6"/>
          <p:cNvSpPr/>
          <p:nvPr/>
        </p:nvSpPr>
        <p:spPr>
          <a:xfrm>
            <a:off x="7845552" y="3794362"/>
            <a:ext cx="73152" cy="7315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28432" y="3684634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Pengurutan menurut panjang menurun sudah merupakan urutan topologis.</a:t>
            </a:r>
            <a:endParaRPr lang="en-US" sz="1125" dirty="0"/>
          </a:p>
        </p:txBody>
      </p:sp>
      <p:sp>
        <p:nvSpPr>
          <p:cNvPr id="11" name="Shape 8"/>
          <p:cNvSpPr/>
          <p:nvPr/>
        </p:nvSpPr>
        <p:spPr>
          <a:xfrm>
            <a:off x="7845552" y="4342804"/>
            <a:ext cx="73152" cy="7315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28432" y="4233076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itu tidak perlu DFS sama sekali pada pohon tautan sufiks.</a:t>
            </a:r>
            <a:endParaRPr lang="en-US" sz="1125" dirty="0"/>
          </a:p>
        </p:txBody>
      </p:sp>
      <p:sp>
        <p:nvSpPr>
          <p:cNvPr id="13" name="Shape 10"/>
          <p:cNvSpPr/>
          <p:nvPr/>
        </p:nvSpPr>
        <p:spPr>
          <a:xfrm>
            <a:off x="7845552" y="4891245"/>
            <a:ext cx="73152" cy="7315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28432" y="4781517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Menjawab satu pola butuh O(panjang pola), bukan O(panjang teks).</a:t>
            </a:r>
            <a:endParaRPr lang="en-US" sz="1125" dirty="0"/>
          </a:p>
        </p:txBody>
      </p:sp>
      <p:sp>
        <p:nvSpPr>
          <p:cNvPr id="15" name="Shape 12"/>
          <p:cNvSpPr/>
          <p:nvPr/>
        </p:nvSpPr>
        <p:spPr>
          <a:xfrm>
            <a:off x="7845552" y="5439686"/>
            <a:ext cx="73152" cy="7315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28432" y="5329958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polanya tidak ada di mesin, jawabannya nol — langsung berhenti.</a:t>
            </a:r>
            <a:endParaRPr lang="en-US" sz="11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yang pertama memakai mesin apa adanya; tiga sisanya butuh pohon tautan sufiks.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Distinct Substrings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Menghitung substring berbeda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SPOJ LCS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Substring bersama terpanjang dua teks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SPOJ LCS2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Substring bersama terpanjang banyak teks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128B String Task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Substring ke-k secara leksikografis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235C Cyclical Quest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Pergeseran siklik dan pohon tautan sufiks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Mesin terkecil yang menerima tepat seluruh substring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Paling banyak 2n-1 keadaan dan 3n-4 sisi, dibangun dalam waktu linear, satu huruf demi satu huruf.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Seluruh algoritmanya ada di kapan keadaan dipecah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panjang(p) + 1 sama dengan panjang(q), pakai q apa adanya. Kalau tidak, q mewakili terlalu banyak dan harus dipecah.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tautan sufiks adalah setengah kekuatannya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Menjumlahkan nilai naik di pohon itu memberi banyaknya kemunculan setiap substring — tanpa satu pun pencarian ulang.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Bandingkan dengan suffix array sebelum memilih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pertanyaan tentang seluruh sufiks yang terurut, suffix array lebih langsung. Untuk pertanyaan tentang substring dan kemunculannya, automaton lebih pendek.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2026-09-11T16:59:32Z</dcterms:created>
  <dcterms:modified xsi:type="dcterms:W3CDTF">2026-09-11T16:59:32Z</dcterms:modified>
</cp:coreProperties>
</file>