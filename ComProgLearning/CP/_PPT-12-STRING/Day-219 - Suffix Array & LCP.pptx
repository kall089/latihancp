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LCP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sufiks diurutkan, dan hampir semua pertanyaan substring terjawab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indeks di belakang buku, tetapi memuat SETIAP potongan teks dari halaman mana pun.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kata di indeks, tersusun abjad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halaman, bukan salinan teksnya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indeks, bukan string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entri berdekatan biasanya mirip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LCP antar sufiks bertetangga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kata dengan membuka indeks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pada suffix array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kata berbeda seluruhnya?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substring dikurangi jumlah LCP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semua sufiks menempatkan potongan yang mirip berdekatan — dan dari kedekatan itulah hampir semua pertanyaan substring terjawab.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mengurutkan seluruh sufiks sebuah string menurut abjad, dan menyimpannya hanya sebagai indeks — dari situ hampir semua pertanyaan substring terjawab.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hanya indeks awalnya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sufiks sebagai string butuh O(n²) memori. Suffix array hanya butuh O(n), dan tetap memuat informasi yang sama.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Dibangun dengan doubling O(n log kuadrat 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berdasarkan k karakter, lalu 2k, lalu 4k. Peringkat 2k dibaca dari pasangan peringkat 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LCP diberi oleh algoritma Kasai O(n)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if (k) k-- membuatnya linear: berpindah ke sufiks berikutnya menurunkan LCP paling banyak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berbeda = n(n+1)/2 dikurangi jumlah LCP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seluruh substring dikurangi yang terhitung ganda. Rumus satu baris yang menyelesaikan sekelas soal.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pertanyaan tentang SEMUA substring, bukan tentang satu pola tertentu.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substring berbeda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substring berulang terpanjang, atau substring bersama dua string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substring terkecil ke-k menurut abjad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pencarian pola pada satu teks yang tetap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mencari satu pola sekali — KMP atau z-function lebih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 banyak dan teksnya berubah — Aho-Corasick lebih tepat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palindrom — Manacher atau palindromic tree lebih langsung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hapus baris if (k) k-- pada Kasai. Tanpa pewarisan nilai k, algoritmanya menjadi O(n kuadrat) dan tetap memberi jawaban benar pada uji kecil.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 (Day 211)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dengan comparator (Day 18)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automaton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LCP dengan sparse 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LCP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sufiks diurutkan, dan pertanyaan substring terjawab.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adalah versi hemat memori dari suffix tree: lebih pendek ditulis, lebih ramah cache, dan menjawab hampir semua pertanyaan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Suffix Array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Membangunnya dengan Doubling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LCP &amp; Algoritma Kasai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Kasai Linear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Pertanyaan yang Terjawab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sufiks, diurutkan menurut abjad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Suffix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adalah urutan indeks seluruh akhiran setelah diurutkan. Kode ini membangunnya dengan cara paling sederhana lalu mencetaknya.</a:t>
            </a:r>
            <a:endParaRPr lang="en-US" sz="1300" dirty="0"/>
          </a:p>
        </p:txBody>
      </p:sp>
      <p:pic>
        <p:nvPicPr>
          <p:cNvPr id="4" name="Image 0" descr="/tmp/ppt/imgs/c82_8_5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164" y="1993392"/>
            <a:ext cx="505321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Akhiran yang berdekatan di suffix array punya awalan bersama yang panjang — itulah sifat yang dipakai LCP. Versi ini O(n^2 log n); versi kontes memakai penggandaan dan berjalan O(n log n).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sa[i] = indeks awal akhiran terkecil ke-i.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Akhiran bertetangga cenderung mirip; itu dasar seluruh penerapannya.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ini cukup untuk n sampai sekitar 2000 sebagai pembanding.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cepatnya mengurutkan bertahap: 1, 2, 4, 8 huruf pertama.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banana, enam sufiks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Seluruh Sufiks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sepanjang enam huruf punya tepat enam sufiks. Angka di dalam kotak adalah indeks awalnya.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banana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menyimpannya sebagai string butuh O(n^2) memori      menyimpan indeksnya hanya O(n)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sufiks ana dan anana berbagi awalan yang panjang. Sifat itulah yang nanti dimanfaatkan oleh array LCP.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Diurutkan Menurut Abjad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diurutkan, suffix array berisi indeks awal sufiks sesuai urutan abjadnya.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banana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 = [5, 3, 1, 0, 4, 2]      sufiks bertetangga cenderung mirip di bagian depannya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ana dan anana bersebelahan, begitu pula na dan nana. Pengurutan menempatkan sufiks yang mirip berdekatan — itu bukan kebetulan.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Array LCP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nilai LCP adalah panjang awalan yang sama antara sebuah sufiks dan tetangga di atasnya.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banana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LCP = 1+3+0+0+2 = 6      substring berbeda = 6*7/2 - 6 = 21 - 6 = 15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LCP terbesar adalah 3, yaitu awalan bersama ana antara sufiks ana dan anana. Itulah substring berulang terpanjang pada banana.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Doubling untuk SA, Kasai untuk LCP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Membangunnya dengan Doubling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pada baris 7 sampai 10 adalah seluruh triknya: peringkat 2k dibaca dari pasangan peringkat k.</a:t>
            </a:r>
            <a:endParaRPr lang="en-US" sz="1300" dirty="0"/>
          </a:p>
        </p:txBody>
      </p:sp>
      <p:pic>
        <p:nvPicPr>
          <p:cNvPr id="4" name="Image 0" descr="/tmp/ppt/imgs/c82_14_5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819" y="1755648"/>
            <a:ext cx="325874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Karakter penjaga $ yang lebih kecil daripada semua huruf lain memastikan tidak ada sufiks yang menjadi awalan sufiks lain.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Awalnya peringkat setiap posisi hanyalah kode karakternya sendiri — itu pengurutan berdasarkan satu huruf.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putaran menggandakan panjang yang dibandingkan: 1, 2, 4, 8, sampai melebihi 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memakai PASANGAN peringkat: peringkat pada posisi a, lalu peringkat pada posisi a + 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Peringkat baru dihitung ulang dari hasil pengurutan. Dua sufiks yang sama persis sejauh 2k mendapat peringkat sama.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Sufiks penjaga dibuang di akhir karena ia bukan sufiks dari string aslinya.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LCP &amp; Algoritma Kasai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terakhir, if (k) k--, terlihat sepele tetapi ia yang membuat seluruh algoritmanya linear.</a:t>
            </a:r>
            <a:endParaRPr lang="en-US" sz="1300" dirty="0"/>
          </a:p>
        </p:txBody>
      </p:sp>
      <p:pic>
        <p:nvPicPr>
          <p:cNvPr id="4" name="Image 0" descr="/tmp/ppt/imgs/c82_15_5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082" y="1755648"/>
            <a:ext cx="373338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Kasai menelusuri berdasarkan POSISI ASLI i, bukan urutan pada suffix array. Urutan itulah yang membuat nilai k bisa diwariskan antar putaran.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Kasai Linear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Kasai menghitung LCP antar-akhiran bertetangga. Rahasianya: nilai LCP tidak pernah turun lebih dari satu saat berpindah posisi.</a:t>
            </a:r>
            <a:endParaRPr lang="en-US" sz="1300" dirty="0"/>
          </a:p>
        </p:txBody>
      </p:sp>
      <p:pic>
        <p:nvPicPr>
          <p:cNvPr id="4" name="Image 0" descr="/tmp/ppt/imgs/c82_16_5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009" y="1993392"/>
            <a:ext cx="396752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24 adalah seluruh alasannya linear: k turun paling banyak satu per langkah, sementara ia hanya bisa naik lewat perbandingan yang berhasil. Jadi total perbandingannya tidak melebihi 2n.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lcp[i] = awalan bersama antara sa[i] dan sa[i+1].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pos[] adalah kebalikan sa[]: posisi akhiran i di dalam suffix array.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dipertahankan antar-iterasi, tidak direset ke nol.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amortisasi yang sama seperti Z-function dan monotonic deque.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Pertanyaan yang Terjawab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tersering: berapa banyak substring berbeda. Suffix array plus LCP menjawabnya dengan satu penjumlahan.</a:t>
            </a:r>
            <a:endParaRPr lang="en-US" sz="1300" dirty="0"/>
          </a:p>
        </p:txBody>
      </p:sp>
      <p:pic>
        <p:nvPicPr>
          <p:cNvPr id="4" name="Image 0" descr="/tmp/ppt/imgs/c82_17_5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7057" y="1993392"/>
            <a:ext cx="340743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substring adalah n(n+1)/2; setiap nilai LCP menandakan sekian substring yang terhitung dua kali. Mengurangkannya langsung memberi jawaban.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pertanyaan: substring berbeda, substring terpanjang berulang,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bersama terpanjang, pencarian pola, rotasi terkecil, dan LCP sembarang.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n(n+1)/2 dikurangi jumlah seluruh LCP.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LCP antara dua akhiran sembarang, pakai sparse table di atas lcp[].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karakter penjaga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$ yang lebih kecil daripada semua huruf, sufiks yang menjadi awalan sufiks lain bisa terurut salah pada beberapa implementasi.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baris if (k) k--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pewarisan nilai k, Kasai menjadi O(n²). Baris satu ini adalah seluruh alasan kompleksitasnya linear.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indeks LCP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lcp[i] membandingkan sufiks ke-i dengan ke-(i-1) pada suffix array, bukan pada string aslinya. Membalik arahnya menggeser seluruh jawaban.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O(n log² n) padahal n sangat besar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sampai dua ratus ribu masih aman. Untuk n sejuta, gunakan penyortiran hitung (radix sort) agar menjadi O(n log n).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Array, LCP &amp; Substring Berbeda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string. Keluarkan suffix arraynya, lalu array LCP-nya, lalu banyaknya substring berbeda yang tidak kosong. Indeks berbasis nol, dan nilai LCP pertama diisi nol.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panjang string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 a sampai 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82_20_5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649" y="1280160"/>
            <a:ext cx="198758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71 sampai 74: seluruh perhitungan substring berbeda hanya empat baris setelah LCP siap.</a:t>
            </a:r>
            <a:endParaRPr lang="en-US" sz="1300" dirty="0"/>
          </a:p>
        </p:txBody>
      </p:sp>
      <p:pic>
        <p:nvPicPr>
          <p:cNvPr id="4" name="Image 0" descr="/tmp/ppt/imgs/c82_21_5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310" y="1755648"/>
            <a:ext cx="178292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log² n) untuk suffix array dan O(n) untuk LCP. Untuk n dua ratus ribu itu sekitar tujuh juta perbandingan — aman dalam satu detik.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SA langsung; tiga berikutnya menggabungkannya dengan struktur data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Substrings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Rumus n(n+1)/2 dikurangi jumlah LCP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Repeating Substring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LCP terbesar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SUBST1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berbeda pada banyak kasus uji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123D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pasangan lewat LCP dan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LCS2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bersama terpanjang beberapa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menyimpan indeks, bukan string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sufiks diurutkan menurut abjad, tetapi yang disimpan hanya indeks awalnya — O(n) memori, bukan O(n²).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Doubling membangunnya dalam O(n log² 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Peringkat berdasarkan 2k karakter dibaca dari pasangan peringkat berdasarkan k karakter. Sisanya hanya pengurutan biasa.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Kasai memberi LCP dalam O(n)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if (k) k-- adalah seluruh alasannya: berpindah ke sufiks berikutnya menurunkan LCP paling banyak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berbeda = n(n+1)/2 dikurangi jumlah LCP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seluruh substring dikurangi yang terhitung ganda. Rumus satu baris yang menyelesaikan seluruh kelas soal.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2026-09-05T08:51:35Z</dcterms:created>
  <dcterms:modified xsi:type="dcterms:W3CDTF">2026-09-05T08:51:35Z</dcterms:modified>
</cp:coreProperties>
</file>