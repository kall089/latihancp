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algoritma linear untuk awalan dan palindrom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dan Manacher: dua pola pencocokan cepat.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posisi dalam sebuah kata, tanyakan: mulai dari sini, berapa huruf yang sama persis dengan awal kata?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Z-function: z[i] = panjang awalan terpanjang yang juga dimulai di posisi 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sudah tahu jawaban untuk posisi sebelumnya, sebagian jawaban posisi sekarang bisa disalin — tidak perlu diperiksa ulang.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Z-box: rentang cocok terjauh yang sudah diketahui. Nilainya dipakai ulang agar totalnya O(n).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palindrom, periksa dari titik tengah dan melebar ke kedua sisi.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Manacher: untuk tiap pusat, hitung radius palindrom terpanjang.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palindrom itu simetris, jawaban di sisi kiri bisa dipantulkan ke sisi kanan.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 memakai simetri palindrom yang sudah ditemukan untuk melewati pemeriksaan yang jelas akan berhasil.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memakai prinsip yang sama dengan KMP: jangan periksa ulang apa yang sudah terbukti cocok.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algoritma linear yang menjawab pertanyaan berbeda dengan kerangka yang sama persis: apa yang sudah dicocokkan tidak perlu dicocokkan ulang.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mengukur kemiripan ekor dengan kepala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z[i] adalah panjang awalan terpanjang dari string yang juga muncul mulai posisi i. Satu array menjawabnya untuk semua posisi sekaligus.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 menyimpan hasil kerja sebelumnya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Ruas [l, r] yang sudah diketahui merupakan awalan dipakai untuk menebak nilai posisi berikutnya, sehingga perbandingan tidak diulang dari nol.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 memakai kerangka yang identik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Ganti kotak awalan dengan ruas palindrom, ganti rumus cerminnya, dan kamu mendapat semua palindrom dalam O(n).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Penyisipan pemisah menyatukan ganjil dan genap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#a#b#a# selalu berpanjang ganjil, sehingga hanya ada satu jenis pusat palindrom yang perlu ditangani.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untuk soal string yang butuh jawaban di SETIAP posisi, bukan hanya satu.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pola di dalam teks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periode terkecil atau semua border sebuah string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palindrom terpanjang, atau menghitung semua substring palindrom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berkali-kali apakah sebuah potongan merupakan palindrom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membandingkan dua potongan sembarang — string hashing lebih luwes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banyak sekali — Aho-Corasick lebih tepat daripada mengulang z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dibutuhkan adalah semua substring berbeda dalam bentuk terurut — itu suffix array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pada teknik pola + "#" + teks WAJIB berupa karakter yang tidak muncul di pola maupun teks. Kalau tidak, kecocokan bisa melompati batas keduanya.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 (Day 211)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(Day 32)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Palindromic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Manacher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algoritma linear untuk awalan dan palindrom.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sudah paham KMP, z-function akan terasa seperti sudut pandang lain dari ide yang sama — dan banyak orang justru merasa z lebih mudah diingat.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Z-Function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Kotak-Z: Gagasan Intinya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Bukti O(n)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Z-Function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Manacher: Semua Palindrom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Hasil Manacher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karakter awal yang cocok mulai posisi 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Z-Function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z[i] adalah panjang awalan bersama antara string dan potongannya mulai dari posisi i. Definisi itu ditulis apa adanya di bawah.</a:t>
            </a:r>
            <a:endParaRPr lang="en-US" sz="1300" dirty="0"/>
          </a:p>
        </p:txBody>
      </p:sp>
      <p:pic>
        <p:nvPicPr>
          <p:cNvPr id="4" name="Image 0" descr="/tmp/ppt/imgs/c80_8_5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476" y="1993392"/>
            <a:ext cx="553859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ini O(n^2) dan hanya untuk memahami definisinya. Nilai z yang sama dengan panjang pola berarti pola ditemukan di posisi itu — dasar seluruh penerapannya.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z[0] biasanya tidak dipakai, atau didefinisikan sama dengan 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z[i] = 4 berarti empat huruf pertama muncul lagi mulai posisi 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cepatnya memakai kotak-Z dan berjalan O(n).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bandingkan versi cepat dengan versi definisi ini saat menulisnya.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Kotak-Z: Gagasan Intinya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 [l, r] adalah kecocokan terjauh yang pernah ditemukan. Kode ini mencetak isinya di setiap langkah supaya pergerakannya terlihat.</a:t>
            </a:r>
            <a:endParaRPr lang="en-US" sz="1300" dirty="0"/>
          </a:p>
        </p:txBody>
      </p:sp>
      <p:pic>
        <p:nvPicPr>
          <p:cNvPr id="4" name="Image 0" descr="/tmp/ppt/imgs/c80_9_5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229" y="1993392"/>
            <a:ext cx="610308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11 adalah seluruh percepatannya: kalau i masih di dalam kotak, sebagian jawabannya sudah diketahui dari posisi cermin i - l. Sisanya baru dicocokkan satu per satu.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 menyimpan kecocokan dengan ujung kanan terjauh sejauh ini.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min(r - i, z[i - l]) mencegah menebak melewati batas kotak.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 hanya bergeser ke kanan, tidak pernah mundur.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r bertambah hanya saat ada pencocokan baru.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aabcaabxaaz, sebelas karakter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Awal, Belum Ada Kotak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1 sampai 3 dibandingkan langsung karena belum ada kotak-z yang bisa dimanfaatkan.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6325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6404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144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 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 -&gt;  s[1] = a = s[0], s[2] = b != s[1]     z[1] = 1     kotak jadi [1, 1]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z[2] dan z[3] langsung nol karena b dan c tidak sama dengan a. Kotak terkanan sekarang berada di [1, 1] dengan r = 1.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Kotak Terpanjang Terbentuk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i = 4 perbandingan manual menemukan tiga karakter cocok, dan kotak-z bergeser ke sana.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6325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6404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144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 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s[4..6] = aab = s[0..2],  s[7] = x != s[3] = c     z[4] = 3     kotak jadi [4, 6]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l = 4 dan r = 6. Informasi ini yang akan menghemat kerja pada i = 5 dan i = 6 — keduanya berada di dalam kotak.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Menyalin dari Cermin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5 berada di dalam kotak [4, 6], nilainya disalin dari cermin di posisi 5 - 4 =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6325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6404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144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 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z[5] = min(z[5-4], 6-5+1) = min(z[1], 2) = min(1, 2) = 1     tanpa satu pun perbandingan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penghematannya. Karena z[1] = 1 lebih kecil daripada sisa kotak, nilainya dipakai apa adanya dan loop while tidak berjalan sama sekali.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Bukti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ia benar-benar linear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Algoritma 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loop while tetap ada — yang dihemat adalah titik AWAL perbandingannya, bukan loopnya.</a:t>
            </a:r>
            <a:endParaRPr lang="en-US" sz="1300" dirty="0"/>
          </a:p>
        </p:txBody>
      </p:sp>
      <p:pic>
        <p:nvPicPr>
          <p:cNvPr id="4" name="Image 0" descr="/tmp/ppt/imgs/c80_15_5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745" y="1755648"/>
            <a:ext cx="470689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l dan r menyimpan kotak-z terkanan yang pernah ditemukan. Awalnya kosong.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i berada di dalam kotak, nilai awalnya disalin dari cermin. min menjaga agar tidak melewati batas 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memperluas secara manual. Ia hanya berjalan pada bagian yang benar-benar belum diketahui.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kotak baru lebih kanan, l dan r diperbarui. Nilai r tidak pernah mundur — ini kunci buktinya.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z[0] tidak diisi. Beberapa implementasi mengisinya dengan n; keduanya sama-sama benar asal konsisten.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Kompleksitasnya O(n)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di dalamnya terlihat berbahaya. Kode ini menghitung berapa kali perbandingan benar-benar terjadi dan membandingkannya dengan n.</a:t>
            </a:r>
            <a:endParaRPr lang="en-US" sz="1300" dirty="0"/>
          </a:p>
        </p:txBody>
      </p:sp>
      <p:pic>
        <p:nvPicPr>
          <p:cNvPr id="4" name="Image 0" descr="/tmp/ppt/imgs/c80_16_5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932" y="1993392"/>
            <a:ext cx="506968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perbandingan yang berhasil selalu memajukan r, dan r tidak pernah mundur. Karena r paling banyak mencapai n, total perbandingannya juga tidak melebihi 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amortisasi: hitung total, bukan biaya terburuk satu langkah.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yang berhasil selalu menggeser r ke kanan.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yang gagal terjadi paling banyak sekali per 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argumen yang sama dipakai di KMP, monotonic deque, dan two pointers.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Z-Function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paling langsung: mencari seluruh kemunculan pola. Gabungkan pola, pemisah, lalu teks — dan baca nilai z-nya.</a:t>
            </a:r>
            <a:endParaRPr lang="en-US" sz="1300" dirty="0"/>
          </a:p>
        </p:txBody>
      </p:sp>
      <p:pic>
        <p:nvPicPr>
          <p:cNvPr id="4" name="Image 0" descr="/tmp/ppt/imgs/c80_17_5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369" y="1993392"/>
            <a:ext cx="370280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z[i] sama dengan panjang pola berarti pola muncul di posisi i - m - 1 pada teks aslinya. Lima aplikasinya: pencarian pola, periode terpendek, banyak substring berbeda, pemadatan string, dan pencocokan dengan wildcard.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wajib karakter yang tidak muncul di pola maupun teks.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Kurangi m + 1 untuk mengembalikan indeks ke teks aslinya.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terpendek = n dikurangi z terbesar yang mencapai ujung.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dan prefix function bisa saling dikonversi.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palindrom sekaligus, juga O(n)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Manacher: Masalah dan Triknya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 genap dan ganjil butuh penanganan berbeda. Triknya: sisipkan pemisah di antara setiap huruf, sehingga semuanya menjadi ganjil.</a:t>
            </a:r>
            <a:endParaRPr lang="en-US" sz="1300" dirty="0"/>
          </a:p>
        </p:txBody>
      </p:sp>
      <p:pic>
        <p:nvPicPr>
          <p:cNvPr id="4" name="Image 0" descr="/tmp/ppt/imgs/c80_19_5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886" y="1993392"/>
            <a:ext cx="529377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disisipi, "abba" menjadi "#a#b#b#a#" yang panjangnya ganjil. Palindrom genap pada string asli kini berpusat di sebuah pemisah, jadi hanya perlu satu rumus untuk keduanya.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setelah disisipi selalu 2n + 1, jadi selalu ganjil.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 genap berpusat di pemisah, ganjil berpusat di huruf.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d[i] pada string disisipi = panjang palindrom pada string asli.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cepat Manacher memakai kotak yang sama seperti Z-function.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Manacher pada abaaba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angka p adalah panjang palindrom asli yang berpusat di posisi itu — bukan panjang pada string 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52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9736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59736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59736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32504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32504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32504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18888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18888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05272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05272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05272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91656" y="2395728"/>
            <a:ext cx="713232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91656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91656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64424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64424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964424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50808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50808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750808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37192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37192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537192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323576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23576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323576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109960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109960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1109960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" y="3493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3584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p[6] = 6  -&gt;  palindrom terpanjang abaaba, mulai di (6 - 6) / 2 = 0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3931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pola berselang: pusat pada karakter asli memberi palindrom ganjil, pusat pada pemisah memberi palindrom genap. Keduanya keluar dari satu loop yang sama.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p[i] = panjang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Manacher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algoritma Z — kerangkanya sama persis, hanya cerminnya yang berbeda rumus.</a:t>
            </a:r>
            <a:endParaRPr lang="en-US" sz="1300" dirty="0"/>
          </a:p>
        </p:txBody>
      </p:sp>
      <p:pic>
        <p:nvPicPr>
          <p:cNvPr id="4" name="Image 0" descr="/tmp/ppt/imgs/c80_21_5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596" y="1755648"/>
            <a:ext cx="458919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 dibangun dengan pemisah di depan, di antara, dan di belakang. Panjangnya menjadi 2n + 1, selalu ganjil.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l dan r kali ini menyimpan ruas palindrom terkanan, bukan kotak awalan. Perannya 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Cermin dari i terhadap pusat ruas adalah l + r - i. Rumus ini yang menggantikan i - l pada algoritma Z.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memperluas dari batas yang sudah diketahui. Pemeriksaan indeks di kedua sisi wajib 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p yang dikembalikan sudah berupa panjang palindrom ASLI, sehingga tidak perlu konversi lagi setelahnya.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Hasil Manacher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d[] pada string bersisipan langsung memberi panjang palindrom aslinya. Kode ini mencari palindrom terpanjangnya.</a:t>
            </a:r>
            <a:endParaRPr lang="en-US" sz="1300" dirty="0"/>
          </a:p>
        </p:txBody>
      </p:sp>
      <p:pic>
        <p:nvPicPr>
          <p:cNvPr id="4" name="Image 0" descr="/tmp/ppt/imgs/c80_22_5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877" y="1993392"/>
            <a:ext cx="486379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d[i] pada string bersisipan sama dengan panjang palindrom pada string asli, dan posisi awalnya diperoleh dengan (pusat - d) dibagi dua. Dua rumus itu yang paling sering salah ditulis.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palindrom asli = d[i] pada string bersisipan.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awal asli = (i - d[i]) dibagi dua.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palindrom yang berbeda bisa dihitung dari jumlah seluruh 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cocokkan dengan pencarian paksa untuk string pendek.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kedua algoritma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yang ternyata ada di dalam teks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teks boleh berisi karakter apa saja, "#" bukan pilihan aman. Gunakan karakter di luar jangkauan masukan, atau bandingkan panjang secara eksplisit.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membatasi salinan cermin dengan 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z[i] = z[i-l] tanpa min membuat nilainya melewati daerah yang belum diketahui. Hasilnya terlalu besar dan sulit dilacak.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menerjemahkan indeks Manacher kembali ke string asli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palindrom = p[i], posisi awal = (i - p[i]) / 2. Membagi atau menggeser dengan rumus lain adalah bug tersering di sini.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Mengira z[0] bernilai nol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Kebanyakan implementasi tidak mengisi z[0] sama sekali. Bila kode lain membacanya, isilah dengan n secara eksplisit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dan pola. Keluarkan banyaknya kemunculan pola di dalam teks, lalu setiap posisi awalnya dengan indeks berbasis nol. Selesaikan memakai z-function, bukan KMP.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|pola| &lt;= |teks|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 a sampai 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1 detik</a:t>
            </a:r>
            <a:endParaRPr lang="en-US" sz="1200" dirty="0"/>
          </a:p>
        </p:txBody>
      </p:sp>
      <p:pic>
        <p:nvPicPr>
          <p:cNvPr id="9" name="Image 0" descr="/tmp/ppt/imgs/c80_25_5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909" y="1280160"/>
            <a:ext cx="22310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27: seluruh soal selesai hanya dengan menggabungkan pola, pemisah, dan teks.</a:t>
            </a:r>
            <a:endParaRPr lang="en-US" sz="1300" dirty="0"/>
          </a:p>
        </p:txBody>
      </p:sp>
      <p:pic>
        <p:nvPicPr>
          <p:cNvPr id="4" name="Image 0" descr="/tmp/ppt/imgs/c80_26_5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47" y="1755648"/>
            <a:ext cx="309065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O(|pola| + |teks|). Loop di baris 34 dimulai dari m + 1 agar bagian polanya sendiri tidak ikut terhitung sebagai kecocokan.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melatih dasarnya; tiga berikutnya menggabungkan z atau Manacher dengan ide lain.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border lewat z-function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yang juga sufiks, plus hitungan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1200E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Menyambung string dengan tumpang tindih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Longest Palindrome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Manacher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17E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palindrom bersilang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z[i] menjawab "seberapa cocok ekor dengan kepala"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array, seluruh posisi sekaligus. Pencarian pola, periode, dan border semuanya terbaca langsung darinya.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 menghemat titik awal perbandingan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sudah dicocokkan tidak dicocokkan ulang. Nilai r tidak pernah mundur, sehingga totalnya linear.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 memakai kerangka yang sama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Ganti kotak awalan dengan ruas palindrom, ganti cermin i - l dengan l + r - i. Sisanya identik.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Penyisipan pemisah menyatukan ganjil dan genap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t selalu ganjil, jadi hanya ada satu jenis pusat — dan p[i] langsung berupa panjang palindrom aslinya.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2026-09-05T08:51:35Z</dcterms:created>
  <dcterms:modified xsi:type="dcterms:W3CDTF">2026-09-05T08:51:35Z</dcterms:modified>
</cp:coreProperties>
</file>