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yang digeneralisasi: banyak pola sekaligus, satu kali telusur teks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221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satu petugas yang harus mengawasi banyak kata terlarang sekaligus dalam sebuah pidato.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kata terlarang dicatat dalam satu daftar bercabang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dari semua pola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salah dengar, mundur ke kata paling mirip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(failure link)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Mendengar pidato satu kali saja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teks O(n)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kata bisa memuat kata lain di dalamnya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keluaran (output link)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mengulang pidato per kata terlarang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pola diperiksa bersamaan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 adalah KMP yang tidak lagi melacak satu pola, melainkan seluruh pohon pola sekaligus — dengan biaya satu kali telusur teks.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 adalah KMP yang digeneralisasi: ia mencari SEMUA kemunculan BANYAK pola sekaligus, dengan satu kali telusur teks.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menggantikan satu string pola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pola dimasukkan ke satu trie, sehingga awalan yang sama dipakai bersama dan ukurannya hanya sebesar total panjang pola.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menggantikan fungsi prefix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fail[v] menunjuk ke sufiks terpanjang dari string di v yang juga merupakan awalan salah satu pola. Persis seperti KMP.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 pintas mengubah trie menjadi otomaton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Menyalin transisi dari fail membuat setiap simpul punya transisi untuk setiap huruf, sehingga satu huruf teks selalu selesai O(1).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di atas otomaton adalah aplikasi terpentingnya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Keadaannya berupa pasangan panjang dan simpul otomaton. Dari situ soal "berapa string yang tidak memuat pola terlarang" langsung selesai.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banyak pola yang harus dicari sekaligus, atau dari soal menghitung string yang menghindari daftar pola.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banyak pola sekaligus di dalam satu teks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berapa kali tiap pola muncul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string panjang n yang tidak memuat pola terlarang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string terpendek yang memuat semua pola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satu pola — KMP atau z-function jauh lebih pendek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substring berbeda atau berulang — suffix array lebih tepat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Polanya berubah-ubah selama proses; otomaton dibangun sekali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WAJIB dibangun dengan BFS, bukan DFS, karena fail sebuah simpul membutuhkan fail ayahnya yang sudah selesai. Dan jangan lupa sisi keluaran, atau pola di dalam pola tidak terlaporkan.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(Day 217)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(Day 213)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(Day 113)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di atas otomaton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automaton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Otomaton + matrix exponentiation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pola sekaligus, satu kali telusur teks.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sering salah bukan sisi kegagalannya, melainkan sisi keluarannya. Uji dengan pola yang saling memuat, seperti he di dalam she.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Banyak Pola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&amp; Sisi Keluaran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Membangun Otomaton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Jalan Pintas Penting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Teks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pola, satu teks, satu kali jalan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Banyak Pola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k pola satu per satu berbiaya k kali panjang teks. Aho-Corasick menemukannya semua dalam satu kali sapuan.</a:t>
            </a:r>
            <a:endParaRPr lang="en-US" sz="1300" dirty="0"/>
          </a:p>
        </p:txBody>
      </p:sp>
      <p:pic>
        <p:nvPicPr>
          <p:cNvPr id="4" name="Image 0" descr="/tmp/ppt/imgs/c83_8_5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027" y="1993392"/>
            <a:ext cx="500349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Selisihnya ribuan kali lipat, dan bertambah lebar seiring banyaknya pola. Aho-Corasick membangun automaton sekali, lalu teksnya cukup dilewati satu kali.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polos O(banyak pola x panjang teks), Aho-Corasick O(teks + total pola).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Automaton dibangun sekali dan bisa dipakai untuk banyak teks.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polanya hanya satu, KMP sudah cukup dan jauh lebih pendek.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soalnya: "ada k kata terlarang, hitung kemunculannya".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&amp; Sisi Keluaran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menunjuk ke akhiran terpanjang yang juga awalan sebuah pola. Kode ini membangunnya lalu mencetak isinya.</a:t>
            </a:r>
            <a:endParaRPr lang="en-US" sz="1300" dirty="0"/>
          </a:p>
        </p:txBody>
      </p:sp>
      <p:pic>
        <p:nvPicPr>
          <p:cNvPr id="4" name="Image 0" descr="/tmp/ppt/imgs/c83_9_5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510" y="1993392"/>
            <a:ext cx="302252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"she" gagal ke "he", dan "hers" gagal ke "s". Sisi kegagalan selalu menunjuk ke string yang lebih pendek, jadi BFS per tingkat menjamin nilainya sudah siap saat dipakai.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= akhiran terpanjang yang juga awalan sebuah pola.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Dibangun dengan BFS, bukan DFS: butuh tingkat atasnya selesai dulu.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26 mengubah trie menjadi automaton penuh: setiap huruf punya tujuan.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itu, membaca teks tidak pernah perlu mundur sama sekali.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pola: he, she, his, hers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Trie dari Semua Pola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 pola dimasukkan ke satu trie. Simpul bertanda kurung siku adalah akhir sebuah pola.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940932" y="261864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19456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8328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29652" y="261864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344728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0932" y="362448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445312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445312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464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[he]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2336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[hers]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3464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3464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46888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23360" y="31729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2336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[his]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45920" y="41788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64592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34640" y="41788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83464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46888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023360" y="4178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2336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[she]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pola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   -&gt; simpul 2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hers -&gt; simpul 4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  -&gt; simpul 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  -&gt; simpul 9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simpul seluruhnya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awalan bersama dipakai bersama: he dan hers berbagi jalur h - e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trie sama dengan total panjang pola, dikurangi awalan yang dipakai bersama. Itulah penghematan pertama dibanding menyimpan pola terpisah.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Sisi Kegagalan yang Penting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merah menunjuk ke sufiks terpanjang yang juga merupakan awalan pola lain. Dua yang terpenting digambar.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940932" y="2856387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194560" y="267919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83280" y="267919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267919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29652" y="2856387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368503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0932" y="3862227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469087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4690872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2059795" y="2915361"/>
            <a:ext cx="909611" cy="1539341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3248515" y="2915361"/>
            <a:ext cx="909611" cy="1539341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07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" y="4005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0" y="240487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4592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240487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3464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[he]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0" y="240487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12080" y="240487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1208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[hers]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34640" y="34107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3464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4005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23360" y="34107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2336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0" y="4005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[his]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45920" y="441655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4592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50109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34640" y="441655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83464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468880" y="50109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023360" y="441655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2336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0" y="50109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[she]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   (8) -&gt; h  (1)   digambar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  (9) -&gt; he (2)   digambar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hers (4) -&gt; s  (7)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  (6) -&gt; s  (7)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sisanya menuju akar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 -&gt; he adalah yang terpenting: simpul 2 TERMINAL, jadi ia juga menjadi sisi keluaran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simpul 2 adalah akhir pola he, simpul 9 mendapat sisi keluaran menuju simpul 2. Itulah yang membuat he ikut terlaporkan ketika she ditemukan.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Menelusuri Teks ushers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kali jalan melewati teks. Setiap huruf memindahkan posisi tepat satu langkah, selalu O(1).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940932" y="261864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19456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8328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244144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29652" y="261864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344728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0932" y="3624483"/>
            <a:ext cx="769896" cy="65145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445312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4453128"/>
            <a:ext cx="64008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3248515" y="2677617"/>
            <a:ext cx="909611" cy="1539341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3464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[he]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2336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2336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216712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1208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[hers]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3464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46888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3360" y="3172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2336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 [his]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45920" y="4178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64592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34640" y="4178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3464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246888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023360" y="41788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2336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365760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 [she]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jalannya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-&gt; tetap di akar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-&gt; simpul 7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-&gt; simpul 8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-&gt; simpul 9   [she]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lewat keluaran [he]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-&gt; simpul 3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-&gt; simpul 4   [hers]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67512" y="55778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41832" y="5669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huruf r: simpul 9 tidak punya anak r, tetapi transisi otomaton langsung memberi simpul 3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41832" y="60167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tidak ada penelusuran rantai kegagalan saat memproses r. Tabel transisi yang sudah dilengkapi membuat setiap huruf selesai dalam satu langkah.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membangun, satu loop menelusuri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Otomaton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46 dan 47: satu cabang membuat sisi kegagalan, cabang lain melengkapi tabel transisi.</a:t>
            </a:r>
            <a:endParaRPr lang="en-US" sz="1300" dirty="0"/>
          </a:p>
        </p:txBody>
      </p:sp>
      <p:pic>
        <p:nvPicPr>
          <p:cNvPr id="4" name="Image 0" descr="/tmp/ppt/imgs/c83_15_5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307" y="1755648"/>
            <a:ext cx="267777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next[] awalnya berperan sebagai sisi trie, tetapi setelah bangun() ia menjadi tabel transisi otomaton yang lengkap.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pola hanyalah penyisipan trie biasa, ditutup dengan menandai simpul akhirnya.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dimulai dari anak-anak akar, yang sisi kegagalannya selalu menunjuk kembali ke akar.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keluaran melompat ke terminal terdekat pada rantai kegagalan, sehingga pelaporan tidak perlu menelusuri rantai itu.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anak untuk huruf c ada, sisi kegagalannya dibaca dari transisi milik fail simpul sekarang.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ada, transisinya DISALIN dari fail. Inilah jalan pintas yang membuat penelusuran selalu O(1) per huruf.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Jalan Pintas Penting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sisi keluaran, satu posisi bisa memaksa menelusuri seluruh rantai kegagalan. Kode ini membandingkan biaya keduanya.</a:t>
            </a:r>
            <a:endParaRPr lang="en-US" sz="1300" dirty="0"/>
          </a:p>
        </p:txBody>
      </p:sp>
      <p:pic>
        <p:nvPicPr>
          <p:cNvPr id="4" name="Image 0" descr="/tmp/ppt/imgs/c83_16_5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8846" y="1993392"/>
            <a:ext cx="268385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keluaran melompati simpul yang bukan akhir pola, jadi hanya kecocokan sungguhan yang dikunjungi. Tanpa itu, teks berisi huruf sama berulang membuat biayanya membengkak.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keluaran menunjuk ke simpul akhir-pola terdekat lewat rantai fail.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Dihitung sekali saat membangun, bukan saat membaca teks.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jalan pintas, kasus terburuknya O(panjang teks x panjang pola).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jalan pintas, biayanya sebanding dengan banyaknya kecocokan.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Teks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peringatan di baris 21 sampai 25: banyaknya kecocokan sendiri bisa sangat besar.</a:t>
            </a:r>
            <a:endParaRPr lang="en-US" sz="1300" dirty="0"/>
          </a:p>
        </p:txBody>
      </p:sp>
      <p:pic>
        <p:nvPicPr>
          <p:cNvPr id="4" name="Image 0" descr="/tmp/ppt/imgs/c83_17_5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7180" y="1755648"/>
            <a:ext cx="390718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soal hanya meminta JUMLAH kemunculan tiap pola, jangan laporkan satu per satu. Pakai pencacah per simpul lalu jumlahkan mundur sepanjang pohon kegagalan.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paling langsung: menghitung berapa kali tiap pola muncul. Hasilnya dicocokkan dengan pencarian satu per satu.</a:t>
            </a:r>
            <a:endParaRPr lang="en-US" sz="1300" dirty="0"/>
          </a:p>
        </p:txBody>
      </p:sp>
      <p:pic>
        <p:nvPicPr>
          <p:cNvPr id="4" name="Image 0" descr="/tmp/ppt/imgs/c83_18_5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3138" y="1993392"/>
            <a:ext cx="2595269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teks "ushers", pola "she", "he" dan "hers" semuanya ditemukan dalam satu kali sapuan. Lima aplikasinya: menghitung kemunculan, menyaring kata terlarang, DP di atas automaton, pencocokan kamus, dan deteksi virus.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sapuan menemukan seluruh pola sekaligus, termasuk yang tumpang tindih.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milik[] menandai simpul akhir milik pola nomor berapa.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sisi keluaran menangkap pola yang bersarang di dalam pola lain.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 juga bisa dipakai sebagai state pada DP string.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DFS untuk membangun sisi kegagalan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sebuah simpul membutuhkan sisi kegagalan ayahnya yang sudah selesai. Hanya BFS yang menjamin urutan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sisi keluaran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berakhir di tengah rantai kegagalan tidak akan terlaporkan. Contoh persisnya: he di dalam she.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Melaporkan kecocokan satu per satu padahal jumlahnya besar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kecocokan bisa mencapai n dikali k. Bila soal hanya meminta jumlah, pakai pencacah dan jumlahkan mundur sepanjang pohon kegagalan.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trie diperkirakan terlalu kecil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sama dengan total panjang seluruh pola, bukan panjang pola terpanjang. Pakai vector agar tidak perlu menebak.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Kemunculan Setiap Pola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k buah pola dan sebuah teks. Untuk setiap pola, keluarkan berapa kali ia muncul sebagai substring di dalam teks. Kemunculan boleh saling tumpang tindih.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100000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panjang seluruh pola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teks &lt;= 1000000</a:t>
            </a:r>
            <a:endParaRPr lang="en-US" sz="1200" dirty="0"/>
          </a:p>
        </p:txBody>
      </p:sp>
      <p:pic>
        <p:nvPicPr>
          <p:cNvPr id="9" name="Image 0" descr="/tmp/ppt/imgs/c83_21_5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3202" y="1280160"/>
            <a:ext cx="184447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43 dan 44: dua baris itu adalah seluruh inti pembangunan otomatonnya.</a:t>
            </a:r>
            <a:endParaRPr lang="en-US" sz="1300" dirty="0"/>
          </a:p>
        </p:txBody>
      </p:sp>
      <p:pic>
        <p:nvPicPr>
          <p:cNvPr id="4" name="Image 0" descr="/tmp/ppt/imgs/c83_22_5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9510" y="1755648"/>
            <a:ext cx="180252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O(total panjang pola + panjang teks + banyak kecocokan). Untuk soal dengan kecocokan sangat banyak, ganti loop pelaporan dengan penjumlahan mundur pada pohon kegagalan.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pencarian langsung; tiga berikutnya memakai DP di atas otomaton.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UVa 10679 — I Love Strings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Pencarian banyak pola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963D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Kemunculan ke-k tiap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1207G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Aho-Corasick offline dengan trie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86C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di atas otomaton, hitung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1101D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Otomaton digabung matrix exponentiation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menggantikan pola, sisi kegagalan menggantikan fungsi prefix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pikirannya sama persis dengan KMP, hanya diperluas dari satu pola menjadi seluruh trie.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 pintas mengubah trie menjadi otomaton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Menyalin transisi dari fail membuat setiap simpul punya transisi untuk setiap huruf, sehingga satu huruf teks selalu selesai O(1).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wajib, DFS tidak bisa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kegagalan sebuah simpul butuh sisi kegagalan ayahnya. Hanya urutan BFS yang menjamin itu sudah siap.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di atas otomaton adalah aplikasi terpentingnya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Keadaannya berupa pasangan panjang dan simpul otomaton. Dari situ soal "berapa string yang tidak memuat pola terlarang" langsung selesai.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2026-09-05T08:51:35Z</dcterms:created>
  <dcterms:modified xsi:type="dcterms:W3CDTF">2026-09-05T08:51:35Z</dcterms:modified>
</cp:coreProperties>
</file>