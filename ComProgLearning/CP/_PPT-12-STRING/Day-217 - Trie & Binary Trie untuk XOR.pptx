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 — dan cara memakainya untuk mencari XOR terbesar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adalah pohon yang menyimpan awalan bersama sekali saja.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isi buku bertingkat: "Bab 1" ditulis sekali, lalu bercabang ke 1.1, 1.2, dan seterusnya. Awalan yang sama tidak ditulis berulang.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Trie: setiap sisi satu karakter, setiap jalur dari akar satu awalan.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sebuah judul bab belum tentu berarti bab itu ada — bisa jadi itu hanya awalan judul yang lebih panjang.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kata. Tanpa itu, "car" dan "cars" tidak bisa dibedakan.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bilangan, "hurufnya" hanya dua: 0 dan 1. Setiap bilangan menjadi jalur sepanjang 30 langkah.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trie: bilangan diperlakukan sebagai deretan bit, diproses dari bit TERTINGGI.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 sebesar mungkin, di setiap tingkat pilih cabang yang bitnya BERBEDA. Satu bit tinggi bernilai lebih besar daripada semua bit di bawahnya digabung.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per bit: ambil cabang berlawanan bila ada. Ini benar karena 2^b &gt; 2^(b-1) + ... + 1.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penting: xor(l, r) = pre[r] XOR pre[l-1], sehingga soal XOR subarray berubah menjadi soal mencari pasangan.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adalah pohon prefix: setiap sisi satu karakter, setiap jalur satu awalan. Variannya untuk bit membuka seluruh keluarga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bersama disimpan sekali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yang berbagi awalan berbagi jalur yang sama. Karena itu trie unggul pada pertanyaan berbasis prefix seperti autocomplete.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soal XOR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 dari yang tertinggi. Alfabetnya hanya dua, sehingga jauh lebih ringan daripada trie huruf.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dicari secara greedy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Ini benar karena satu bit tinggi bernilai lebih besar daripada seluruh bit di bawahnya digabung.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huruf untuk pertanyaan prefix; binary trie untuk hampir semua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berbasis awalan: berapa kata berawalan tertentu, autocomplete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dengan XOR terbesar dari sekumpulan bilangan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maksimum, lewat prefix XOR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Aho-Corasick untuk mencocokkan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mencari satu pola di dalam teks — KMP atau hashing lebih ringan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tidak cukup: trie huruf butuh total panjang kata dikali ukuran alfabet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span atau basis XOR — pakai XOR linear basis, bukan trie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WAJIB diproses dari bit tertinggi ke terendah. Arah ini yang membuat pencarian greedy per bit benar.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pohon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linear basis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trie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prefix, dan cara memakainya untuk mencari XOR terbesar.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"XOR subarray menjadi XOR pasangan lewat prefix XOR" adalah pola yang sangat sering keluar dan layak dihafal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&amp; Ide Trie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Bilangan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secara Greedy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Benar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Idenya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menyimpan awalan bersama sekali saja. Kode ini menyisipkan beberapa kata lalu memeriksa apa yang ada dan apa yang tidak.</a:t>
            </a:r>
            <a:endParaRPr lang="en-US" sz="1300" dirty="0"/>
          </a:p>
        </p:txBody>
      </p:sp>
      <p:pic>
        <p:nvPicPr>
          <p:cNvPr id="4" name="Image 0" descr="/tmp/ppt/imgs/c81_8_5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"ca" mengembalikan 1 karena ia awalan tetapi bukan kata; "care" mengembalikan 0 karena jalurnya terputus. Membedakan ketiga keadaan ini adalah bagian yang paling sering terlewat.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0 adalah akar dan tidak mewakili huruf apa pun.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nxt[u][k] bernilai nol berarti anak itu belum ada.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akhir[u] menandai bahwa sebuah kata berakhir di simpul itu.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"cat" dan "car" berbagi dua simpul pertama — itulah hematnya.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array jauh lebih cepat daripada pointer atau map, dan itulah yang dipakai di kontes.</a:t>
            </a:r>
            <a:endParaRPr lang="en-US" sz="1300" dirty="0"/>
          </a:p>
        </p:txBody>
      </p:sp>
      <p:pic>
        <p:nvPicPr>
          <p:cNvPr id="4" name="Image 0" descr="/tmp/ppt/imgs/c81_9_5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67" y="1755648"/>
            <a:ext cx="30918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trie[v][c] menyimpan nomor simpul anak dari v lewat karakter c. Nilai nol berarti belum ada.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nol dipakai sebagai akar, dan penghitung dimulai dari satu. Dengan begitu, nilai nol aman dipakai sebagai penanda "tidak ada".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anaknya belum ada, buat simpul baru. Inilah satu-satunya tempat simpul dialokasikan.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karakter diproses, tandai simpul terakhir sebagai akhir kata.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pencarian, nilai nol berarti jalannya buntu sehingga kata itu pasti tidak ada.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penting: sampai di simpul yang benar belum cukup, simpul itu juga harus ditandai sebagai akhir kata.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berbasis array boros bila alfabetnya besar. Kode ini menghitung memorinya untuk beberapa ukuran masukan.</a:t>
            </a:r>
            <a:endParaRPr lang="en-US" sz="1300" dirty="0"/>
          </a:p>
        </p:txBody>
      </p:sp>
      <p:pic>
        <p:nvPicPr>
          <p:cNvPr id="4" name="Image 0" descr="/tmp/ppt/imgs/c81_10_5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623" y="1993392"/>
            <a:ext cx="531629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biner untuk soal XOR sangat hemat karena alfabetnya hanya dua. Trie beralfabet 256 dengan sejuta huruf sudah butuh gigabyte — di situ map atau alfabet terkompresi wajib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simpul paling banyak total huruf ditambah satu.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array = simpul dikali ukuran alfabet dikali empat byte.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alfabet besar, ganti array dengan map — hemat tetapi lebih lambat.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biner (alfabet 2) untuk soal XOR selalu aman memorinya.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XOR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Menyisipkan Bilangan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bit, dan wajib diproses dari bit TERTINGGI.</a:t>
            </a:r>
            <a:endParaRPr lang="en-US" sz="1300" dirty="0"/>
          </a:p>
        </p:txBody>
      </p:sp>
      <p:pic>
        <p:nvPicPr>
          <p:cNvPr id="4" name="Image 0" descr="/tmp/ppt/imgs/c81_12_5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8" y="1755648"/>
            <a:ext cx="524462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dari bit tertinggi ke terendah bukan pilihan gaya. Ia yang memungkinkan pencarian greedy pada halaman berikutnya bekerja dengan benar.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Bila tidak ada, terpaksa ikut yang sama.</a:t>
            </a:r>
            <a:endParaRPr lang="en-US" sz="1300" dirty="0"/>
          </a:p>
        </p:txBody>
      </p:sp>
      <p:pic>
        <p:nvPicPr>
          <p:cNvPr id="4" name="Image 0" descr="/tmp/ppt/imgs/c81_13_5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27" y="1755648"/>
            <a:ext cx="426853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akar, dan hasilnya dibangun bit demi bit dari yang tertinggi.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yang sama menghasilkan XOR nol; bit yang berbeda menghasilkan satu. Karena itu kita selalu ingin cabang yang berbeda.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c XOR 1 membalik bit: bila c nol menjadi satu, bila satu menjadi nol. Cara ringkas menulis "cabang yang berlawanan".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cabang berlawanan ada, ambil dan catat bit satu pada hasil.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terpaksa mengikuti cabang yang sama. Bit itu menjadi nol pada hasil.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kebenarannya ada di komentar bawah: satu bit tinggi lebih besar daripada seluruh bit di bawahnya digabung.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Greedy Per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XOR terbesar untuk x = 5 dari himpunan yang memuat 25.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lawan: 25 = 11001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XOR 25 = 00101 XOR 11001 = 11100 = 28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bit 16, x bernilai nol sehingga kita mencari cabang bernilai satu — dan menemukannya. Bit 16 saja sudah bernilai lebih besar daripada seluruh bit 8, 4, 2, 1 digabung, jadi mengambilnya selalu benar.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Selalu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tiga langkah yang berlaku untuk semua soal XOR maksimum.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tinggi mengalahkan semuanya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2^b lebih besar daripada 2^b dikurangi satu, yaitu jumlah seluruh bit di bawahnya. Jadi satu bit tinggi tidak bisa dikalahkan oleh berapa pun bit rendah.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2^b &gt; 2^(b-1) + ... + 1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ambil bit tinggi dulu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cabang yang menghasilkan bit satu di posisi tertinggi, ambil — apa pun akibatnya pada bit di bawahnya.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trie[v][c ^ 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menjamin cabangnya ada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 trie mewakili bilangan yang benar-benar ada di himpunan. Jadi bila cabangnya ada, pasangan itu pasti bisa dipilih.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O(30) per pertanyaan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trie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tersering di kontes: trie biner untuk XOR maksimum. Kode ini membandingkannya dengan pencarian paksa.</a:t>
            </a:r>
            <a:endParaRPr lang="en-US" sz="1300" dirty="0"/>
          </a:p>
        </p:txBody>
      </p:sp>
      <p:pic>
        <p:nvPicPr>
          <p:cNvPr id="4" name="Image 0" descr="/tmp/ppt/imgs/c81_17_5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624" y="1993392"/>
            <a:ext cx="322629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Serakah dari bit tertinggi: selalu coba ambil arah yang berlawanan supaya bit itu menyala. Lima aplikasinya: XOR maksimum, autocomplete, pencarian awalan, penghitungan kata, dan Aho-Corasick.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telusuri dari bit TERTINGGI — bit besar lebih berharga.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arah berlawanan tidak ada, terpaksa ikut arah yang sama.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BIT harus mencakup nilai terbesar; 20 bit cukup sampai sejuta.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 dengan subarray, gabungkan trie dengan prefix XOR.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Soal String &amp; XOR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ditanyakan. Trie hanya menang pada pertanyaan berbasis prefix.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Pertanyaan berbasis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Berapa kata berawalan tertentu, autocomplete.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x 30), jauh lebih cepat dari O(n²).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subarray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+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Ubah dulu menjadi soal pasangan.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Cocokkan banyak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ditambah link kegagalan seperti KMP.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berlebihan untuk satu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XOR sekumpulan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linear basis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Berbeda dari trie; untuk soal span XOR.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Terbesar Sepasang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Carilah nilai terbesar dari a[i] XOR a[j] untuk sepasang indeks i dan j yang berbeda.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a[i] &lt; 2^30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1_20_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196" y="1280160"/>
            <a:ext cx="26864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di baris 53: cari pasangannya dulu di antara yang SUDAH disisipkan, baru sisipkan bilangan sekarang.</a:t>
            </a:r>
            <a:endParaRPr lang="en-US" sz="1300" dirty="0"/>
          </a:p>
        </p:txBody>
      </p:sp>
      <p:pic>
        <p:nvPicPr>
          <p:cNvPr id="4" name="Image 0" descr="/tmp/ppt/imgs/c81_21_5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720" y="1993392"/>
            <a:ext cx="195610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itu menjamin i dan j selalu berbeda. Bila disisipkan lebih dulu, sebuah bilangan bisa berpasangan dengan dirinya sendiri dan menghasilkan XOR nol yang tidak berbahaya, tetapi pada varian lain bisa salah.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trie langsung; tiga berikutnya memakai binary trie.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208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dasar: sisip, cari, cek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 dengan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706D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 dengan penghapusan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Xor Subarray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ditambah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888G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MST dengan XOR — Boruvka ditambah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menyimpan prefix bersama sekali saja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karakter, setiap jalur adalah satu prefix. Karena itu ia unggul pada pertanyaan berbasis awalan.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diproses dari bit tertinggi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ini bukan pilihan gaya. Ia yang membuat greedy per bit benar, karena satu bit tinggi mengalahkan seluruh bit di bawahnya.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menjadi XOR pasangan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xor(l, r) sama dengan pre[r] XOR pre[l-1], soal subarray langsung berubah menjadi soal mencari pasangan pada prefix XOR.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