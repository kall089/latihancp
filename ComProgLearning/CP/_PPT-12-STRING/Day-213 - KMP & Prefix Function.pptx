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tidak pernah membuang kemajuan yang sudah didapat.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pola "ababc" di dalam teks. Sudah cocok empat huruf, lalu huruf kelima gagal.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naif membuang keempat huruf itu dan mulai lagi dari posisi berikutnya.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Padahal kamu tahu empat huruf terakhir yang cocok adalah "abab", dan bagian "ab" di ujungnya sama dengan awal pola.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Border: bagian yang sekaligus prefix dan sufiks. pi[i] menyimpan panjang border terpanjang.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kamu tidak perlu mundur di TEKS — cukup mundur di POLA sampai ke bagian yang masih cocok.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mundur. Yang mundur hanya kemajuan pada pola, mengikuti rantai pi.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kemajuan hanya bertambah satu per langkah, total mundurnya juga tidak mungkin melebihi total majunya.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bertambah paling banyak satu per iterasi, jadi total penurunannya terbatas. Argumen sama dengan monotonic stack.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sebuah string = n dikurangi pi terakhir. Satu baris yang menjawab banyak soal pengulangan.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mencari pola di dalam teks tanpa pernah memeriksa ulang huruf yang sama, dengan bantuan prefix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cara naif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kegagalan membuang seluruh kemajuan dan mulai lagi dari posisi berikutnya, padahal sebagian huruf sudah terbukti cocok.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kuncinya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sebuah string adalah bagian yang sekaligus menjadi prefix dan sufiks. pi[i] menyimpan panjang border terpanjang dari potongan s[0..i].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gagal, yang mundur hanyalah kemajuan pada pola, mengikuti rantai pi. Itulah yang membuat totalnya O(n + 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untuk mencari pola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array pi langsung didapat semua border, periode terkecil, dan banyaknya kemunculan setiap prefix.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unggul ketika soal berbicara tentang sifat prefix dan sufiks, bukan sekadar mencocokkan.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sebuah pola di dalam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periode, border, atau pengulangan sebuah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jaminan tanpa peluang gagal, berbeda dengan hashing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untuk Aho-Corasick pada pencocokan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substring acak yang tidak berhubungan — hashing lebih luwes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palindrom — Manacher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menghitung substring berbeda — suffix array atau automaton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sebuah string adalah n dikurangi pi terakhir. Bila n habis dibagi periodenya, string itu pengulangan penuh. Satu baris yang menjawab banyak soal.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(Day 211)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kenapa KMP tetap linear sama persis dengan monotonic stack: nilai yang naik terbatas, sehingga totalnya yang turun juga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Pencocokan Naif Boros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Menghitung 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Kenapa Tetap O(n)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 untuk Mencari Pola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Periode &amp; Border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vs Hashing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di dalam teks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Boros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tetapi setiap kegagalan membuang seluruh kemajuan yang sudah didapat.</a:t>
            </a:r>
            <a:endParaRPr lang="en-US" sz="1300" dirty="0"/>
          </a:p>
        </p:txBody>
      </p:sp>
      <p:pic>
        <p:nvPicPr>
          <p:cNvPr id="4" name="Image 0" descr="/tmp/ppt/imgs/c79_8_5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314" y="1755648"/>
            <a:ext cx="522691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pola "ababc" gagal di huruf terakhir. Empat huruf pertama sudah terbukti cocok — informasi itu seharusnya bisa dipakai, bukan dibuang.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pi[i] adalah panjang border terpanjang dari awalan sepanjang i+1. Kode ini menghitungnya dua cara dan mencocokkan hasilnya.</a:t>
            </a:r>
            <a:endParaRPr lang="en-US" sz="1300" dirty="0"/>
          </a:p>
        </p:txBody>
      </p:sp>
      <p:pic>
        <p:nvPicPr>
          <p:cNvPr id="4" name="Image 0" descr="/tmp/ppt/imgs/c79_9_5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192" y="1993392"/>
            <a:ext cx="363515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while adalah inti KMP: kalau huruf tidak cocok, mundur ke border yang lebih pendek — bukan mulai ulang dari nol. Itulah yang membuatnya linear.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= awalan yang sekaligus akhiran, tetapi bukan seluruh stringnya.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pi[i] hanya bertambah paling banyak satu per langkah.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penurunan tidak melebihi total kenaikan, jadi keseluruhannya O(n).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periode terpendek = n dikurangi pi[n-1].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pi untuk "abababc"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Awal Belum Ada Border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pi[0] selalu nol karena satu huruf tidak bisa punya border. Di i = 1, huruf b tidak sama dengan 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pi[1] = 0      karena s[1] = b tidak sama dengan s[0] = 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aslinya tertulis di bawah tiap sel. Nilai pi menyatakan panjang prefix yang sekaligus menjadi sufiks pada potongan s[0..i].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Border Mulai Tumbuh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2, huruf a cocok dengan s[0], sehingga bordernya menjadi sepanjang satu. Selanjutnya terus bertambah.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pi[5] = 4      "ababab" punya border "abab"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huruf berikutnya melanjutkan pola, nilai pi bertambah satu setiap langkah. Ini kasus paling mudah dan paling sering.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Kegagalan dan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6, huruf c tidak cocok. Nilai j mundur mengikuti rantai pi sampai nol, dan pi[6] menjadi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4 -&gt; pi[3] = 2 -&gt; pi[1] = 0      semuanya gagal, pi[6] = 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ini yang membuat KMP tidak pernah memeriksa ulang huruf di teks. Meski ada while di dalam for, total penurunan j tidak pernah melebihi total kenaikannya.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baris inti. Perhatikan bahwa j selalu dimulai dari nilai pi sebelumnya, bukan dari nol.</a:t>
            </a:r>
            <a:endParaRPr lang="en-US" sz="1300" dirty="0"/>
          </a:p>
        </p:txBody>
      </p:sp>
      <p:pic>
        <p:nvPicPr>
          <p:cNvPr id="4" name="Image 0" descr="/tmp/ppt/imgs/c79_14_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970" y="1755648"/>
            <a:ext cx="473044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menyimpan panjang border dari posisi sebelumnya. Memulai dari sini, bukan dari nol, adalah yang membuat algoritmanya cepat.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sekarang tidak melanjutkan border, mundur ke border yang lebih pendek lewat pi[j-1]. Ini rantai mundur yang bisa terjadi beberapa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akhirnya cocok, bordernya bertambah satu. Bila j sudah nol dan tetap tidak cocok, pi[i] menjadi nol.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tidak ada pemeriksaan batas tambahan: saat j = 0, kondisi while langsung gagal sehingga aman.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O(n): j bertambah paling banyak satu per iterasi, jadi total kenaikannya n. Karena j tidak pernah negatif, total penurunannya juga paling banyak 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operasi paling banyak 2n, meski bentuk kodenya terlihat seperti loop bersarang. Argumen yang sama dengan monotonic stack.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memakai prefix function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mudah diingat: gabungkan pola, pemisah, dan teks — lalu cari nilai pi yang sama dengan panjang pola.</a:t>
            </a:r>
            <a:endParaRPr lang="en-US" sz="1300" dirty="0"/>
          </a:p>
        </p:txBody>
      </p:sp>
      <p:pic>
        <p:nvPicPr>
          <p:cNvPr id="4" name="Image 0" descr="/tmp/ppt/imgs/c79_16_5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787" y="1993392"/>
            <a:ext cx="46739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wajib berupa karakter yang tidak muncul di pola maupun teks. Tanpa pemisah, border bisa melewati batas antara keduanya dan menghasilkan kecocokan palsu.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Tanpa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hemat memori dan lebih sering dipakai. Perhatikan bahwa penunjuk pada teks tidak pernah mundur.</a:t>
            </a:r>
            <a:endParaRPr lang="en-US" sz="1300" dirty="0"/>
          </a:p>
        </p:txBody>
      </p:sp>
      <p:pic>
        <p:nvPicPr>
          <p:cNvPr id="4" name="Image 0" descr="/tmp/ppt/imgs/c79_17_5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11" y="1755648"/>
            <a:ext cx="573892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16 menentukan apakah kemunculan boleh tumpang tindih. Bila tidak boleh, ganti dengan j = 0 agar pencarian dimulai dari nol setelah setiap kecocokan.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 bukan hanya untuk mencari pola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string yang menyebut kata "periode" atau "border" selesai dengan salah satu dari ini.</a:t>
            </a:r>
            <a:endParaRPr lang="en-US" sz="1300" dirty="0"/>
          </a:p>
        </p:txBody>
      </p:sp>
      <p:pic>
        <p:nvPicPr>
          <p:cNvPr id="4" name="Image 0" descr="/tmp/ppt/imgs/c79_19_5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985" y="1755648"/>
            <a:ext cx="556357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sangat sering keluar: periode terkecil sebuah string adalah n dikurangi nilai pi terakhirnya, dan string itu pengulangan penuh bila n habis dibagi periodenya.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atau Hashing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menyelesaikan pencarian pola. Bedanya: KMP pasti benar, hashing punya peluang salah yang kecil tetapi bukan nol.</a:t>
            </a:r>
            <a:endParaRPr lang="en-US" sz="1300" dirty="0"/>
          </a:p>
        </p:txBody>
      </p:sp>
      <p:pic>
        <p:nvPicPr>
          <p:cNvPr id="4" name="Image 0" descr="/tmp/ppt/imgs/c79_20_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839" y="1993392"/>
            <a:ext cx="375386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\1 wajib dan tidak boleh muncul di teks, supaya border tidak melompati batas pola. Setelah itu, setiap posisi dengan pi sama dengan panjang pola adalah sebuah kecocokan.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deterministik: tidak ada peluang salah sama sekali.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lebih mudah ditulis dan bisa membandingkan substring sembarang.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KMP untuk satu pola; pakai hashing untuk perbandingan bebas.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Pemisahnya harus karakter yang dijamin tidak ada di teks maupun pola.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 soal, bukan dengan algoritma yang paling kamu kuasai.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8188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 di satu teks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O(n + m). Pilih yang lebih cepat kamu tulis.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Periode, border, prefix-sufiks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function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Jawabannya langsung terbaca dari array pi.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pola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Perluasan KMP untuk kumpulan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substring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luwes; O(1) per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substring palindrom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khusus untuk palindrom.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berbeda, LCP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Suffix array /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Untuk soal string tingkat lanjut.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awalnya. Kemunculan boleh saling tumpang tindih.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9_23_5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800" y="1280160"/>
            <a:ext cx="28532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41: setelah menemukan kecocokan, j dimundurkan ke pi[j-1] agar kemunculan berikutnya boleh tumpang tindih.</a:t>
            </a:r>
            <a:endParaRPr lang="en-US" sz="1300" dirty="0"/>
          </a:p>
        </p:txBody>
      </p:sp>
      <p:pic>
        <p:nvPicPr>
          <p:cNvPr id="4" name="Image 0" descr="/tmp/ppt/imgs/c79_24_5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149" y="1993392"/>
            <a:ext cx="23292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 dan memorinya O(m) saja, karena hanya pi dari polanya yang disimpan. Ini lebih hemat daripada cara penggabungan yang butuh O(n + m).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KMP langsung; tiga berikutnya memakai sifat border dan periode.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Rantai pi untuk semua border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 dari nilai pi terakhir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kemunculan tiap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Mengubah soal selisih menjadi pencocokan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pi[i] adalah panjang border terpanjang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string yang sekaligus prefix dan sufiks, tetapi bukan seluruh string. Dari definisi ini seluruh algoritma mengalir.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mundur hanya kemajuan pada pola. Itulah kenapa KMP O(n + m) dan tidak pernah memeriksa ulang huruf yang sama di teks.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tetap membuatnya linear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bertambah paling banyak satu per iterasi, jadi total penurunannya juga terbatas. Argumen yang sama dengan monotonic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= n dikurangi pi terakhir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yang menjawab banyak soal tentang pengulangan string. Layak dihafal beserta syarat n habis dibagi periodenya.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