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Miller-Rabin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Pollard Rho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Menguji dan memfaktorkan bilangan sampai 10^18, dalam sekejap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Teori Bilangan · Day 095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diminta memeriksa apakah sebuah gembok punya kunci selain nomor satu dan nomor terakhir.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beberapa kunci pilihan, bukan semua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dengan basis tertentu, bukan semua pembagi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satu kunci membuka, gemboknya cacat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saksi sudah membuktikan komposit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semua kunci pilihan gagal, gemboknya utuh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Lolos dua belas basis berarti prima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pilihannya harus dipilih dengan benar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basis pertama bisa tertipu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belas kunci ini sudah diuji ke semua gembok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Terbukti pasti benar untuk 64 bit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keprimaan yang cepat tidak memeriksa seluruh pembagi. Ia mencari BUKTI bahwa bilangan itu komposit, dan menyerah menyatakan prima hanya setelah dua belas usaha yang terbukti cukup.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menjawab dua pertanyaan yang saringan tidak sanggup jawab untuk bilangan sebesar 10^18: apakah prima, dan apa saja faktornya.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Miller-Rabin: prima atau bukan, dalam O(log 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belas kali pemangkatan modular. Untuk seluruh bilangan 64 bit, dua belas basis tetap membuat hasilnya pasti benar.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Pollard Rho: satu faktor, dalam O(n pangkat seperempat)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10^18 itu sekitar tiga puluh ribu langkah, bukan satu miliar seperti pembagian percobaan.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Faktorisasi penuh dengan rekursi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dua, uji keprimaan tiap potongan, ulangi. Beberapa mikrodetik untuk bilangan yang tadinya mustahil.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ini butuh __int128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modulo bilangan sebesar 10^18 melewati 64 bit di tengah jalan. Tanpa tipe 128 bit, hasilnya salah tanpa peringatan.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soal adalah penandanya. Begitu n melewati sekitar 10^12, saringan dan pembagian percobaan sudah tidak cukup.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bisa sebesar 10^12 sampai 10^18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faktorisasi tetapi tidak ada batas atas yang kecil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pertanyaan, masing-masing dengan n yang berbeda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keprimaan bilangan yang dibangun saat berjalan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di bawah 10^7 dan hanya perlu daftar prima — pakai saringan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di bawah 10^12 dengan sedikit pertanyaan — pembagian percobaan sudah cukup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dibutuhkan faktor prima terkecil untuk banyak nilai — pakai linear sieve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praktisnya: kalau akar n masih di bawah sekitar 10^6, pembagian percobaan lebih pendek ditulis dan cukup cepat. Di atas itu, barulah Miller-Rabin dan Pollard Rho sepadan dengan panjang kodenya.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Sieve, faktorisasi &amp; GCD (Day 88)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(Day 90)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Extended Euclid &amp; CRT (Day 92)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Catalan, Stirling &amp; Burnside (Day 99)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Mobius (Day 105)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Miller-Rabin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Pollard Rho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Menguji dan memfaktorkan bilangan sampai 10^18.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88 mengajarkan saringan dan pembagian percobaan; materi ini adalah kelanjutannya ketika kedua alat itu sudah kehabisan napas.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Saringan Tidak Cukup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Keprimaan Miller-Rabin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Kenapa Satu Basis Bisa Tertipu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Pollard Rho untuk Memfaktorkan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Saringan berhenti di sekitar 10^7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Saringan Tidak Cukup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of Eratosthenes dan pembagian percobaan sampai akar n adalah alat yang benar — sampai batas tertentu. Di luar itu keduanya menyerah.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Saringan butuh memori sebesar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10^18, array sebesar itu tidak muat di mesin mana pun. Saringan praktis berhenti di sekitar 10^7 sampai 10^8.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percobaan butuh akar n langkah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10^18 itu 10^9 pembagian untuk SATU bilangan. Kalau soalnya punya 10^5 pertanyaan, sama sekali tidak mungkin.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Miller-Rabin menjawab "prima atau tidak" dalam O(log 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belas kali pemangkatan modular. Untuk seluruh bilangan 64 bit hasilnya pasti benar, bukan probabilistik.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Pollard Rho memfaktorkan dalam O(n^(1/4))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10^18 itu sekitar 30 ribu langkah, bukan satu miliar. Cukup cepat untuk dipanggil ribuan kali.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Keprimaan Miller-Rabin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 satu fakta: modulo bilangan prima, satu-satunya akar kuadrat dari 1 adalah 1 dan -1. Kalau ditemukan akar lain, n pasti komposit.</a:t>
            </a:r>
            <a:endParaRPr lang="en-US" sz="1300" dirty="0"/>
          </a:p>
        </p:txBody>
      </p:sp>
      <p:pic>
        <p:nvPicPr>
          <p:cNvPr id="4" name="Image 0" descr="/tmp/ppt/imgs/c49_9_3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741" y="1993392"/>
            <a:ext cx="221806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ini membandingkan dirinya dengan saringan Eratosthenes sampai 100000: ada 9592 prima dan nol perbedaan. Lalu 2^61-1 dinyatakan prima (memang benar) dan 3215031751 dinyatakan komposit — bilangan itu terkenal karena lolos empat basis pertama.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n-1 sebagai d·2^s, lalu periksa barisan pengkuadratannya.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satu basis berkata "komposit", jawabannya sudah pasti.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belas basis tetap ini membuat hasilnya pasti untuk 64 bit penuh.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modulo wajib lewat __int128, kalau tidak hasilnya luber.</a:t>
            </a:r>
            <a:endParaRPr lang="en-US" sz="10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satu basis saja tidak cukup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Memecah n - 1 Menjadi d Kali 2 Pangkat 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n = 561, bilangan Carmichael terkecil. Bagi n - 1 dengan dua sampai ganjil.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- 1 = 560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862072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560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=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6824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682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280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0682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=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51576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5157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5157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=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96328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9632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9632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=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41080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4108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ganjil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560 = 35 x 2^4      jadi  d = 35  dan  s = 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561 = 3 x 11 x 17, jelas komposit. Tetapi 561 lolos uji Fermat untuk SETIAP basis yang koprima dengannya. Di situlah Miller-Rabin berbeda: ia tidak hanya melihat hasil akhir, tetapi seluruh barisan pengkuadratan.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Barisan Pengkuadratan untuk Basis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2^35 mod 561, lalu kuadratkan berulang. Perhatikan nilai yang muncul sebelum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2^(35·2^i)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862072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263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6824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682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0682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51576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5157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5157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96328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9632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9632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41080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4108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67^2 = 4489 = 8 x 561 + 1      jadi 67 adalah akar kuadrat dari 1 modulo 561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bilangan prima, akar kuadrat dari 1 hanya 1 dan n-1 = 560. Di sini muncul 67 — bukan keduanya. Itu bukti bahwa 561 komposit, dan basis 2 sudah cukup untuk membuktikannya.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Tetapi Basis yang Salah Bisa Tertipu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3215031751 lolos basis 2, 3, 5, dan 7 sekaligus. Basis kelima barulah membongkarnya.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lolos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95344" y="2395728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95344" y="23957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lolos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95344" y="30358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43016" y="2395728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43016" y="23957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lolos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43016" y="30358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90688" y="2395728"/>
            <a:ext cx="1874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90688" y="23957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lolos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90688" y="30358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738360" y="2395728"/>
            <a:ext cx="18745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38360" y="239572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KOMPOSIT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738360" y="30358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11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3215031751 = 151 x 751 x 28351      komposit terkecil yang lolos empat basis pertama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itulah basisnya tidak boleh diambil sedikit atau asal. Dua belas basis {2, 3, 5, ..., 37} sudah dibuktikan cukup untuk SELURUH bilangan 64 bit — tidak ada satu pun tandingan yang lolos.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Memfaktorkan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"prima atau bukan" menjadi "faktornya apa saja"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Pollard's Rho untuk Memfaktorkan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 nekat tetapi berhasil: berjalan acak di dalam Z_n, lalu berharap dua langkah bertemu modulo sebuah faktor.</a:t>
            </a:r>
            <a:endParaRPr lang="en-US" sz="1300" dirty="0"/>
          </a:p>
        </p:txBody>
      </p:sp>
      <p:pic>
        <p:nvPicPr>
          <p:cNvPr id="4" name="Image 0" descr="/tmp/ppt/imgs/c49_15_3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741" y="1993392"/>
            <a:ext cx="221806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Programnya memfaktorkan 998244359987710471 menjadi 998244353 dan 1000000007, memastikan keduanya prima, lalu mengalikannya kembali dan mencocokkan dengan bilangan asal.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Barisan x -&gt; x^2 + c pasti berulang; itulah "rho" pada namanya.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gcd(|x - y|, n) menangkap faktor begitu keduanya bertemu modulo p.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 = n (gagal), ganti c lalu ulangi — bukan menyerah.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Rekursinya berhenti di prima, jadi faktorisasinya lengkap.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berikut membuat kode yang terlihat benar memberi jawaban salah atau berjalan selamanya.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modulo tanpa __int128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mendekati 10^18, a*b mencapai 10^36 dan luber diam-diam. Semua hasilnya menjadi sampah tanpa satu pun pesan kesalahan.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terlalu sedikit basis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{2, 3, 5, 7} gagal pada 3215031751. Untuk 64 bit, pakai dua belas basis penuh — biayanya hanya beberapa mikrodetik.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membuang faktor kecil sebelum Pollard Rho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Rho tidak menemukan faktor 2 dan sering tersendat pada faktor kecil. Periksa keterbagian oleh prima kecil lebih dulu.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mengganti c saat gcd menghasilkan 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 bukan kegagalan permanen, hanya jalur yang apes. Ganti titik awal dan konstanta c, lalu jalankan lagi.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Pembagi dan Phi untuk n Raksasa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bilangan bulat n yang bisa sebesar 10^18. Hitung banyaknya pembagi positif n, dan hitung phi(n), yaitu banyaknya bilangan di [1, n] yang koprima dengan 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10^18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100 pertanyaan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2 detik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faktorisasi wajib, saringan tidak mungkin</a:t>
            </a:r>
            <a:endParaRPr lang="en-US" sz="1200" dirty="0"/>
          </a:p>
        </p:txBody>
      </p:sp>
      <p:pic>
        <p:nvPicPr>
          <p:cNvPr id="9" name="Image 0" descr="/tmp/ppt/imgs/c49_18_3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0931" y="1280160"/>
            <a:ext cx="304901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- Pembagi dan Phi untuk n Raksasa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faktorisasinya di tangan, kedua jawaban hanya perkalian pendek. Yang sulit hanyalah mendapatkan faktorisasinya.</a:t>
            </a:r>
            <a:endParaRPr lang="en-US" sz="1300" dirty="0"/>
          </a:p>
        </p:txBody>
      </p:sp>
      <p:pic>
        <p:nvPicPr>
          <p:cNvPr id="4" name="Image 0" descr="/tmp/ppt/imgs/c49_19_3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741" y="1993392"/>
            <a:ext cx="221806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 sampai 3000, hasil rumusnya dibandingkan dengan cara paling polos — mencacah pembagi dan menghitung gcd satu per satu. Nol perbedaan. Lalu 999999999999999989 dinyatakan prima, sehingga faktorisasinya dirinya sendiri.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pembagi adalah hasil kali (e + 1) untuk tiap prima.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phi dihitung sebagai hasil kali p^(e-1)·(p - 1), tanpa pecahan.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polos O(n) hanya dipakai sebagai pembanding, bukan solusi.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Faktorisasinya sendiri O(n^(1/4)) — itulah yang membuat n = 10^18 sanggup.</a:t>
            </a:r>
            <a:endParaRPr lang="en-US" sz="10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yang pertama memakai Miller-Rabin saja; sisanya menuntut faktorisasi penuh.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PON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Uji keprimaan sampai 10^18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FACT0 / FACT1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Pollard Rho pada bilangan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1225D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Faktorisasi lalu pencocokan pangkat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1114C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nol di akhir n! basis 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Project Euler 3 &amp; 347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Faktor prima terbesar dan penerapannya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Miller-Rabin bukan tebakan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dua belas basis tetap, hasilnya pasti benar untuk seluruh bilangan 64 bit. Kata "probabilistik" hanya berlaku bila basisnya diambil acak dan sedikit.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saksi sudah membuktikan komposit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satu basis menemukan akar kuadrat dari 1 yang bukan 1 atau n-1, tidak perlu basis lain. Yang butuh banyak basis adalah kesimpulan "prima".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Rho memfaktorkan dalam akar pangkat empat dari 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10^18 menjadi sekitar 30 ribu langkah. Itulah yang mengubah faktorisasi dari mustahil menjadi murah.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__int128 bukan pilihan, melainkan keharusan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itu setiap perkalian modulo luber diam-diam dan seluruh hasilnya salah tanpa satu pun tanda.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2026-09-11T16:59:30Z</dcterms:created>
  <dcterms:modified xsi:type="dcterms:W3CDTF">2026-09-11T16:59:30Z</dcterms:modified>
</cp:coreProperties>
</file>