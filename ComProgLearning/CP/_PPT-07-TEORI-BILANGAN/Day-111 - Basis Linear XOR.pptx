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Linear XOR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Meringkas 2 pangkat n himpunan bagian menjadi paling banyak 60 bilangan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Aljabar · Day 111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linear basis: menyaring bilangan menjadi beberapa "bilangan dasar".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setumpuk warna cat, sebagian bisa dibuat dengan mencampur warna lain. Cukup simpan warna dasarnya saja.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Basis: himpunan kecil yang bila di-XOR-kan bisa menghasilkan semua nilai yang bisa dibentuk.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30 bit, warna dasarnya paling banyak 30 buah — berapa pun banyak cat yang kamu punya.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XOR untuk bilangan 30 bit berukuran paling banyak 30, meski datanya jutaan.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Menambahkan cat baru: coba hilangkan komponennya satu per satu memakai warna dasar yang sudah ada. Kalau habis, ia bukan warna baru.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Reduksi: XOR-kan dengan basis dari bit tertinggi. Bila menjadi nol, ia sudah bisa dibentuk.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XOR terbesar, mulai dari nol dan tambahkan warna dasar yang membuat hasilnya naik.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dari bit tertinggi: ambil basis bila ia menaikkan hasilnya.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binary trie yang mencari pasangan, linear basis menjawab "nilai apa saja yang bisa dibentuk dari XOR sebagian".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linear XOR meringkas 2 pangkat n himpunan bagian menjadi paling banyak enam puluh bilangan, tanpa satu pun kemungkinan yang hilang.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adalah penjumlahan pada aljabar linear modulo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bilangan dipandang sebagai vektor bit. Begitu dilihat begitu, seluruh gudang aljabar linear langsung berlaku.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Basisnya paling banyak sebanyak bitnya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nilai 64 bit, basisnya paling banyak 64 unsur — berapa pun banyaknya bilangan masukan.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slot dimiliki satu bit tertinggi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basis[i] adalah satu-satunya unsur yang bit tertingginya adalah bit ke-i. Sifat itu membuat greedy dari bit tertinggi selalu benar.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nilai berbeda adalah 2 pangkat ukuran basis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kombinasi unsur basis memberi nilai yang berbeda, dan tidak ada nilai lain di luar itu.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pertanyaan tentang XOR sebuah HIMPUNAN BAGIAN, bukan XOR rentang.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XOR terbesar yang bisa dibentuk dari sebuah himpunan bagian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apakah sebuah nilai bisa dibentuk sebagai XOR himpunan bagian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ada berapa nilai XOR berbeda, atau yang terkecil ke-k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terbesar pada jalur di graf, lewat basis siklusnya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XOR sebuah RENTANG berurutan — itu prefix XOR biasa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XOR terbesar dari sepasang elemen — trie biner lebih tepat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bukan XOR; basis linear hanya berlaku untuk aljabar modulo 2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bit harus cukup. Untuk nilai sampai 10^18, B wajib 60 atau lebih dan basisnya wajib bertipe long long — kesalahan ini tidak memberi peringatan apa pun.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Aljabar linear dasar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(Day 71)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berwaktu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biner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pada graf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Linear XOR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Meringkas semua kemungkinan XOR menjadi paling banyak 60 bilangan.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terasa jauh lebih rumit daripada kodenya. Kodenya hanya sepuluh baris; yang perlu waktu adalah membiasakan diri melihat bilangan sebagai vektor bit.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&amp; Gagasan Dasarnya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Menyisipkan Bilangan ke Basis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Pertanyaan, Tiga Jawaban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Semuanya Benar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yang Sering Muncul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adalah penjumlahan pada aljabar linear modulo 2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dan Gagasan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Cari XOR terbesar dari sembarang himpunan bagian. Basis linear menjawabnya dalam O(n log C); kode ini membandingkannya dengan coba-semua.</a:t>
            </a:r>
            <a:endParaRPr lang="en-US" sz="1300" dirty="0"/>
          </a:p>
        </p:txBody>
      </p:sp>
      <p:pic>
        <p:nvPicPr>
          <p:cNvPr id="4" name="Image 0" descr="/tmp/ppt/imgs/c48_8_3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7724" y="1993392"/>
            <a:ext cx="342609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menyimpan paling banyak 32 bilangan, berapa pun banyaknya masukan. Setelah itu jawaban maksimum diperoleh dengan menyapu dari bit tertinggi ke terendah — serakah, dan terbukti benar.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Tiap bilangan disisipkan pada posisi bit tertingginya yang masih kosong.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basis tidak pernah lebih dari banyaknya bit (32 atau 60).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maksimum: ambil basis bila ia MENAIKKAN nilai sekarang.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Coba-semua hanya mungkin untuk n &lt;= 25; basis bekerja untuk n = 10^5.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Menyisipkan Bilangan ke Basis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fungsinya bisa berakhir dengan dua cara: mengisi slot kosong, atau x menjadi nol.</a:t>
            </a:r>
            <a:endParaRPr lang="en-US" sz="1300" dirty="0"/>
          </a:p>
        </p:txBody>
      </p:sp>
      <p:pic>
        <p:nvPicPr>
          <p:cNvPr id="4" name="Image 0" descr="/tmp/ppt/imgs/c48_9_3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729" y="1755648"/>
            <a:ext cx="503492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basis[i] menyimpan bilangan yang bit TERTINGGInya adalah bit ke-i. Sifat itu yang membuat semuanya bekerja.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berjalan dari bit tertinggi ke terendah. Bit yang mati langsung dilewati.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slot untuk bit tertinggi x masih kosong, x bebas linear terhadap yang sudah ada. Simpan dan selesai.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slot sudah terisi, x di-XOR dengan penghuninya. Bit tertinggi x pasti padam, sehingga x mengecil.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loop habis dan x menjadi nol, berarti x sudah bisa dibentuk dari basis yang ada. Tidak perlu disimpan.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bilangan: 3, 5, dan 6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Menyisipkan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3 dalam biner adalah 011, sehingga bit tertingginya adalah bit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1363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basis setiap saat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13639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sesudah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sesudah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1111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sesudah 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basis[2]   (nilai 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36392" y="245973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73752" y="245973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11112" y="245973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" y="315468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basis[1]   (nilai 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36392" y="3154680"/>
            <a:ext cx="1737360" cy="51206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36392" y="31546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3154680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11112" y="3154680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84962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basis[0]   (nilai 1)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36392" y="3849624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73752" y="3849624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11112" y="3849624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= 011      bit tertinggi = bit 1      basis[1] masih kosong  -&gt;  basis[1] = 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Slot yang dipakai selalu ditentukan oleh bit TERTINGGI, bukan oleh nilainya. Itulah aturan yang menjaga seluruh struktur tetap rapi.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Menyisipkan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5 adalah 101, bit tertingginya bit 2. Slot itu masih kosong, jadi langsung diisi.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1363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basis setiap saat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13639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sesudah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sesudah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1111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sesudah 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basis[2]   (nilai 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36392" y="245973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73752" y="2459736"/>
            <a:ext cx="1737360" cy="51206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24597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11112" y="245973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315468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basis[1]   (nilai 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36392" y="3154680"/>
            <a:ext cx="1737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36392" y="31546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3752" y="3154680"/>
            <a:ext cx="173736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73752" y="31546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11112" y="3154680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384962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basis[0]   (nilai 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36392" y="3849624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3752" y="3849624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11112" y="3849624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5742432" y="2459736"/>
            <a:ext cx="914" cy="1207008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 101      bit tertinggi = bit 2      basis[2] masih kosong  -&gt;  basis[2] = 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basis[1] tetap berisi 3 dan tidak terganggu. Setiap slot dimiliki oleh satu bit, jadi penyisipan tidak saling menimpa.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Menyisipkan 6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6 tereduksi menjadi nol, artinya ia sudah bisa dibentuk dari 3 dan 5 yang sudah ada.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1363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basis setiap saat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13639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sesudah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sesudah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11112" y="21671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sesudah 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basis[2]   (nilai 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36392" y="2459736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73752" y="2459736"/>
            <a:ext cx="1737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24597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11112" y="2459736"/>
            <a:ext cx="173736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11112" y="245973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315468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basis[1]   (nilai 2)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36392" y="3154680"/>
            <a:ext cx="1737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36392" y="31546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73752" y="3154680"/>
            <a:ext cx="17373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31546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11112" y="3154680"/>
            <a:ext cx="1737360" cy="51206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11112" y="31546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" y="384962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basis[0]   (nilai 1)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36392" y="3849624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3752" y="3849624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11112" y="3849624"/>
            <a:ext cx="1737360" cy="51206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= 110  -&gt;  6 XOR 5 = 3  -&gt;  3 XOR 3 = 0      6 BERGANTUNG, basis tetap berukuran 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sendiri: 3 XOR 5 = 6. Jadi 6 memang sudah bisa dibentuk. Ukuran basis 2 berarti ada 2^2 = 4 nilai XOR berbeda, yaitu 0, 3, 5, dan 6.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pertanyaan yang paling sering ditanyakan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Pertanyaan, Tiga Jawaban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sangat pendek karena seluruh kerja beratnya sudah selesai saat basis dibangun.</a:t>
            </a:r>
            <a:endParaRPr lang="en-US" sz="1300" dirty="0"/>
          </a:p>
        </p:txBody>
      </p:sp>
      <p:pic>
        <p:nvPicPr>
          <p:cNvPr id="4" name="Image 0" descr="/tmp/ppt/imgs/c48_15_3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1507" y="1755648"/>
            <a:ext cx="411853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fungsi maksimum: ia greedy dari bit tertinggi, dan keputusannya tidak pernah perlu dibatalkan. Halaman berikutnya menjelaskan kenapa.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Semuanya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nilai XOR yang bisa dibentuk berjumlah tepat 2 pangkat ukuran basis. Kode ini menghitung keduanya dan membandingkannya.</a:t>
            </a:r>
            <a:endParaRPr lang="en-US" sz="1300" dirty="0"/>
          </a:p>
        </p:txBody>
      </p:sp>
      <p:pic>
        <p:nvPicPr>
          <p:cNvPr id="4" name="Image 0" descr="/tmp/ppt/imgs/c48_16_3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479" y="1993392"/>
            <a:ext cx="388058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Angkanya sama, dan itulah buktinya: himpunan bagian yang berbeda bisa menghasilkan XOR yang sama, tetapi banyaknya nilai berbeda selalu tepat 2 pangkat ukuran basis.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adalah himpunan bebas linear di atas lapangan biner.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nilai yang bisa dibentuk punya representasi tunggal atas basis.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banyaknya nilai berbeda persis 2 pangkat ukuran basis.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ukuran basis lebih kecil dari n, ada bilangan yang bergantung linear.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basis terbentuk, pertanyaan "apakah nilai x bisa dibentuk" dijawab dengan mengurangi x memakai basis dan melihat apakah tersisa nol.</a:t>
            </a:r>
            <a:endParaRPr lang="en-US" sz="1300" dirty="0"/>
          </a:p>
        </p:txBody>
      </p:sp>
      <p:pic>
        <p:nvPicPr>
          <p:cNvPr id="4" name="Image 0" descr="/tmp/ppt/imgs/c48_17_3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740" y="1993392"/>
            <a:ext cx="399006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bisa() bentuknya hampir sama dengan tambah() — bedanya ia tidak pernah menyisipkan apa pun, hanya memeriksa sisanya nol atau tidak.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5302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25012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aplikasi: XOR maksimum, uji keterbentukan, XOR terkecil ke-k,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21652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88511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subset dengan XOR tertentu, dan basis pada lintasan graf.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8002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52010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Nol selalu bisa dibentuk (himpunan bagian kosong).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43525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15509"/>
            <a:ext cx="3182112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nilai sampai 10^18, ganti batas bit dari 31 menjadi 62.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bit kurang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nilai sampai sepuluh pangkat delapan belas, B harus 60 atau lebih. Memakai 30 membuat bit atas terpotong diam-diam dan hasilnya salah.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int untuk basisnya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nilainya melebihi dua miliar, basis wajib bertipe long long. Kesalahan ini tidak memberi peringatan apa pun.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bahwa nol selalu bisa dibentuk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bagian kosong memberi XOR nol. Beberapa soal meminta himpunan bagian TAK KOSONG — periksa pernyataannya baik-baik.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Mengira ukuran basis sama dengan banyak bilangan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bisa jauh lebih kecil daripada n. Banyaknya nilai XOR berbeda adalah 2 pangkat UKURAN BASIS, bukan 2 pangkat n.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Terbesar dari Himpunan Bagian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bilangan bulat. Pilih sebuah himpunan bagian mana pun (boleh kosong) sehingga XOR seluruh isinya sebesar mungkin. Keluarkan nilai XOR terbesar itu.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&lt;= a[i] &lt;= 10^18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bagian kosong memberi nilai nol</a:t>
            </a:r>
            <a:endParaRPr lang="en-US" sz="1200" dirty="0"/>
          </a:p>
        </p:txBody>
      </p:sp>
      <p:pic>
        <p:nvPicPr>
          <p:cNvPr id="9" name="Image 0" descr="/tmp/ppt/imgs/c48_20_3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287" y="1280160"/>
            <a:ext cx="234230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4: B diisi 60 karena nilainya bisa mencapai sepuluh pangkat delapan belas.</a:t>
            </a:r>
            <a:endParaRPr lang="en-US" sz="1300" dirty="0"/>
          </a:p>
        </p:txBody>
      </p:sp>
      <p:pic>
        <p:nvPicPr>
          <p:cNvPr id="4" name="Image 0" descr="/tmp/ppt/imgs/c48_21_3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365" y="1755648"/>
            <a:ext cx="262481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* B), sekitar dua belas juta operasi untuk n dua ratus ribu. Basisnya sendiri tidak pernah melebihi 60 unsur, berapa pun besarnya n.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basis langsung; tiga berikutnya menggabungkannya dengan graf atau query.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845G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terbesar pada jalur di graf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959F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himpunan bagian dengan XOR = 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1100F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 berwaktu untuk query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724G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 digabung dengan penghitungan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895C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 pada faktorisasi prima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adalah penjumlahan pada aljabar linear modulo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dilihat seperti itu, seluruh gudang aljabar linear terbuka: basis, bebas linear, dan dimensi semuanya berlaku.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berukuran paling banyak sebanyak bitnya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nilai 64 bit, basisnya paling banyak 64 unsur — berapa pun n. Di situlah letak penghematannya.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slot dimiliki satu bit tertinggi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itu membuat greedy dari bit tertinggi selalu benar, karena keputusannya tidak bisa dibatalkan oleh bit yang lebih rendah.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nilai berbeda adalah 2 pangkat ukuran basis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2 pangkat n. Setiap kombinasi unsur basis memberi nilai yang berbeda, dan tidak ada nilai lain di luar itu.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2026-09-05T08:51:33Z</dcterms:created>
  <dcterms:modified xsi:type="dcterms:W3CDTF">2026-09-05T08:51:33Z</dcterms:modified>
</cp:coreProperties>
</file>