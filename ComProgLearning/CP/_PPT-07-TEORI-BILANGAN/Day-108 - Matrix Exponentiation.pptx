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Matrix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Exponentiation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suku ke-10^18 dari sebuah rekurens dalam waktu logaritmik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Aljabar · Day 108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108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Matrix exponentiation memajukan rekurens banyak langkah sekaligus.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Mesin yang setiap diputar sekali mengubah dua angka di layar menjadi dua angka berikutnya.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langkah rekurens dinyatakan sebagai satu perkalian matriks dengan vektor state.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memutar 1000 kali, kamu tidak perlu memutar seribu kali. Buat dulu "mesin dua putaran", lalu "mesin empat putaran", dan seterusnya.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Kuadratkan matriksnya berulang kali. M pangkat 2, 4, 8, ... masing-masing satu perkalian.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1000 = 512 + 256 + 128 + 64 + 32 + 8. Cukup enam mesin besar dipasang berurutan.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Pecah pangkat menjadi jumlah pangkat dua — ide yang sama persis dengan modpow.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Mesinnya harus SAMA setiap putaran. Kalau aturannya berubah tiap langkah, mesin tunggal tidak berlaku.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Transisi harus tetap. Bila berubah di setiap langkah, matriksnya tidak bisa dipangkatkan.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Bagian tersulit bukan kodenya, melainkan menyusun vektor state dan matriksnya. Selalu uji dengan n = 1, 2, 3.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Matrix exponentiation menghitung suku ke-10^18 dari sebuah rekurens linear dalam waktu logaritmik, dengan mengubah satu langkah menjadi perkalian matriks.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Idenya sama persis dengan modpow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Membelah pangkat menjadi dua berulang kali. Yang berubah hanya objeknya: dari bilangan menjadi matriks, dan dari angka 1 menjadi matriks identitas.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Bagian tersulit adalah menyusun state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Tulis vektor state, lalu tulis apa yang terjadi setelah satu langkah. Koefisiennya menjadi baris matriks. Kodenya justru bagian yang mudah.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Kompleksitasnya O(k³ log n)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Dengan k ukuran matriks. Untuk k = 2 dan n = 10^18 hanya sekitar 480 operasi. Matriks 100 x 100 masih bisa; 500 x 500 sudah terlalu berat.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Pangkat adjacency matrix menghitung jalur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Elemen ke-(i, j) dari A pangkat k adalah banyaknya jalur dari i ke j sepanjang tepat k sisi. Identitas yang sangat berguna.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menentukan bukan besarnya n, melainkan besarnya matriks. Kode ini menghitung biaya untuk beberapa ukuran sekaligus.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76272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2176272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97180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Rekurens linear dengan n sampai 10^18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721608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banyaknya jalur sepanjang tepat k sisi pada graf kecil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47141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yang transisinya sama persis di setiap langkah, dengan state sedikit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522122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5221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515721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banyaknya string sah sepanjang n yang sangat besar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2176272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2176272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971800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cukup kecil sehingga DP biasa sudah lolos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721608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Transisinya berubah di setiap langkah — tidak bisa dijadikan satu matriks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47141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Rekurensnya tidak linear, misalnya ada perkalian antar suku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11112" y="522122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611112" y="5221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022592" y="515721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 state-nya besar; k³ tumbuh sangat cepat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off-by-one pada pangkat adalah bug paling sering. Selalu uji n = 1, 2, dan 3 dengan tangan sebelum mengirim jawaban.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Modular exponentiation (Day 90)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 matriks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" y="395935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5256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Rekurens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Kitamasa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Berlekamp-Massey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2" name="Shape 20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dengan transisi tetap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Matrix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Exponentiation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Mengubah satu langkah rekurens menjadi perkalian matriks.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modpow sudah kamu kuasai, materi ini hanya soal mengganti operasi perkaliannya. Yang benar-benar baru hanyalah cara menyusun matriksnya.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Rekurens dengan n Besar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Menyusun Matriksnya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pada Fibonacci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Perkalian Matriks Modulo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Fast Power untuk Matriks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 yang Sering Keluar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Dasar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langkah rekurens sebagai perkalian matriks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Matriks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perkalian matriks menggeser satu langkah rekurens. Karena perkalian bisa dipangkatkan cepat, n langkah menjadi log n perkalian.</a:t>
            </a:r>
            <a:endParaRPr lang="en-US" sz="1300" dirty="0"/>
          </a:p>
        </p:txBody>
      </p:sp>
      <p:pic>
        <p:nvPicPr>
          <p:cNvPr id="4" name="Image 0" descr="/tmp/ppt/imgs/c47_8_3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1010" y="1993392"/>
            <a:ext cx="3639523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Matriks T yang sama dipakai berulang, dan itulah kuncinya: menghitung F(10^18) berarti menghitung T pangkat 10^18, yang selesai dalam sekitar 60 perkalian matriks.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867912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739896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Barisan rekurens linear selalu bisa ditulis sebagai perkalian matriks.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377690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249674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 matriksnya sama dengan orde rekurensnya.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887468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759452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Biayanya O(k^3 log n) — sangat cepat selama k kecil.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97246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69230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lupa modulo di setiap perkalian bila soalnya meminta.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Menyusun Matriksnya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Menyusun matriksnya mekanis: baris pertama diisi koefisien, di bawahnya matriks identitas yang digeser. Kode ini membangunnya sendiri.</a:t>
            </a:r>
            <a:endParaRPr lang="en-US" sz="1300" dirty="0"/>
          </a:p>
        </p:txBody>
      </p:sp>
      <p:pic>
        <p:nvPicPr>
          <p:cNvPr id="4" name="Image 0" descr="/tmp/ppt/imgs/c47_9_3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1659" y="1993392"/>
            <a:ext cx="4198226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kedua dan ketiga hanya menggeser nilai lama ke bawah, sehingga vektor keadaan selalu berisi k nilai terakhir. Setelah matriksnya benar, tinggal dipangkatkan cepat.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867912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739896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pertama = koefisien rekurens, urut dari yang terbaru.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377690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249674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sisanya = identitas yang digeser satu kolom ke kiri.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887468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759452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Vektor keadaannya berisi k nilai terakhir, bukan satu nilai.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97246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69230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ada suku konstanta, tambahkan satu baris dan kolom berisi 1.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Fibonacci dengan matriks 2 x 2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Matriks Dasarnya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pertama menyatakan fib(n+1) = fib(n) + fib(n-1). Baris kedua sekadar menggeser nilai lama.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86207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862072" y="21671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kolom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873752" y="21671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kolom 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67512" y="2459736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62072" y="2459736"/>
            <a:ext cx="20116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62072" y="2459736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73752" y="2459736"/>
            <a:ext cx="20116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73752" y="2459736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" y="3511296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862072" y="3511296"/>
            <a:ext cx="20116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862072" y="3511296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73752" y="3511296"/>
            <a:ext cx="20116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73752" y="3511296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7512" y="479145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41832" y="48828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x [ fib(n), fib(n-1) ] = [ fib(n+1), fib(n) ]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41832" y="523036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pertama berisi koefisien rekurensnya. Baris kedua berisi satu dan nol, yang berfungsi memindahkan fib(n) ke posisi fib(n-1) pada langkah berikutnya.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Setelah Dikuadratkan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 pangkat dua berarti maju dua langkah sekaligus. Isinya masih bilangan Fibonacci.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86207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862072" y="21671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kolom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873752" y="21671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kolom 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67512" y="2459736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62072" y="2459736"/>
            <a:ext cx="20116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62072" y="2459736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73752" y="2459736"/>
            <a:ext cx="20116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73752" y="2459736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" y="3511296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862072" y="3511296"/>
            <a:ext cx="20116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862072" y="3511296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73752" y="3511296"/>
            <a:ext cx="20116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73752" y="3511296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7512" y="479145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41832" y="48828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M^2 = | 2  1 |     M x [f(n), f(n-1)] dua kali = [f(n+2), f(n+1)]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41832" y="523036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umumnya: M pangkat k berisi [ fib(k+1), fib(k) ; fib(k), fib(k-1) ]. Sifat ini bisa dipakai untuk memeriksa kebenaran implementasimu.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Setelah Dipangkatkan Empat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Dengan tiga kali pengkuadratan, kita sudah maju delapan langkah. Itulah kenapa n = 10^18 hanya butuh sekitar 60 perkalian.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862072" y="21671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862072" y="24048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kolom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873752" y="24048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kolom 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67512" y="2697480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62072" y="2697480"/>
            <a:ext cx="20116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62072" y="269748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73752" y="2697480"/>
            <a:ext cx="20116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73752" y="269748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" y="3749040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862072" y="3749040"/>
            <a:ext cx="20116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862072" y="374904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73752" y="3749040"/>
            <a:ext cx="20116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73752" y="374904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7512" y="502920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41832" y="512064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M^4 = | 5  3 |   -&gt;  fib(5) = 5, fib(4) = 3, fib(3) = 2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41832" y="546811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pengkuadratan menggandakan jumlah langkah yang ditempuh. Untuk mencapai 10^18 langkah, cukup sekitar 60 kali pengkuadratan.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Perkalian Matriks Modulo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loop bersarang biasa. Perhatikan urutan loopnya dan baris pemercepat di tengah.</a:t>
            </a:r>
            <a:endParaRPr lang="en-US" sz="1300" dirty="0"/>
          </a:p>
        </p:txBody>
      </p:sp>
      <p:pic>
        <p:nvPicPr>
          <p:cNvPr id="4" name="Image 0" descr="/tmp/ppt/imgs/c47_14_3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1128" y="1755648"/>
            <a:ext cx="3959287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loop i, p, j membuat akses ke b[p][j] berurutan di memori. Pada matriks berukuran 100 x 100, ini bisa dua sampai tiga kali lebih cepat daripada urutan i, j, p.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Fast Power untuk Matriks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Kerangkanya sama persis dengan modpow. Yang berubah hanya nilai awalnya: dari angka 1 menjadi matriks identitas.</a:t>
            </a:r>
            <a:endParaRPr lang="en-US" sz="1300" dirty="0"/>
          </a:p>
        </p:txBody>
      </p:sp>
      <p:pic>
        <p:nvPicPr>
          <p:cNvPr id="4" name="Image 0" descr="/tmp/ppt/imgs/c47_15_3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5735" y="1993392"/>
            <a:ext cx="4252914" cy="39502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2039112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2039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984248"/>
            <a:ext cx="3931920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Matriks identitas adalah padanan angka satu: apa pun dikalikan dengannya tidak berubah. Ia dipakai sebagai nilai awal akumulator.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8224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82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627376"/>
            <a:ext cx="3931920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Diagonalnya diisi satu, sisanya nol. Melupakan langkah ini membuat seluruh hasil menjadi nol.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325368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325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270504"/>
            <a:ext cx="3931920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bit sekarang menyala, kalikan hasil dengan matriks sekarang. Sama persis dengan modpow pada bilangan.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3968496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3968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3913632"/>
            <a:ext cx="3931920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Matriks dikuadratkan setiap langkah, sehingga ia mewakili 1, 2, 4, 8, ... langkah.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4611624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4611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4556760"/>
            <a:ext cx="3931920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Pangkat digeser ke kanan, memindahkan pemeriksaan ke bit berikutnya.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178040" y="5254752"/>
            <a:ext cx="310896" cy="310896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178040" y="5254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07808" y="5199888"/>
            <a:ext cx="3931920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idenya identik dengan modpow, bila salah satunya sudah kamu kuasai, yang lain hanya soal mengganti operasi perkaliannya.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Lengkap Fibonacci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pangkat n-1, bukan n. Kesalahan off-by-one di sini adalah bug paling sering pada materi ini.</a:t>
            </a:r>
            <a:endParaRPr lang="en-US" sz="1300" dirty="0"/>
          </a:p>
        </p:txBody>
      </p:sp>
      <p:pic>
        <p:nvPicPr>
          <p:cNvPr id="4" name="Image 0" descr="/tmp/ppt/imgs/c47_16_3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7387" y="1755648"/>
            <a:ext cx="4226769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Kebiasaan yang menyelamatkan: sebelum mengirim jawaban, periksa n = 1, 2, dan 3 dengan tangan. Bila ketiganya benar, pangkatnya hampir pasti sudah tepat.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Bukan hanya untuk Fibonacci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Aplikasi Utama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 kedua tersering: pangkat matriks ketetanggaan menghitung banyaknya jalan berpanjang tepat L. Kode ini memperagakannya pada siklus.</a:t>
            </a:r>
            <a:endParaRPr lang="en-US" sz="1300" dirty="0"/>
          </a:p>
        </p:txBody>
      </p:sp>
      <p:pic>
        <p:nvPicPr>
          <p:cNvPr id="4" name="Image 0" descr="/tmp/ppt/imgs/c47_18_3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5304" y="1993392"/>
            <a:ext cx="3930937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panjang kelipatan empat yang bernilai satu — persis panjang siklusnya. Dengan pangkat cepat, pertanyaan "berapa jalan sepanjang 10^18" selesai dalam 60 perkalian.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867912"/>
            <a:ext cx="82296" cy="8229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739896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Entri (i,j) dari A pangkat L = banyak jalan panjang L dari i ke j.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377690"/>
            <a:ext cx="82296" cy="8229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249674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aplikasi: rekurens linear, menghitung jalan, DP dengan transisi tetap,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887468"/>
            <a:ext cx="82296" cy="8229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759452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peluang rantai Markov, dan menghitung string yang memenuhi automaton.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97246"/>
            <a:ext cx="82296" cy="8229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69230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n besar, kompleksitasnya O(n^3 log L) — n harus tetap kecil.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menentukan bukan besarnya n, melainkan besarnya matriks. Kode ini menghitung biaya untuk beberapa ukuran sekaligus.</a:t>
            </a:r>
            <a:endParaRPr lang="en-US" sz="1300" dirty="0"/>
          </a:p>
        </p:txBody>
      </p:sp>
      <p:pic>
        <p:nvPicPr>
          <p:cNvPr id="4" name="Image 0" descr="/tmp/ppt/imgs/c47_19_3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993392"/>
            <a:ext cx="6446520" cy="33604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n hampir tidak berpengaruh — dari sejuta ke 10^18 biayanya hanya naik tiga kali lipat. Yang menentukan adalah k pangkat tiga, jadi matriks di atas sekitar 200 x 200 sudah berat.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4082796"/>
            <a:ext cx="82296" cy="8229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954780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Biayanya O(k^3 log n): n boleh raksasa, k harus kecil.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538853"/>
            <a:ext cx="82296" cy="8229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410837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bila rekurensnya linear dan n sangat besar.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994910"/>
            <a:ext cx="82296" cy="8229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866894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bila n kecil — loop biasa jauh lebih cepat ditulis.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450967"/>
            <a:ext cx="82296" cy="8229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322951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bila transisinya berubah tiap langkah; matriksnya harus tetap.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Memilih Cara Menghitung Rekurens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Cocokkan dengan batas n dan jumlah suku pada rekurensnya.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926080"/>
                <a:gridCol w="5001768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Batas 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Pakai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Catatan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 &lt;= 10^7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biasa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Paling sederhana dan paling cepat ditulis.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 &lt;= 10^18, k kecil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Matrix exponentiation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O(k³ log n). Pilihan utama pada soal kontes.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 &lt;= 10^18, k besar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Kitamasa / Berlekamp-Massey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O(k² log n), tetapi kodenya jauh lebih panjang.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Transisi berubah tiap langkah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Tidak bisa matriks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Cari struktur lain atau pola berulang.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Rekurens tidak linear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Tidak bisa matriks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Ada perkalian antar suku, tidak bisa dijadikan matriks.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Fibonacci ke-n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q pertanyaan. Setiap pertanyaan berisi bilangan n; keluarkan suku Fibonacci ke-n modulo 10^9 + 7. Definisinya fib(0) = 0, fib(1) = 1.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q &lt;= 1000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n &lt;= 10^18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keluarkan hasil modulo 10^9 + 7</a:t>
            </a:r>
            <a:endParaRPr lang="en-US" sz="1200" dirty="0"/>
          </a:p>
        </p:txBody>
      </p:sp>
      <p:pic>
        <p:nvPicPr>
          <p:cNvPr id="9" name="Image 0" descr="/tmp/ppt/imgs/c47_22_3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52985" y="1280160"/>
            <a:ext cx="2764911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Memakai array daripada vector membuatnya jauh lebih cepat, karena tidak ada alokasi memori di dalam loop.</a:t>
            </a:r>
            <a:endParaRPr lang="en-US" sz="1300" dirty="0"/>
          </a:p>
        </p:txBody>
      </p:sp>
      <p:pic>
        <p:nvPicPr>
          <p:cNvPr id="4" name="Image 0" descr="/tmp/ppt/imgs/c47_23_3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67087" y="1755648"/>
            <a:ext cx="2047369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O(q x 8 x log n), sekitar 5 x 10^5 operasi untuk q = 1000. Perhatikan penanganan khusus n = 0 di baris 46, karena pangkat n-1 tidak terdefinisi di situ.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soal pertama adalah rekurens langsung; tiga berikutnya menuntut penyusunan matriks sendiri.</a:t>
            </a:r>
            <a:endParaRPr lang="en-US" sz="13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Fibonacci Numbers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Matrix exponentiation dasar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Graph Paths 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Pangkat adjacency matrix untuk jalur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Graph Paths II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Min-plus matrix multiplication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Throwing Dice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Rekurens linear enam suku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185A / 691E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Menyusun matriks dari transisi DP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Idenya sama dengan modpow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Membelah pangkat menjadi dua berulang kali. Yang berubah hanya objeknya: dari bilangan menjadi matriks, dan dari angka 1 menjadi matriks identitas.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Bagian tersulit adalah menyusun state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Tulis dulu vektor state, lalu tulis apa yang terjadi setelah satu langkah. Koefisiennya menjadi baris matriks. Kodenya justru bagian yang mudah.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Periksa dengan n kecil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off-by-one pada pangkat adalah bug paling sering. Uji n = 1, 2, 3 dengan tangan sebelum mengirim jawaban.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Pangkat adjacency matrix menghitung jalur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Elemen ke-(i, j) dari A pangkat k adalah banyaknya jalur dari i ke j sepanjang tepat k sisi. Identitas ini layak dihafal terpisah.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2026-09-05T08:51:32Z</dcterms:created>
  <dcterms:modified xsi:type="dcterms:W3CDTF">2026-09-05T08:51:32Z</dcterms:modified>
</cp:coreProperties>
</file>