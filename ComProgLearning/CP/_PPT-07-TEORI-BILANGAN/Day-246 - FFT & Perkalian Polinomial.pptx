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&amp; Perkalian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Polinomial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Konvolusi O(n²) menjadi O(n log n) dengan berpindah wajah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Matematika · Day 246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menerjemahkan dokumen ke bahasa lain karena pekerjaannya jauh lebih mudah di sana.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Dokumen dalam bahasa asal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Polinomial dalam bentuk koefisien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Terjemahkan ke bahasa yang mudah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Transformasi ke bentuk nilai (FFT)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tugasnya di bahasa itu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Kalikan satu-satu, O(n)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Terjemahkan kembali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Transformasi balik (inverse FFT)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Terjemahannya harus cepat, kalau tidak percuma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membuatnya O(n log n)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dipercepat bukan perkaliannya, melainkan perpindahan wajahnya — dan itulah seluruh sumbangan FFT.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menghitung konvolusi dua barisan dalam O(n log n), dengan cara berpindah dari wajah koefisien ke wajah nilai dan kembali lagi.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Polinomial punya dua wajah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koefisien, dan daftar nilai di titik. Perkalian mahal pada wajah pertama, tetapi hanya O(n) pada wajah kedua.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satuan membuat perpindahannya cepat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Kuadrat akar satuan ke-n adalah akar satuan ke-n/2, sehingga subsoalnya berbentuk sama dan divide and conquer bekerja.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wajib pangkat dua dan cukup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Minimal sebesar derajat hasilnya, yaitu |a| + |b| - 1. Kurang sedikit saja membuat hasilnya melingkar dan salah.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NTT untuk hasil modulo atau nilai besar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sama persis, hanya bilangan kompleks diganti aritmetika modulo. Modulus 998244353 dengan akar primitif 3 adalah pilihan bakunya.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pengenalnya: jawabannya berbentuk "untuk setiap k, berapa pasangan i dan j dengan i + j = k".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Mengalikan dua polinomial atau dua bilangan yang sangat besar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pasangan untuk SETIAP kemungkinan jumlah sekaligus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yang transisinya berupa konvolusi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 pola dengan joker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satu nilai konvolusi, bukan seluruhnya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kecil sehingga O(n kuadrat) sudah cukup; FFT punya konstanta besar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Modulusnya tidak berbentuk k dikali pangkat dua ditambah satu — NTT butuh akar satuan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dengan double aman sampai hasil sekitar 10^14. Di atas itu pembulatannya bisa meleset satu, dan jawabannya salah tanpa peringatan apa pun — pakai NTT.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and conquer (Day 44)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kompleks dasar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NTT &amp; CRT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Deret pangkat formal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&amp; conquer FFT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&amp; Perkalian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Polinomial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Konvolusi O(n kuadrat) menjadi O(n log n).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terasa paling berat secara teori, tetapi kodenya bisa disalin sekali lalu dipakai berulang. Yang perlu dilatih adalah MENGENALI bahwa sebuah soal berbentuk konvolusi.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Wajah Sebuah Polinomial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Akar Satuan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FFT Iteratif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Mengalikan Dua Polinomial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NTT untuk Aritmetika Modulo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Berpindah wajah, lalu kembali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Wajah Sebuah Polinomial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polinomial bisa dinyatakan lewat koefisiennya atau lewat nilainya di beberapa titik. Perkalian menjadi mudah pada wajah yang kedua.</a:t>
            </a:r>
            <a:endParaRPr lang="en-US" sz="1300" dirty="0"/>
          </a:p>
        </p:txBody>
      </p:sp>
      <p:pic>
        <p:nvPicPr>
          <p:cNvPr id="4" name="Image 0" descr="/tmp/ppt/imgs/c49_8_3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299" y="1993392"/>
            <a:ext cx="410494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ketiga dan keempat selalu sama. Di wajah nilai, mengalikan dua polinomial hanya berarti mengalikan angka satu per satu — dan itulah yang membuat FFT bisa mempercepat perkalian.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Wajah koefisien: perkalian O(n*m), penjumlahan O(n).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Wajah nilai: perkalian O(n), tetapi butuh cukup banyak titik.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Polinomial berderajat d ditentukan sepenuhnya oleh d+1 titik.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adalah cara cepat bolak-balik antara kedua wajah itu.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Akar Satuan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satuan dipilih karena kuadratnya kembali menjadi akar satuan berorde separuh. Sifat itulah yang memungkinkan pembagian dua berulang.</a:t>
            </a:r>
            <a:endParaRPr lang="en-US" sz="1300" dirty="0"/>
          </a:p>
        </p:txBody>
      </p:sp>
      <p:pic>
        <p:nvPicPr>
          <p:cNvPr id="4" name="Image 0" descr="/tmp/ppt/imgs/c49_9_3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769" y="1993392"/>
            <a:ext cx="371400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 menunjukkan sudutnya identik: mengkuadratkan akar ke-8 menghasilkan akar ke-4. Karena itu masalah berukuran n bisa dipecah menjadi dua masalah berukuran n/2 dengan akar yang sama bentuknya.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satuan ke-n adalah titik-titik yang membagi lingkaran sama rata.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Kuadratnya menghasilkan akar ke-n/2 — inilah yang membuat rekursinya bekerja.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seluruh akar satuan bernilai nol, dan itu dipakai saat membalik.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aritmetika modulo, akar satuan diganti akar primitif — itu NTT.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polinomial berderajat dua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Wajah Koefisien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polinomial berderajat dua. Hasil kalinya berderajat empat, jadi butuh lima koefisien.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lalu 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63824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96128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96128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|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96128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28432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28432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28432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44584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44584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 + 2x + 3x²      B = 4 + 5x + 6x²      hasilnya berderajat 4, butuh 5 titik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langsung mengalikan setiap pasangan koefisien butuh 3 x 3 = 9 perkalian. Untuk n sebesar dua ratus ribu, jumlahnya menjadi mustahil.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Wajah Nilai: Kalikan Satu-Satu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polinomial dievaluasi di lima titik yang sama. Hasil kalinya cukup dikalikan per titik.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5021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pada lima titik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502152" y="2167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=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167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=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45352" y="2167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=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16952" y="2167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= 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88552" y="2167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= 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A(x) = 1 + 2x + 3x²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02152" y="245973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2459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73752" y="2459736"/>
            <a:ext cx="137160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73752" y="2459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5352" y="245973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2459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16952" y="245973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16952" y="2459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88552" y="245973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88552" y="2459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19125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B(x) = 4 + 5x + 6x²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02152" y="319125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2152" y="31912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73752" y="3191256"/>
            <a:ext cx="137160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73752" y="31912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45352" y="319125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45352" y="31912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16952" y="319125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16952" y="31912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88552" y="319125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88552" y="31912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392277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C(x) = A(x) · B(x)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02152" y="392277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02152" y="392277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73752" y="3922776"/>
            <a:ext cx="1371600" cy="51206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73752" y="392277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45352" y="392277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45352" y="392277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646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616952" y="392277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16952" y="392277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2482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88552" y="392277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988552" y="392277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6840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559552" y="2971800"/>
            <a:ext cx="914" cy="950976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559552" y="3703320"/>
            <a:ext cx="914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67512" y="48463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41832" y="49377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C(1) = A(1) x B(1) = 6 x 15 = 90        satu perkalian per titik, bukan per pasangan koefisien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41832" y="52852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sinilah penghematannya. Pada wajah nilai, mengalikan dua polinomial hanya O(n) — bukan O(n kuadrat) seperti pada wajah koefisien.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Kembali ke Wajah Koefisien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nilai tadi ditafsirkan kembali menjadi lima koefisien. Itulah kebalikan transformasinya.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63824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14300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96128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96128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96128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2395728"/>
            <a:ext cx="1143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2395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4 + 13x + 28x² + 27x³ + 18x⁴        periksa: C(1) = 4+13+28+27+18 = 90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FFT sesungguhnya, kelima titik itu bukan 0 sampai 4 melainkan akar satuan — justru itu yang membuat kedua perpindahan wajahnya berbiaya O(n log n).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iteratif, lalu NTT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Iteratif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pembalikan bit di baris 10 sampai 16 menggantikan rekursi, sehingga tidak perlu array sementara.</a:t>
            </a:r>
            <a:endParaRPr lang="en-US" sz="1300" dirty="0"/>
          </a:p>
        </p:txBody>
      </p:sp>
      <p:pic>
        <p:nvPicPr>
          <p:cNvPr id="4" name="Image 0" descr="/tmp/ppt/imgs/c49_15_3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2471" y="1755648"/>
            <a:ext cx="313944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Pembalikan bit menyusun ulang array sehingga rekursi divide and conquer bisa dikerjakan dari bawah ke atas.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menggandakan panjang blok: 2, 4, 8, dan seterusnya sampai n. Itulah faktor log n-nya.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sudut menentukan arah: positif untuk maju, negatif untuk kembali ke wajah koefisien.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operasi kupu-kupu (butterfly): dua nilai digabung menjadi jumlah dan selisihnya.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dengan n hanya dilakukan pada arah balik. Melupakannya membuat seluruh hasil berlipat n kali.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Mengalikan Dua Polinomial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7 dan 8: ukurannya wajib pangkat dua dan cukup memuat derajat hasilnya.</a:t>
            </a:r>
            <a:endParaRPr lang="en-US" sz="1300" dirty="0"/>
          </a:p>
        </p:txBody>
      </p:sp>
      <p:pic>
        <p:nvPicPr>
          <p:cNvPr id="4" name="Image 0" descr="/tmp/ppt/imgs/c49_16_3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286" y="1755648"/>
            <a:ext cx="467097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Pembulatan di baris 21 adalah tempat galat pecahan bisa menggigit. Untuk hasil sampai sekitar sepuluh pangkat empat belas masih aman; di atas itu, gunakan NTT.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NTT untuk Aritmetika Modulo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NTT adalah FFT yang seluruhnya memakai bilangan bulat modulo, jadi tidak ada galat pembulatan sama sekali. Hasilnya dicocokkan dengan perkalian polos.</a:t>
            </a:r>
            <a:endParaRPr lang="en-US" sz="1300" dirty="0"/>
          </a:p>
        </p:txBody>
      </p:sp>
      <p:pic>
        <p:nvPicPr>
          <p:cNvPr id="4" name="Image 0" descr="/tmp/ppt/imgs/c49_17_3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5682" y="1993392"/>
            <a:ext cx="203018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Tiap pasangan angka sama persis — NTT dan perkalian polos memberi hasil identik. Modulo 998244353 dipilih karena berbentuk 119 x 2^23 + 1, jadi punya akar satuan sampai orde 2^23.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wajib pangkat dua dan minimal sepanjang hasilnya.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 = 3 adalah akar primitif untuk modulo 998244353.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Membalik NTT: pakai invers akar, lalu bagi dengan 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NTT bebas galat pembulatan; FFT dengan double berisiko untuk nilai besar.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tersering: menghitung berapa pasangan yang jumlahnya sama dengan s. Konvolusi menjawab seluruh nilai s sekaligus.</a:t>
            </a:r>
            <a:endParaRPr lang="en-US" sz="1300" dirty="0"/>
          </a:p>
        </p:txBody>
      </p:sp>
      <p:pic>
        <p:nvPicPr>
          <p:cNvPr id="4" name="Image 0" descr="/tmp/ppt/imgs/c49_18_3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095" y="1993392"/>
            <a:ext cx="442535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Konvolusi menghitung seluruh nilai s dalam satu kali jalan, sementara pencacahan langsung mengulang untuk tiap s. Dengan FFT, konvolusinya sendiri turun dari O(M^2) menjadi O(M log M).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Konvolusi menjawab "berapa pasangan berjumlah s" untuk semua s sekaligus.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aplikasi: perkalian bilangan besar, pencocokan string, menghitung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berjumlah tertentu, pangkat polinomial, dan menghitung jalan pada graf.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 sampai 10^6, FFT atau NTT wajib — cara polos sudah 10^12 operasi.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bukan pangkat dua, atau kurang besar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wajib pangkat dua dan minimal sebesar derajat hasilnya, yaitu |a| + |b| - 1. Kurang sedikit saja membuat hasilnya melingkar dan 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Galat pecahan pada hasil 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dengan double aman sampai sekitar sepuluh pangkat empat belas. Di atas itu, pembulatannya bisa meleset satu — gunakan NTT.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membagi dengan n pada arah 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pembagian itu, seluruh hasil berlipat n kali. Gejalanya sangat khas: jawabannya benar tetapi kelebihan faktor tetap.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NTT dengan modulus yang tidak cocok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NTT butuh modulus berbentuk k dikali pangkat dua ditambah satu. Modulus 10^9 + 7 tidak punya akar satuan yang diperlukan.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Dua Polinomial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dua polinomial: yang pertama berderajat n-1 dengan n koefisien, yang kedua berderajat m-1 dengan m koefisien. Keluarkan seluruh koefisien hasil kalinya, dari suku berpangkat nol sampai berpangkat n + m - 2.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m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koefisien &lt;= 10^6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 muat dalam long long</a:t>
            </a:r>
            <a:endParaRPr lang="en-US" sz="1200" dirty="0"/>
          </a:p>
        </p:txBody>
      </p:sp>
      <p:pic>
        <p:nvPicPr>
          <p:cNvPr id="9" name="Image 0" descr="/tmp/ppt/imgs/c49_21_3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617" y="1280160"/>
            <a:ext cx="199164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48 dan 49: ukuran dinaikkan ke pangkat dua terdekat yang minimal n + m.</a:t>
            </a:r>
            <a:endParaRPr lang="en-US" sz="1300" dirty="0"/>
          </a:p>
        </p:txBody>
      </p:sp>
      <p:pic>
        <p:nvPicPr>
          <p:cNvPr id="4" name="Image 0" descr="/tmp/ppt/imgs/c49_22_3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801" y="1755648"/>
            <a:ext cx="181994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m) log(n + m)). Untuk n dan m dua ratus ribu, ukurannya menjadi 524288 dan seluruhnya selesai jauh di bawah satu detik.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konvolusi langsung; tiga berikutnya perlu menyusun bentuk konvolusinya sendiri.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Library Checker — Convolution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Perkalian polinomial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POLYMUL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FFT dengan koefisien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993E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pasangan lewat konvolusi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632E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Pangkat polinomial berulang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528D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Pencocokan pola dengan joker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Polinomial punya dua wajah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Koefisien dan nilai di titik. Perkalian mahal pada wajah pertama, tetapi hanya O(n) pada wajah kedua.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satuan membuat perpindahannya cepat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Kuadrat akar satuan ke-n adalah akar satuan ke-n/2, sehingga subsoalnya berbentuk sama dan divide and conquer bekerja.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wajib pangkat dua dan cukup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Minimal sebesar |a| + |b| - 1. Kurang sedikit saja membuat hasilnya melingkar dan salah tanpa peringatan.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NTT untuk hasil modulo atau nilai besar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sama persis, hanya bilangan kompleks diganti aritmetika modulo. Modulus 998244353 dengan akar primitif 3 adalah pilihan bakunya.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2026-09-05T08:51:33Z</dcterms:created>
  <dcterms:modified xsi:type="dcterms:W3CDTF">2026-09-05T08:51:33Z</dcterms:modified>
</cp:coreProperties>
</file>