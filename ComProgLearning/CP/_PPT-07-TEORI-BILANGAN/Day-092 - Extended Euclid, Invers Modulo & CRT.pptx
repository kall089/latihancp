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Euclid,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Modulo &amp; CRT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algoritma tua yang menyelesaikan tiga soal sekaligus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Bilangan · Day 092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dua gelas tanpa takaran, satu 240 ml dan satu 46 ml, dan kamu diminta menakar tepat 2 ml.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Tuang bolak-balik sampai sisanya kecil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Euclid: bagi terus sampai sisa nol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berapa kali tiap gelas dipakai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 mencatat koefisiennya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Hasilnya: 47 kali gelas kecil, 9 kali gelas besar dituang balik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240x(-9) + 46x47 = 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bisa ditakar hanya kelipatan 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kelipatan gcd yang bisa dibentuk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diminta 3 ml, mustahil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ax + by = c perlu gcd membagi 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Euclid biasa menjawab "berapa gcd-nya". Extended Euclid juga menjawab "berapa kali masing-masing dipakai". Catatan tambahan itulah yang membuka invers modulo, persamaan Diophantine, dan CRT sekaligus.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 adalah Euclid biasa yang tidak membuang hasil baginya. Dari catatan itu lahir tiga alat yang dipakai terus di soal teori bilangan.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gcd beserta koefisiennya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hanya nilai gcd(a, b), tetapi juga sepasang bilangan bulat x dan y sehingga a·x + b·y = gcd(a, b).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modulo untuk modulus apa pun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Fermat kecil hanya bekerja pada modulus prima. Extended Euclid bekerja selama gcd(a, m) = 1, prima atau bukan.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Persamaan Diophantine linear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ax + by = c punya solusi bulat tepat ketika gcd(a, b) membagi c — dan solusinya langsung didapat dari koefisien tadi.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Chinese Remainder Theorem versi umum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banyak syarat sisa bagi menjadi satu, bahkan ketika modulusnya tidak saling koprima.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muncul begitu soal berbicara tentang sisa bagi, kelipatan bersama, atau pembagian di dunia modular.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invers modulo tetapi modulusnya bukan prima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bilangan yang bersisa tertentu terhadap beberapa modulus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persamaan bulat berbentuk ax + by = 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apakah suatu nilai bisa dibentuk dari dua langkah tetap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Modulusnya prima dan hanya perlu invers — Fermat lebih pendek ditulis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nilai gcd saja — pakai __gcd bawaan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Modulusnya kecil dan bisa dicoba satu per satu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di soal: "sisa", "modulo", "kelipatan bersama", atau dua ukuran tetap yang dikombinasikan. Begitu salah satunya muncul dengan angka besar, extended Euclid adalah tebakan pertama.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&amp; nCr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Sieve, faktorisasi &amp; GCD (Day 88)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 &amp; Pollard Rho (Day 95)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 (Day 103)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Mobius (Day 105)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Euclid,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&amp; CRT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algoritma untuk gcd, invers, Diophantine, dan CRT.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pelengkap Day 90. Di sana invers dihitung dengan Fermat dan hanya sah untuk modulus prima; di sini batasan itu dilepas.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Euclid: gcd Sekaligus Koefisiennya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Modulo untuk Modulus Apa Saja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Merunut Balik 240 dan 46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Persamaan Diophantine Linear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Chinese Remainder Theorem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Euclid biasa membuang sisa; yang ini mencatatnya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Euclid: gcd Sekaligus Koefisiennya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Euclid biasa hanya menjawab "berapa gcd-nya". Versi ini juga menjawab "berapa x dan y sehingga a·x + b·y = gcd".</a:t>
            </a:r>
            <a:endParaRPr lang="en-US" sz="1300" dirty="0"/>
          </a:p>
        </p:txBody>
      </p:sp>
      <p:pic>
        <p:nvPicPr>
          <p:cNvPr id="4" name="Image 0" descr="/tmp/ppt/imgs/c48_8_3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234" y="1993392"/>
            <a:ext cx="296707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Keluarannya: gcd(240,46) = 2 dengan x = -9 dan y = 47, dan memang 240·(-9) + 46·47 = 2. Uji 3600 pasangan di bawahnya membandingkan hasilnya dengan __gcd bawaan sekaligus memeriksa identitasnya.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rekursinya b = 0: a·1 + 0·0 = a, jelas benar.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pergeseran koefisien adalah seluruh isi algoritmanya.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atau y hampir selalu negatif — itu wajar, bukan tanda salah.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sama dengan Euclid biasa, O(log min(a,b)).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Modulo Ketika Modulusnya Bukan Prima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Fermat kecil hanya berlaku untuk modulus prima. Extended Euclid berlaku untuk modulus apa pun.</a:t>
            </a:r>
            <a:endParaRPr lang="en-US" sz="1300" dirty="0"/>
          </a:p>
        </p:txBody>
      </p:sp>
      <p:pic>
        <p:nvPicPr>
          <p:cNvPr id="4" name="Image 0" descr="/tmp/ppt/imgs/c48_9_3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989" y="1755648"/>
            <a:ext cx="287956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1142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Programnya membuktikan sendiri: untuk modulus prima 10^9+7, extgcd dan Fermat memberi jawaban yang sama pada 300 nilai pertama. Untuk modulus 12, hanya 4 dari 11 bilangan yang punya invers — persis phi(12).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66831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57103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ada tepat ketika gcd(a, m) = 1, bukan hanya saat m prima.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1527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0554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extgcd bisa negatif — wajib dinormalkan dengan ((x%m)+m)%m.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63713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53985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 prima, Fermat lebih pendek ditulis; keduanya sama benar.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1215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0242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Kembalikan -1 (atau lempar error) bila inversnya tidak ada.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Merunut balik extgcd(240, 46) langkah demi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Rantai Sisa Bagi Euclid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berulang sampai sisanya nol. Bilangan terakhir yang bukan nol adalah gcd-nya.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2395728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23957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3035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395728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3957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035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27648" y="2395728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7648" y="23957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3035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2395728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23957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035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25712" y="2395728"/>
            <a:ext cx="13258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25712" y="23957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25712" y="3035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gcd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 = 5x46 + 10      46 = 4x10 + 6      10 = 1x6 + 4      6 = 1x4 + 2      4 = 2x2 + 0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sini persis Euclid biasa. Bedanya: hasil bagi 5, 4, 1, 1 tidak dibuang, melainkan dipakai lagi saat naik dari rekursi.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dari Rekursi Sambil Menggeser Koefisien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baris memakai koefisien baris di bawahnya. Kolom terakhir membuktikan hasilnya benar di setiap tingkat.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50215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71032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205472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39912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a·x + b·y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974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extgcd(4, 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02152" y="269748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36592" y="269748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71032" y="269748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71032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05472" y="269748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05472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39912" y="269748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9912" y="2697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30098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extgcd(6, 4)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02152" y="3300984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2152" y="3300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36592" y="3300984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36592" y="3300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71032" y="3300984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71032" y="3300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05472" y="3300984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05472" y="3300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39912" y="3300984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39912" y="3300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390448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extgcd(10, 6)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02152" y="3904488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02152" y="39044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36592" y="3904488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36592" y="39044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71032" y="3904488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71032" y="39044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05472" y="3904488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05472" y="39044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439912" y="3904488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39912" y="39044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" y="450799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extgcd(46, 10)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502152" y="4507992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502152" y="4507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36592" y="4507992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36592" y="4507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71032" y="4507992"/>
            <a:ext cx="123444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71032" y="4507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205472" y="4507992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205472" y="4507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-9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439912" y="4507992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39912" y="4507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7512" y="511149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extgcd(240, 46)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502152" y="5111496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502152" y="51114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36592" y="5111496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736592" y="51114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46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971032" y="5111496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971032" y="51114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-9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05472" y="5111496"/>
            <a:ext cx="123444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205472" y="51114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47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439912" y="5111496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439912" y="51114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588252" y="4965192"/>
            <a:ext cx="987552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baru = y lama          y baru = x lama - (a / b) x y lama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terakhir: x = 47 diambil dari y baris sebelumnya, lalu y = 2 - 5x(-9) = 47. Kolom kanan selalu 2, sama dengan gcd-nya.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Memakainya untuk 6x + 15y = 9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solusi cukup; sisanya didapat dengan menggeser x sejauh b/g dan y sejauh a/g ke arah berlawanan.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(x, y)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2011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(-6, 3)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15384" y="2395728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15384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(-1, 1)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1538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0216" y="2395728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0216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(4, -1)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021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85048" y="2395728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5048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(9, -3)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gcd(6,15) = 3      x bergeser +15/3 = +5      y bergeser -6/3 = -2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Keempatnya memberi 6x + 15y = 9. Kalau soalnya membatasi x dan y pada suatu selang, cukup hitung k terkecil dan terbesar yang masih masuk selang itu.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Penerapannya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Persamaan Diophantine dan Chinese Remainder Theorem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Persamaan Diophantine ax + by = 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Persamaan bulat ax + by = c punya solusi tepat ketika gcd(a, b) membagi c. Sisanya hanya penskalaan.</a:t>
            </a:r>
            <a:endParaRPr lang="en-US" sz="1300" dirty="0"/>
          </a:p>
        </p:txBody>
      </p:sp>
      <p:pic>
        <p:nvPicPr>
          <p:cNvPr id="4" name="Image 0" descr="/tmp/ppt/imgs/c48_15_3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8660" y="1755648"/>
            <a:ext cx="310422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6x + 15y = 9 keluarannya x = -6, y = 3, lalu tiga solusi berikutnya semuanya bernilai 9. Untuk 6x + 15y = 8 jawabannya "tidak ada solusi", karena 3 tidak membagi 8.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satu-satunya: gcd(a, b) harus membagi c.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umum: x + k·(b/g) dan y - k·(a/g) untuk k bulat mana pun.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a atau b negatif, balikkan tanda koefisiennya setelah diskala.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solusi di suatu selang berarti mencari batas k.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Kongruensi dengan CRT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CRT versi umum: modulusnya tidak harus koprima. Kalau bentrok, fungsinya mengatakan bentrok, bukan mengembalikan angka ngawur.</a:t>
            </a:r>
            <a:endParaRPr lang="en-US" sz="1300" dirty="0"/>
          </a:p>
        </p:txBody>
      </p:sp>
      <p:pic>
        <p:nvPicPr>
          <p:cNvPr id="4" name="Image 0" descr="/tmp/ppt/imgs/c48_16_3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836" y="1993392"/>
            <a:ext cx="228587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kongruensi klasik menghasilkan x = 23 (mod 105), dan pencarian langsung memberi 23 juga. Pasangan (1 mod 4, 2 mod 6) dinyatakan bentrok; pasangan (2 mod 4, 6 mod 8) yang modulusnya tidak koprima tetap punya jawaban 6 (mod 8).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gabungnya: (r2 - r1) harus habis dibagi gcd(m1, m2).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kpk sebagai m1/g*m2 supaya tidak luber lebih dulu.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di tengah dipagari __int128 karena bisa melewati 64 bit.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dua-dua; kalau satu gagal, seluruhnya gagal.</a:t>
            </a:r>
            <a:endParaRPr lang="en-US" sz="10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berikut menghasilkan jawaban salah tanpa satu pun pesan kesalahan.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menormalkan hasil extgcd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yang dikembalikan sering negatif. Untuk dipakai sebagai invers modulo, wajib ditulis ((x % m) + m) % m, bukan x % m saja.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Fermat pada modulus bukan prima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pangkat(a, m-2, m) hanya sah bila m prima. Untuk m = 12 hasilnya angka yang terlihat wajar tetapi salah. Pakai extgcd.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kpk sebagai m1 * m2 lebih dulu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modulus sebesar 10^9, m1 * m2 sudah melewati 64 bit sebelum dibagi. Tulis m1 / g * m2 — bagi dulu, baru 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Menganggap CRT selalu punya jawaban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 hanya benar bila seluruh modulusnya koprima. Untuk modulus umum, periksa (r2 - r1) % g dan siapkan jalur "tidak ada solusi".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Terkecil yang Memenuhi Semua Syarat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k pasangan (a_i, m_i). Cari bilangan bulat x terkecil yang tidak negatif sehingga x bersisa a_i bila dibagi m_i, untuk setiap i. Modulusnya tidak dijamin saling koprima. Bila tidak ada x yang memenuhi,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m_i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a_i &lt; m_i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kpk seluruh modulus muat dalam 64 bit</a:t>
            </a:r>
            <a:endParaRPr lang="en-US" sz="1200" dirty="0"/>
          </a:p>
        </p:txBody>
      </p:sp>
      <p:pic>
        <p:nvPicPr>
          <p:cNvPr id="9" name="Image 0" descr="/tmp/ppt/imgs/c48_19_3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3223" y="1280160"/>
            <a:ext cx="226443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- Bilangan Terkecil yang Memenuhi Semua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Lipat kongruensinya dua-dua. Setiap penggabungan menyusutkan k syarat menjadi satu syarat baru dengan modulus kpk.</a:t>
            </a:r>
            <a:endParaRPr lang="en-US" sz="1300" dirty="0"/>
          </a:p>
        </p:txBody>
      </p:sp>
      <p:pic>
        <p:nvPicPr>
          <p:cNvPr id="4" name="Image 0" descr="/tmp/ppt/imgs/c48_20_3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155" y="1993392"/>
            <a:ext cx="225723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kasus uji dijalankan berdampingan dengan pencarian langsung sampai kpk seluruh modulus, dan keduanya selalu sepakat: 23, tidak ada, 43, dan 10.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Sekali satu penggabungan gagal, jawaban akhirnya pasti -1.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Normalkan a_i dengan a_i % m_i sebelum digabung, jaga-jaga.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akhirnya sudah dalam [0, kpk), jadi otomatis yang terkecil.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jalannya O(k log m) — cukup untuk k sampai 100 ribu.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yang pertama melatih rumusnya; tiga sisanya melatih mengenali bentuk kongruensi di balik cerita soal.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CEQU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Syarat keterbagian pada ax + by = 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10673 Play with Floor and Ceil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Extended Euclid dipakai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10090 Marbles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Diophantine dengan batas dan minimasi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710D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CRT modulus tak koprima, dicacah dalam selang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338D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 yang tidak terlihat seperti CRT sama sekali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algoritma, tiga kegunaan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 memberi gcd, invers modulo untuk modulus apa pun, dan solusi persamaan Diophantine — semuanya dari dua baris pergeseran koefisien yang sama.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Fermat itu jalan pintas, bukan aturan umum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pangkat(a, m-2, m) hanya sah untuk m prima. Begitu modulusnya komposit, extgcd adalah satu-satunya jalan.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CRT umum wajib punya jalur "bentrok"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Modulus yang tidak koprima bisa membuat dua syarat bertentangan. Periksa (r2 - r1) % gcd sebelum menggabung.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dulu, baru kali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kpk ditulis m1 / g * m2, bukan m1 * m2 / g. Urutan itu satu-satunya yang tidak luber untuk modulus sebesar 10^9.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2026-09-11T16:59:30Z</dcterms:created>
  <dcterms:modified xsi:type="dcterms:W3CDTF">2026-09-11T16:59:30Z</dcterms:modified>
</cp:coreProperties>
</file>