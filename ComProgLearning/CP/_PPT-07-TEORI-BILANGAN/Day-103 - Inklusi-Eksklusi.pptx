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gabungan yang saling tumpang tindih tanpa satu pun terhitung dua kali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· Day 103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Inklusi-eksklusi: menghitung tanpa menghitung ganda.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Kelas punya 20 siswa ikut basket, 15 ikut voli. Berapa yang ikut olahraga? Bukan 35, karena ada yang ikut keduanya.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|A gabungan B| = |A| + |B| - |A irisan B|. Yang dihitung dua kali harus dikurangi sekali.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tiga klub, kamu tambah ketiganya, kurangi tiga irisan berpasangan, lalu TAMBAH lagi irisan ketiganya.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berganti-ganti: tambah untuk ganjil, kurang untuk genap. Pola ini berlaku untuk berapa pun himpunan.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yang tidak habis dibagi 2, 3, atau 5: hitung semuanya, lalu kurangi yang habis dibagi masing-masing, lalu koreksi.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"yang TIDAK memenuhi apa pun" sering jauh lebih mudah lewat komplemen.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20 syarat, ada sejuta kombinasi yang harus ditinjau. Itu masih bisa; dengan 40 syarat sudah tidak.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2^k dengan k banyaknya syarat. Praktis untuk k di bawah sekitar 20.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menghitung langsung terasa sulit, coba hitung kebalikannya lalu kurangkan dari total — itu setengah dari trik kombinatorika.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 menghitung gabungan himpunan yang saling tumpang tindih, dengan tanda berselang agar tidak ada unsur yang terhitung dua kali.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tunggal, kurangi pasangan, tambah bertiga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Tandanya berselang mengikuti ukuran himpunan bagian. Pola itu berlaku untuk berapa pun banyaknya himpunan.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Buktinya dari teorema binomial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Unsur yang berada di tepat k himpunan menyumbang C(k,1) - C(k,2) + ... yang selalu bernilai satu. Jadi setiap unsur terhitung tepat sekali.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adalah cara alaminya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himpunan bagian adalah satu mask, dan popcount-nya langsung menentukan tandanya. O(2^k * k), sehingga k maksimal sekitar dua puluh.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dipasangkan dengan pencacahan komplemen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"tidak satu pun" berarti hitung gabungannya lebih dulu, lalu kurangkan dari totalnya.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"paling sedikit satu", "tidak satu pun", atau "tepat k buah".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yang memenuhi paling sedikit satu dari beberapa syarat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yang tidak memenuhi satu pun syarat, lewat komplemen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syarat kecil, sekitar dua puluh atau kurang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derangement, surjeksi, atau pasangan koprima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syarat besar — 2^k menjadi mustahil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saling bergantung sehingga ukuran irisannya sulit dihitung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cara langsung yang lebih sederhana, misalnya DP biasa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isi himpunan bagian bisa jauh melampaui long long. Berhentilah mengalikan begitu hasilnya melebihi n — sumbangan himpunan bagian itu pasti nol.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108)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 Mobius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Burnside &amp; Polya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gabungan tumpang tindih dengan tanda berselang.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tersulitnya bukan rumus, melainkan memilih himpunan A[i] sehingga ukuran irisannya mudah dihitung. Latih itu, bukan menghafal rumusnya.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Dasar &amp; Bentuk Umumnya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Tandanya Berselang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Pencacahan Komplemen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dengan Bitmask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Luber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Penerapan: Derangement &amp; Lainnya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dua himpunan sampai n himpunan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bisa langsung dijalankan dan dicocokkan dengan pencacahan satu per satu. Perhatikan pola tambah, kurang, tambah.</a:t>
            </a:r>
            <a:endParaRPr lang="en-US" sz="1300" dirty="0"/>
          </a:p>
        </p:txBody>
      </p:sp>
      <p:pic>
        <p:nvPicPr>
          <p:cNvPr id="4" name="Image 0" descr="/tmp/ppt/imgs/c45_8_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145" y="1993392"/>
            <a:ext cx="458725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Irisan dua himpunan kelipatan adalah kelipatan hasil kalinya — itu sebabnya AB memakai n/6 dan bukan n/2 dikali n/3. Kesalahan di titik ini menyebabkan sebagian besar jawaban salah pada soal inklusi-eksklusi.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tunggal, kurangi pasangan, tambahkan bertiga, dan seterusnya.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Irisan kelipatan p dan q adalah kelipatan KPK-nya, bukan hasil kalinya.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 prima berbeda, KPK-nya memang hasil kali — hati-hati kalau tidak.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cocokkan dengan pencacahan langsung untuk n kecil.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Tandanya Berselang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Alasannya bisa dihitung: sebuah unsur yang ada di tepat k himpunan harus dihitung persis satu kali. Kode ini membuktikannya untuk k = 1 sampai 5.</a:t>
            </a:r>
            <a:endParaRPr lang="en-US" sz="1300" dirty="0"/>
          </a:p>
        </p:txBody>
      </p:sp>
      <p:pic>
        <p:nvPicPr>
          <p:cNvPr id="4" name="Image 0" descr="/tmp/ppt/imgs/c45_9_2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337" y="1993392"/>
            <a:ext cx="545087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selalu tepat satu, berapa pun k. Itulah seluruh alasan tandanya harus berselang: kombinasi tambah-kurang inilah satu-satunya yang membuat tiap unsur terhitung sekali.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Unsur di k himpunan muncul di C(k,i) suku berukuran 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berselangnya selalu bernilai satu untuk k &gt;= 1.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Unsur yang tidak ada di himpunan mana pun tidak pernah terhitung.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alasan matematisnya; polanya sendiri cukup dihafal.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1 sampai 100 yang habis dibagi 2, 3, atau 5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Jumlahkan Himpunan Tunggal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dengan menjumlahkan ketiganya apa adanya. Hasilnya pasti kelebihan, karena tumpang tindihnya terhitung ganda.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1635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tiap himpunan bagian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1635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194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{5}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7103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02259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{2,5}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7415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{3,5}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2571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{2,3,5}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1772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69748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himpunan ukuran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16352" y="2697480"/>
            <a:ext cx="105156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16352" y="26974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67912" y="2697480"/>
            <a:ext cx="105156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67912" y="26974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9472" y="2697480"/>
            <a:ext cx="105156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9472" y="26974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71032" y="269748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269748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74152" y="269748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269748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77272" y="2697480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77272" y="26974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33756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 himpunan ukuran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1635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6791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7103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2259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7415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2571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77272" y="333756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" y="397764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himpunan ukuran 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1635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6791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7103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2259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7415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2571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77272" y="3977640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" y="48646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49560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100/2 = 50      100/3 = 33      100/5 = 20      jumlah sementara 103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53035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103 jelas terlalu besar, karena hanya ada 100 bilangan. Bilangan seperti 6 dan 10 sudah terhitung dua kali di sini.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Kurangi Semua Pasangan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Irisan dua himpunan adalah bilangan yang habis dibagi hasil kali keduanya. Ketiganya dikurangkan.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163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tiap himpunan bagian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163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194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{5}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710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0225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{2,5}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741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{3,5}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257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{2,3,5}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1772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45973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himpunan ukuran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1635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1635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6791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6791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947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947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7103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7415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7727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7727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09981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 himpunan ukuran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1635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6791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71032" y="3099816"/>
            <a:ext cx="105156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7103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22592" y="3099816"/>
            <a:ext cx="105156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2259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74152" y="3099816"/>
            <a:ext cx="105156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7415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2571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77272" y="309981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7727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" y="373989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himpunan ukuran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1635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6791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947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7103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2259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7415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2571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7727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" y="462686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41832" y="471830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100/6 = 16      100/10 = 10      100/15 = 6      103 - 32 = 71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41832" y="506577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justru kekurangan. Bilangan seperti 30 yang habis dibagi ketiganya sudah terhitung tiga kali lalu dikurangi tiga kali — jadi hilang sama sekali.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Tambahkan Kembali Irisan Bertiga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 terakhir mengembalikan bilangan yang tadi terhapus. Sesudah itu semuanya terhitung tepat satu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163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tiap himpunan bagian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163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194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{5}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710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0225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{2,5}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741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{3,5}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257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{2,3,5}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1772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45973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himpunan ukuran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1635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1635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6791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6791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947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947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7103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7415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245973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77272" y="245973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77272" y="24597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309981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 himpunan ukuran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1635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6791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71032" y="309981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7103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22592" y="309981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2259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74152" y="309981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7415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25712" y="309981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77272" y="309981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77272" y="309981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" y="373989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himpunan ukuran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1635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6791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947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7103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2259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74152" y="3739896"/>
            <a:ext cx="105156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25712" y="3739896"/>
            <a:ext cx="105156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25712" y="373989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177272" y="3739896"/>
            <a:ext cx="1051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177272" y="373989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" y="462686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1832" y="471830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100/30 = 3      gabungan = 103 - 32 + 3 = 74      jawaban = 100 - 74 = 26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" y="506577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puluh enam bilangan pada 1 sampai 100 tidak habis dibagi 2, 3, maupun 5. Perhatikan tandanya: plus, minus, plus — persis mengikuti ukuran himpunan bagiannya.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Pencacahan Komplemen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"yang memenuhi" sering jauh lebih sulit daripada menghitung "yang melanggar". Balik pertanyaannya, lalu kurangi dari totalnya.</a:t>
            </a:r>
            <a:endParaRPr lang="en-US" sz="1300" dirty="0"/>
          </a:p>
        </p:txBody>
      </p:sp>
      <p:pic>
        <p:nvPicPr>
          <p:cNvPr id="4" name="Image 0" descr="/tmp/ppt/imgs/c45_14_2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829" y="1993392"/>
            <a:ext cx="382188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kosong menyumbang seluruh n (tanda positif), lalu subset ganjil dikurangi dan subset genap ditambahkan. Menelusuri seluruh subset dengan bitmask adalah cara paling ringkas menulis inklusi-eksklusi.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menelusuri seluruh 2^k subset dalam satu loop.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ditentukan paritas banyaknya bit yang menyala.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kosong wajib ikut — ia yang menyumbang total keseluruhannya.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hanya praktis sampai sekitar k = 20 pembagi.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atas himpunan bagian syarat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dengan Bitmask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bitmask mewakili satu himpunan bagian, dan popcount-nya langsung menentukan tandanya.</a:t>
            </a:r>
            <a:endParaRPr lang="en-US" sz="1300" dirty="0"/>
          </a:p>
        </p:txBody>
      </p:sp>
      <p:pic>
        <p:nvPicPr>
          <p:cNvPr id="4" name="Image 0" descr="/tmp/ppt/imgs/c45_16_2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219" y="1755648"/>
            <a:ext cx="496194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dimulai dari mask = 1, bukan 0. Himpunan bagian kosong tidak punya arti dalam rumus gabungan.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bit menyala sama dengan ukuran himpunan bagiannya. __builtin_popcount menghitungnya dalam satu instruksi.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seluruh isi himpunan bagian dibangun di sini. Bagian inilah yang rawan luber — dibahas di halaman berikutnya.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Ganjil ditambah, genap dikurang. Satu pemeriksaan bit terakhir sudah cukup untuk menentukannya.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O(2^k * k). Untuk k = 20 itu sekitar dua puluh juta operasi — masih aman dalam satu detik.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Luber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akhirnya kecil, tetapi hasil kali di tengah jalan bisa jauh melewati batas int. Kode ini memeriksa tiap nilai antaranya.</a:t>
            </a:r>
            <a:endParaRPr lang="en-US" sz="1300" dirty="0"/>
          </a:p>
        </p:txBody>
      </p:sp>
      <p:pic>
        <p:nvPicPr>
          <p:cNvPr id="4" name="Image 0" descr="/tmp/ppt/imgs/c45_17_2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74" y="1993392"/>
            <a:ext cx="411119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hanya sejuta, tetapi hasil kali sepuluh prima pertama sudah 6,4 miliar. Kalau variabel hasil ditulis int, ia luber diam-diam dan n / hasil menghasilkan angka yang tidak masuk akal.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nilai ANTARA, bukan hanya jawaban akhirnya.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pembagi tumbuh sangat cepat; sepuluh prima sudah lewat int.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hasil kali melebihi n, sumbangannya nol — bisa dipotong lebih awal.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pada int adalah perilaku tak terdefinisi: tidak ada peringatan apa pun.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mana pola ini muncul lagi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Penerapan: Derangement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Derangement adalah contoh paling murni inklusi-eksklusi. Dua cara berbeda di bawah harus memberi angka yang sama persis.</a:t>
            </a:r>
            <a:endParaRPr lang="en-US" sz="1300" dirty="0"/>
          </a:p>
        </p:txBody>
      </p:sp>
      <p:pic>
        <p:nvPicPr>
          <p:cNvPr id="4" name="Image 0" descr="/tmp/ppt/imgs/c45_19_2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669" y="1993392"/>
            <a:ext cx="486620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ke-i adalah "unsur i tetap di tempatnya". Yang diminta adalah kejadian tidak satu pun terjadi — persis bentuk komplemen, dan itulah kenapa rumusnya berselang tanda.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D(n) mendekati n! dibagi e; peluangnya sekitar 0,3679 untuk n besar.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Rekurensnya jauh lebih aman dari luber daripada rumus faktorialnya.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modulo, rekurens juga lebih mudah — tidak perlu invers faktorial.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"tidak ada yang di tempat semula" hampir selalu derangement.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Penerapan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 kedua tersering: menghitung fungsi surjektif — semua kotak wajib terisi. Bentuk rumusnya sama persis.</a:t>
            </a:r>
            <a:endParaRPr lang="en-US" sz="1300" dirty="0"/>
          </a:p>
        </p:txBody>
      </p:sp>
      <p:pic>
        <p:nvPicPr>
          <p:cNvPr id="4" name="Image 0" descr="/tmp/ppt/imgs/c45_20_2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358" y="1993392"/>
            <a:ext cx="391082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ke-k di sini adalah "kotak k kosong". Lima penerapan tersering: derangement, fungsi surjektif, pasangan koprima, bilangan bebas kuadrat, dan menghitung jalur dengan halangan.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Surjektif = semua kotak terisi; komplemennya "ada kotak kosong".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jumlah (-1)^k C(n,k) (n-k)^m.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sama dengan n! dikali bilangan Stirling jenis kedua.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besar, hitung dengan modulo dan pangkat cepat.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saat mengalikan isi himpunan bagian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dua puluh bilangan bisa jauh melampaui long long. Berhenti lebih awal ketika hasilnya sudah melebihi n, atau pakai __int128.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terbalik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ganjil ditambah, ukuran genap dikurang. Membaliknya membuat jawabannya salah tanda dan biasanya menjadi negatif — periksa itu lebih dulu bila hasilnya aneh.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Ikut menghitung himpunan bagian kosong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harus dimulai dari mask = 1. Menyertakan mask = 0 menambahkan n ke jawabannya secara diam-diam.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memilih himpunan A[i]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tersulitnya bukan rumus, melainkan menentukan "A[i] itu himpunan apa". Salah memilih membuat irisannya tidak bisa dihitung dengan mudah.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yang Tidak Habis Dibagi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dan k buah bilangan prima berbeda. Hitung berapa banyak bilangan bulat dari 1 sampai n yang tidak habis dibagi satu pun di antara k bilangan itu.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yang diberikan berbeda-beda</a:t>
            </a:r>
            <a:endParaRPr lang="en-US" sz="1200" dirty="0"/>
          </a:p>
        </p:txBody>
      </p:sp>
      <p:pic>
        <p:nvPicPr>
          <p:cNvPr id="9" name="Image 0" descr="/tmp/ppt/imgs/c45_23_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1268" y="1280160"/>
            <a:ext cx="21283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23: pemeriksaan luber ditaruh SEBELUM perkaliannya, bukan sesudah.</a:t>
            </a:r>
            <a:endParaRPr lang="en-US" sz="1300" dirty="0"/>
          </a:p>
        </p:txBody>
      </p:sp>
      <p:pic>
        <p:nvPicPr>
          <p:cNvPr id="4" name="Image 0" descr="/tmp/ppt/imgs/c45_24_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805" y="1755648"/>
            <a:ext cx="361593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O(2^k * k), sekitar dua puluh juta operasi untuk k = 20. Baris 33 adalah pencacahan komplemen: semua dikurangi gabungannya.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rumusnya langsung; tiga berikutnya butuh memilih himpunan A[i] dengan cermat.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451E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Kombinasi dengan batas atas per jenis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165E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Pasangan dengan AND bernilai nol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Coprime Pairs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I-E atas faktor prima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1188B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dengan syarat modulo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908G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I-E digabung dengan DP digit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tunggal, kurangi pasangan, tambah bertiga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Tandanya berselang menurut ukuran himpunan bagian. Buktinya dari (1 - 1)^k = 0, dan itu berlaku untuk berapa pun 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adalah cara alaminya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himpunan bagian adalah satu mask; popcount menentukan tandanya. O(2^k * k), jadi k maksimal sekitar 20.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adalah jebakan nomor satu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isi himpunan bagian bisa melampaui long long. Berhentilah begitu hasilnya melebihi n — sumbangannya nol.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tersulitnya adalah memilih A[i]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selalu sama. Yang menentukan berhasil atau tidak adalah memilih himpunan yang irisannya mudah dihitung.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