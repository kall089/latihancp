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Catalan, Stirling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Lema Burnside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alat pencacahan yang muncul terus di soal kombinatorika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Kombinatorika · Day 099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menghitung berapa banyak gelang manik-manik yang benar-benar berbeda, padahal gelangnya bisa diputar di pergelangan tangan.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51460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51460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dihitung mentah, satu gelang terhitung berkali-kali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76148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51460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51460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Pencacahan langsung menghitung berulang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13639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313639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sama hanyalah gelang yang bisa diputar jadi satu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38328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313639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313639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susunan seorbit dianggap satu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75818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75818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membandingkan semua pasangan...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400507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75818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75818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sepasang-sepasang terlalu mahal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7997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7997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...hitung berapa gelang yang TIDAK berubah tiap putaran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62686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7997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7997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Cacah pewarnaan yang tetap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00176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00176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Lalu rata-ratakan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24865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500176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500176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Lema Burnside: rata-rata yang tetap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soal berkata "dua susunan dianggap sama bila salah satunya bisa diputar menjadi yang lain", jangan mencoba membandingkan susunan. Hitung yang tidak berubah oleh tiap simetri, lalu rata-ratakan.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alat pencacahan yang muncul terus-menerus, dan tiga tanda pengenal supaya kamu bisa mengenalinya di tengah kontes.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Catalan: 1, 1, 2, 5, 14, 42, 132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Muncul pada kurung seimbang, pohon biner, pemecahan poligon, dan jalur tangga di bawah diagonal. Tanda pengenalnya konvolusi C(i)·C(n-1-i).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Stirling jenis kedua: membagi ke k kelompok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S(n, k) menghitung cara membagi n benda berbeda menjadi tepat k kelompok tak kosong dan tak bernama. Bell(n) menjumlahkan seluruh 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Lema Burnside: menghitung yang dianggap sama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pola berbeda sama dengan rata-rata banyaknya pewarnaan yang tetap oleh tiap operasi simetri.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mudah dicek dengan pencacah polos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punya versi brutal yang lambat tetapi jelas benar untuk n kecil. Selalu tulis pembandingnya.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adalah alat pencacahan, bukan alat optimasi. Kalau soal meminta nilai terbesar atau terkecil, ini bukan tempatnya.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bertanya "ada berapa cara", bukan "berapa yang terbaik"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kasus kecilmu berbentuk 1, 2, 5, 14, 42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menyebut susunan melingkar yang boleh diputar atau dibalik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membagi benda ke dalam kelompok tanpa nama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diminta susunan optimal, bukan cacahnya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Bendanya identik, bukan berbeda — biasanya itu stars and bars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langsung dijawab dengan nCr biasa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pertama selalu sama: hitung jawaban untuk n = 1, 2, 3, 4 dengan tangan. Barisan yang keluar biasanya langsung memberi tahu alat mana yang dipakai.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&amp; nCr (Day 90)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Inklusi-eksklusi (Day 103)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Extended Euclid &amp; invers (Day 92)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Mobius (Day 105)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 &amp; ekspektasi (Day 163)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FFT &amp; konvolusi (Day 246)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Catalan, Stirling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Lema Burnside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alat pencacahan yang paling sering muncul.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 Catalan berbentuk konvolusi — bentuk yang sama persis dipercepat menjadi O(n log n) pada materi FFT di Day 246.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Catalan &amp; Tiga Cara Menghitungnya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Kenapa Rekurensnya Begitu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Stirling Jenis Kedua &amp; Bilangan Bell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Lema Burnside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barisan, puluhan soal yang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Catalan - Tiga Cara yang Sama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Rekurens, rumus tertutup, dan pencacahan langsung. Ketiganya harus memberi angka yang sama — dan programnya membuktikan itu.</a:t>
            </a:r>
            <a:endParaRPr lang="en-US" sz="1300" dirty="0"/>
          </a:p>
        </p:txBody>
      </p:sp>
      <p:pic>
        <p:nvPicPr>
          <p:cNvPr id="4" name="Image 0" descr="/tmp/ppt/imgs/c50_8_3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7289" y="1993392"/>
            <a:ext cx="232696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857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Delapan suku pertamanya 1, 1, 2, 5, 14, 42, 132, 429, 1430. Rekurens dan rumus tertutup sepakat sampai n = 30, dan keduanya sepakat dengan pencacahan langsung barisan kurung sampai n = 10.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719620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09892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Rekurensnya berasal dari memasangkan kurung buka pertama.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230690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120962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tertutup butuh invers modulo — di sinilah Fermat dipakai.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741760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632032"/>
            <a:ext cx="3200400" cy="6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Pencacahan langsung hanya sanggup sampai n = 10, tetapi cukup untuk membuktikan rumusnya benar.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lupa rumusnya saat kontes, rekurens O(n^2) sering sudah cukup.</a:t>
            </a:r>
            <a:endParaRPr lang="en-US" sz="1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Barisan, Banyak Wajah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jawaban soalmu untuk n = 1, 2, 3, 4 ternyata 1, 2, 5, 14 — hampir pasti itu Catalan. Cek dulu sebelum menyusun DP baru.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3200400"/>
                <a:gridCol w="27157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Bentuk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= 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= 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Barisan kurung seimbang panjang 2n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Pohon biner berbeda dengan n simpul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memecah poligon (n+2) sisi jadi segitiga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tangga dari sudut ke sudut tanpa melewati diagonal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memasang tanda kurung pada perkalian n+1 faktor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mana rekurens Catalan datang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Pasangkan Kurung Buka yang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3, kurung buka pertama pasti berpasangan dengan salah satu kurung tutup. Pilihan itulah yang membelah soalnya.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C(i)·C(2-i)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53512" y="2633472"/>
            <a:ext cx="19202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53512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1·2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53512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46904" y="263347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46904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1·1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46904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0296" y="263347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0296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2·1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40296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A ) B      dengan A berisi i pasang dan B berisi (n-1-i) pasang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di dalam kurung dan sisa di kanannya saling bebas, jadi banyaknya dikalikan. Menjumlahkan seluruh pilihan i memberi C(3) = 2 + 1 + 2 = 5.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Jumlahkan Seluruh Pilihan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pilihan pasangan menghasilkan satu suku. Jumlah seluruh suku adalah nilai Catalan berikutnya.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C(n)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92424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9242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9242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37176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3717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3717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81928" y="2395728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26680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2668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71432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7143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C(3) = C(0)C(2) + C(1)C(1) + C(2)C(0) = 2 + 1 + 2 = 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bentuknya: dua indeks yang selalu berjumlah n-1, satu naik dan satu turun. Bentuk seperti ini disebut konvolusi, dan itulah tanda pengenal Catalan di soal apa pun.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Cocokkan dengan Pencacahan Tangan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3 memang ada lima barisan kurung seimbang. Ditulis semua, tidak ada yang keenam.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((()))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9624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9624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(()())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9624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0136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0136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(())()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0136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70648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70648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()(())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470648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81160" y="2395728"/>
            <a:ext cx="17373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81160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()()()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seluruhnya lima, cocok dengan C(3) = 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Kebiasaan ini yang menyelamatkan di kontes: sebelum percaya pada rumus, tulis kasus n = 3 atau n = 4 dengan tangan. Sepuluh detik itu memisahkan jawaban benar dari WA yang sulit dilacak.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Stirling &amp; Burnside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ke dalam kelompok, dan menghitung yang dianggap sama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Stirling Jenis Kedua &amp; Bilangan Bell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cara membagi n benda berbeda menjadi tepat k kelompok tak bernama? Itulah S(n, k), dan rekurensnya hanya dua kemungkinan.</a:t>
            </a:r>
            <a:endParaRPr lang="en-US" sz="1300" dirty="0"/>
          </a:p>
        </p:txBody>
      </p:sp>
      <p:pic>
        <p:nvPicPr>
          <p:cNvPr id="4" name="Image 0" descr="/tmp/ppt/imgs/c50_15_3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7137" y="1993392"/>
            <a:ext cx="250727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S(5, k) untuk k = 0..5 adalah 0, 1, 15, 25, 10, 1. Bilangan Bell 1, 1, 2, 5, 15, 52, 203, 877, 4140. Keduanya dicocokkan dengan pencacahan langsung sampai n = 8: nol perbedaan.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Benda ke-n hanya punya dua nasib: ikut kelompok lama, atau buka baru.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 k pada suku pertama adalah banyaknya kelompok yang bisa dimasuki.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Bell(n) menjumlahkan S(n, k) atas seluruh k.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Kelompoknya TIDAK bernama — kalau bernama, jawabannya k! · S(n, k).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Lema Burnside - Menghitung yang Dianggap Sama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dua susunan dianggap sama ketika salah satunya bisa diputar menjadi yang lain, mencacah langsung akan menghitung berulang. Burnside memperbaikinya.</a:t>
            </a:r>
            <a:endParaRPr lang="en-US" sz="1300" dirty="0"/>
          </a:p>
        </p:txBody>
      </p:sp>
      <p:pic>
        <p:nvPicPr>
          <p:cNvPr id="4" name="Image 0" descr="/tmp/ppt/imgs/c50_16_3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1865" y="1993392"/>
            <a:ext cx="229781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876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Kalung 6 manik 2 warna: 14 pola. Kalung 8 manik 3 warna: 834. Kalung 12 manik 2 warna: 352. Seluruh nilai untuk n sampai 8 dan k sampai 3 dicocokkan dengan pencacahan langsung — nol perbedaan.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45552" y="3738306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28578"/>
            <a:ext cx="3200400" cy="46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dirata-rata adalah banyaknya pewarnaan yang TETAP oleh tiap simetri.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45552" y="4258719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148991"/>
            <a:ext cx="3200400" cy="46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sejauh r memecah manik menjadi gcd(n, r) siklus.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845552" y="4779131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669403"/>
            <a:ext cx="3200400" cy="46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Tiap siklus wajib satu warna, jadi sumbangannya k pangkat gcd(n, r).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45552" y="5299544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189816"/>
            <a:ext cx="3200400" cy="46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besar, kelompokkan per pembagi: ada phi(n/d) putaran yang memberi d siklus.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berikut sangat sering terjadi justru karena rumusnya terlihat sederhana.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dengan n atau n! di dunia modular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tidak ada di aritmetika modulo. Kalikan dengan inversnya. Kalau modulusnya bukan prima, invers itu belum tentu ada.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Menganggap kelompok Stirling itu bernama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S(n, k) menghitung kelompok tak bernama. Kalau soalnya menyebut "kotak 1, kotak 2, ...", jawabannya k! · S(n, k), bukan S(n, k).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putaran nol pada Burnside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sejauh 0 adalah identitas dan menyumbang k^n, suku terbesar. Melewatkannya membuat jawabannya jauh lebih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phi berulang kali di dalam loop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10^9 dengan banyak pertanyaan, hitung phi sekali per pembagi. Kalau tidak, waktunya habis di situ.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Kalung yang Boleh Diputar dan Dibalik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kalung terdiri dari n manik yang disusun melingkar, setiap manik diwarnai dengan salah satu dari k warna. Dua kalung dianggap sama bila salah satunya bisa diputar dan atau dibalik menjadi yang lain. Hitung banyaknya kalung yang berbeda, modulo 10^9 + 7.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modulo 10^9 + 7</a:t>
            </a:r>
            <a:endParaRPr lang="en-US" sz="1200" dirty="0"/>
          </a:p>
        </p:txBody>
      </p:sp>
      <p:pic>
        <p:nvPicPr>
          <p:cNvPr id="9" name="Image 0" descr="/tmp/ppt/imgs/c50_19_3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935" y="1280160"/>
            <a:ext cx="332700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- Kalung yang Boleh Dibalik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sampai 10^9, putarannya tidak bisa dijelajahi satu per satu. Kelompokkan per pembagi, lalu tambahkan sumbangan pencerminan.</a:t>
            </a:r>
            <a:endParaRPr lang="en-US" sz="1300" dirty="0"/>
          </a:p>
        </p:txBody>
      </p:sp>
      <p:pic>
        <p:nvPicPr>
          <p:cNvPr id="4" name="Image 0" descr="/tmp/ppt/imgs/c50_20_3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741" y="1993392"/>
            <a:ext cx="221806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6 dan k = 2 jawabannya 13, satu lebih sedikit daripada 14 pada kasus hanya-diputar. Seluruh n sampai 8 dan k sampai 3 dicocokkan dengan pencacahan langsung, nol perbedaan. n = 10^9 dengan k = 2 selesai seketika.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 n dicari dalam O(akar n), jadi hanya sekitar 31 ribu langkah.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phi dihitung per pembagi, juga dengan faktorisasi percobaan.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Pencerminan dipisah menurut paritas n — dua rumus yang berbeda.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dengan 2n dikerjakan sebagai perkalian dengan inversnya.</a:t>
            </a:r>
            <a:endParaRPr lang="en-US" sz="10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yang pertama melatih Catalan, dua berikutnya Stirling, dan yang terakhir Burnside pada bentuk yang tidak langsung terlihat.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Bracket Sequences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Catalan langsung dengan modulo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Bracket Sequences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Catalan dengan awalan yang sudah tetap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UVa 10294 Arif in Dhaka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Burnside untuk kalung dan gelang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932E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Stirling jenis kedua pada jumlah pangkat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UVa 10601 Cubes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Burnside pada dua puluh empat simetri kubus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1, 2, 5, 14, 42 di kepala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jawaban kasus kecilmu berbentuk barisan itu, kamu sedang mengerjakan soal Catalan. Berhenti menyusun DP baru dan pakai rumusnya.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Stirling menjawab "berapa cara membagi ke k kelompok"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Rekurensnya hanya dua kemungkinan: benda baru ikut kelompok lama, atau membuka kelompok sendiri. Perhatikan apakah kelompoknya bernama.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Burnside merata-ratakan yang tetap, bukan yang berubah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tiap operasi simetri, hitung berapa pewarnaan yang tidak berubah olehnya. Rata-ratanya adalah jawabannya, dan selalu bilangan bulat.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punya pembanding polos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 alat ini mudah salah tulis dan sulit dilacak. Menulis pencacah brutal untuk n kecil butuh lima menit dan menyelamatkan satu jam.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2026-09-11T16:59:30Z</dcterms:created>
  <dcterms:modified xsi:type="dcterms:W3CDTF">2026-09-11T16:59:30Z</dcterms:modified>
</cp:coreProperties>
</file>