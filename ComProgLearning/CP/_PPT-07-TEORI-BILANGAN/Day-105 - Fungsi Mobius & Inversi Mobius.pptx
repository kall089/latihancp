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Mobius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Inversi Mobius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syarat gcd yang sulit menjadi syarat kelipatan yang mudah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Teori Bilangan · Day 105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menghitung siswa yang tidak ikut klub apa pun: hitung semua, kurangi tiap klub, lalu kembalikan yang terkurang dua 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51460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51460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semuanya dulu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76148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51460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51460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Suku pertama: seluruh pasangan, floor(n/1)^2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313639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Kurangi anggota tiap klub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38328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13639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313639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Kurangi pasangan ber-gcd kelipatan 2, 3, 5, ...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75818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75818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ikut dua klub terkurang dua kali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400507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75818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75818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kelipatan 6 terkurang di 2 dan di 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7997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7997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Kembalikan yang kelebihan dikurangi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62686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7997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7997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lagi untuk d = 6, dan seterusnya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00176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00176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plus-minusnya mengikuti pola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24865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500176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500176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Itulah persis nilai mu(d)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Mobius adalah inklusi-eksklusi yang tandanya sudah dihitungkan untukmu. mu(d) hanya menyimpan "suku ini ditambah, dikurangi, atau dilewati".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Mobius bernilai 1, -1, atau 0 saja. Satu sifatnya membuat syarat gcd yang sulit berubah menjadi syarat kelipatan yang mudah dihitung.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Nilainya ditentukan faktor primanya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Nol bila ada prima berpangkat dua atau lebih. Selain itu tandanya mengikuti paritas banyaknya faktor prima berbeda.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Sifatnya adalah sebuah saklar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mu atas seluruh pembagi n bernilai 1 tepat saat n = 1, dan 0 selainnya. Saklar itulah yang menggantikan syarat gcd = 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ditukar adalah urutan penjumlahan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menjelajah pasangan lalu pembagi, jelajahi pembagi lalu pasangan. Hasilnya jumlah mu(d) dikali floor(n/d) kuadrat.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Inversi Mobius membalik penjumlahan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yang mudah dihitung adalah "gcd kelipatan d" tetapi yang ditanya "gcd tepat d", inversi memberikan jalan baliknya.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di pernyataan soal hampir selalu sama, dan begitu muncul dengan n besar, Mobius adalah tebakan pertama.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syarat gcd sama dengan 1, atau koprima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syarat gcd sama dengan k untuk k yang berubah-ubah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banyaknya bilangan bebas kuadrat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pertanyaan dengan nilai n yang berbeda-beda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nilai dengan n kecil — pakai gcd langsung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phi untuk satu bilangan saja — faktorisasi biasa cukup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syarat gcd atau kelipatan sama sekali di soalnya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menulis saringan, cetak mu(1) sampai mu(10) dan cocokkan dengan 1, -1, -1, 0, -1, 1, -1, 0, 0, 1. Sepuluh detik ini menghemat berjam-jam mencari kesalahan.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Sieve, faktorisasi &amp; GCD (Day 88)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Inklusi-eksklusi (Day 103)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90)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Linear XOR (Day 111)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Exponentiation (Day 108)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&amp; polinomial (Day 246)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Mobius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Inversi Mobius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syarat gcd menjadi syarat kelipatan.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Mobius terlihat menakutkan karena namanya, padahal isinya inklusi-eksklusi yang sudah kamu kenal — hanya dengan tanda yang dihitungkan otomatis.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Fungsi Mobius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Sifatnya Menyelesaikan Soal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Menghitung Pasangan Koprima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Menyaring mu dengan Linear Sieve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Inversi Mobius &amp; Pola Pemakaiannya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nilai saja: 1, -1, dan 0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Fungsi Mobius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Definisinya bisa ditulis jadi satu fungsi pendek. Jalankan dan bandingkan dengan angka yang ada di teori.</a:t>
            </a:r>
            <a:endParaRPr lang="en-US" sz="1300" dirty="0"/>
          </a:p>
        </p:txBody>
      </p:sp>
      <p:pic>
        <p:nvPicPr>
          <p:cNvPr id="4" name="Image 0" descr="/tmp/ppt/imgs/c46_8_3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06" y="1755648"/>
            <a:ext cx="547653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mu(4), mu(8), mu(9) dan mu(12) semuanya nol — keempatnya punya faktor prima berpangkat dua. Selebihnya tandanya hanya bergantung pada ganjil-genapnya banyak faktor prima.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9 adalah pemeriksaan faktor kuadrat: langsung mengembalikan nol.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12 menangani sisa faktor prima yang lebih besar dari akar 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banyak nilai sekaligus, pakai saringan — bukan fungsi ini per bilangan.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mu(1) = 1 karena nol faktor prima adalah bilangan genap.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Sifatnya Menyelesaikan Soal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sifat inilah yang membuat mu berguna: jumlah mu atas seluruh pembagi n bernilai 1 tepat saat n = 1. Kode ini memeriksanya.</a:t>
            </a:r>
            <a:endParaRPr lang="en-US" sz="1300" dirty="0"/>
          </a:p>
        </p:txBody>
      </p:sp>
      <p:pic>
        <p:nvPicPr>
          <p:cNvPr id="4" name="Image 0" descr="/tmp/ppt/imgs/c46_9_3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387" y="1993392"/>
            <a:ext cx="594077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Bernilai 1 hanya untuk n = 1 dan 0 untuk yang lain — itulah "saklar" yang menggantikan syarat gcd sama dengan 1. Saringan di baris 9 sekaligus MENDEFINISIKAN mu dari sifat ini.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ini menjadi penanda gcd = 1 tanpa perlu menghitung gcd.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Saringan pembagi menghitung mu dalam O(n log n) — cukup untuk n sejuta.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Sekali sifat ini dipahami, seluruh rumus Mobius jadi masuk akal.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mu[1] = 1 harus diisi manual sebelum saringan berjalan.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pasangan koprima untuk n = 6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Nilai mu untuk d = 1 sampai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mu satu per satu dari definisinya. Perhatikan d = 4: ada faktor kuadrat, jadi nilainya nol.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mu(d)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04872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04872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95344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95344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95344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85816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85816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8581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76288" y="2395728"/>
            <a:ext cx="141732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66760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57232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57232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57232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= 2^2  -&gt;  mu(4) = 0      6 = 2 x 3, dua prima berbeda  -&gt;  mu(6) = 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tiga nilai yang mungkin. Begitu sebuah prima muncul dua kali, nilainya langsung nol dan suku itu hilang dari penjumlahan.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Sumbangan Tiap Pembagi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Kalikan mu(d) dengan floor(6/d) kuadrat. Suku d = 4 hilang karena mu-nya nol.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sumbangan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04872" y="2395728"/>
            <a:ext cx="141732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04872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95344" y="2395728"/>
            <a:ext cx="14173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95344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-9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95344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85816" y="2395728"/>
            <a:ext cx="14173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85816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8581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76288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66760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57232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57232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57232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floor(6/1)=6  floor(6/2)=3  floor(6/3)=2  floor(6/4)=1  floor(6/5)=1  floor(6/6)=1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Suku pertama menghitung SELURUH pasangan. Suku-suku negatif membuang pasangan yang gcd-nya kelipatan 2, 3, dan 5. Suku terakhir mengembalikan yang terbuang dua kali.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Jumlahkan, Lalu Cocokkan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seluruh sumbangan adalah 23. Dicek dengan mencacah manual, memang ada 23 pasangan koprima.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berjalan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04872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04872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95344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95344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95344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85816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85816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8581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76288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66760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57232" y="2395728"/>
            <a:ext cx="141732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57232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57232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36 - 9 = 27      27 - 4 = 23      + 0 = 23      - 1 = 22      + 1 = 23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inklusi-eksklusi terlihat jelas di sini: kurangi, kurangi, lalu kembalikan. Itulah yang dilakukan tanda mu secara otomatis, tanpa perlu kamu atur sendiri.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Alat &amp; Rumus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Menyaring mu dan membalik penjumlahan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Menyaring mu dengan Linear Sieve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kali saringan O(N) memberi mu untuk seluruh bilangan sampai sejuta. Perhatikan baris penentu tandanya.</a:t>
            </a:r>
            <a:endParaRPr lang="en-US" sz="1300" dirty="0"/>
          </a:p>
        </p:txBody>
      </p:sp>
      <p:pic>
        <p:nvPicPr>
          <p:cNvPr id="4" name="Image 0" descr="/tmp/ppt/imgs/c46_15_3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397" y="1993392"/>
            <a:ext cx="3228749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mu[i * p] adalah seluruh isi algoritmanya: nol bila p sudah membagi i, selain itu tanda berbalik karena faktor primanya bertambah satu.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mu[1] = 1 harus ditulis manual — saringan tidak mengisinya.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lp[i] menyimpan faktor prima terkecil dari 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Kondisi p == lp[i] mendeteksi munculnya faktor kuadrat.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sekali di awal main(), bukan di setiap kasus uji.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Inversi Mobius &amp; Pola Pemakaiannya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praktis yang jarang salah: hitung "gcd kelipatan d" yang mudah, lalu kurangi dari d terbesar ke terkecil untuk mendapat "gcd tepat d".</a:t>
            </a:r>
            <a:endParaRPr lang="en-US" sz="1300" dirty="0"/>
          </a:p>
        </p:txBody>
      </p:sp>
      <p:pic>
        <p:nvPicPr>
          <p:cNvPr id="4" name="Image 0" descr="/tmp/ppt/imgs/c46_16_3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996" y="1993392"/>
            <a:ext cx="416155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di baris 13 adalah syarat kebenaran: f[d] membutuhkan f di kelipatannya, jadi kelipatan yang lebih besar harus sudah selesai. Terbalik sedikit saja, seluruh jawabannya salah.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F(d) mudah: cukup floor(n/d) dikuadratkan.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f(d) diperoleh dengan mengurangkan f di seluruh kelipatan 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ini O(n log n) dan jauh lebih sulit disalahtulis daripada rumus mu.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f(1) harus sama persis dengan pencacahan pasangan koprima.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Memakai Mobius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sendiri biayanya: menghitung gcd untuk seluruh pasangan melawan menyaring mu sekali lalu menjumlah. Angkanya yang memutuskan.</a:t>
            </a:r>
            <a:endParaRPr lang="en-US" sz="1300" dirty="0"/>
          </a:p>
        </p:txBody>
      </p:sp>
      <p:pic>
        <p:nvPicPr>
          <p:cNvPr id="4" name="Image 0" descr="/tmp/ppt/imgs/c46_17_3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888" y="1993392"/>
            <a:ext cx="385976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identik, tetapi jumlah operasinya berbeda ratusan kali lipat — dan selisih itu makin lebar seiring n membesar. Untuk n = 10^6, cara langsung sudah mustahil sedangkan Mobius masih ringan.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langsung O(n^2 log n); Mobius O(n log n) setelah disaring.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Saringannya cukup dijalankan SEKALI walau ada banyak pertanyaan.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satu nilai n kecil, cara langsung malah lebih cepat ditulis.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n sampai 10^12, gabungkan Mobius dengan pembagian blok.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kesalahan terbesar: lupa mengisi mu[1] dan mengalikan di dalam int. Keduanya tidak menimbulkan pesan apa pun — hanya jawaban yang salah.</a:t>
            </a:r>
            <a:endParaRPr lang="en-US" sz="1300" dirty="0"/>
          </a:p>
        </p:txBody>
      </p:sp>
      <p:pic>
        <p:nvPicPr>
          <p:cNvPr id="4" name="Image 0" descr="/tmp/ppt/imgs/c46_18_3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740" y="1993392"/>
            <a:ext cx="399006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mu[1] = 1 seluruh saringan menghasilkan nol, dan jawabannya nol juga — tanpa satu pun peringatan. Sementara floor(n/1) dikuadratkan sudah 10^10, jauh melewati batas int.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Saringan tidak mengisi mu[1] sendiri; tulis manual sebelum loop.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floor(n/d) dikuadratkan wajib long long, bukan int.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menyaring, cetak mu(1..10) dan cocokkan: 1,-1,-1,0,-1,1,-1,0,0,1.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bisa negatif sebelum modulo — tulis ((x % M) + M) % M.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Pasangan Koprima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bilangan bulat n. Hitung banyaknya pasangan terurut (i, j) dengan 1 &lt;= i &lt;= n dan 1 &lt;= j &lt;= n sehingga gcd(i, j) sama dengan 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memori 256 MB</a:t>
            </a:r>
            <a:endParaRPr lang="en-US" sz="1200" dirty="0"/>
          </a:p>
        </p:txBody>
      </p:sp>
      <p:pic>
        <p:nvPicPr>
          <p:cNvPr id="9" name="Image 0" descr="/tmp/ppt/imgs/c46_20_3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6077" y="1280160"/>
            <a:ext cx="21987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11 dan baris 38: dua tempat yang paling sering salah pada soal Mobius mana pun.</a:t>
            </a:r>
            <a:endParaRPr lang="en-US" sz="1300" dirty="0"/>
          </a:p>
        </p:txBody>
      </p:sp>
      <p:pic>
        <p:nvPicPr>
          <p:cNvPr id="4" name="Image 0" descr="/tmp/ppt/imgs/c46_21_3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1856" y="1755648"/>
            <a:ext cx="265783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6 keluarannya 23 dan untuk n = 10 keluarannya 63 — keduanya cocok dengan pencacahan manual. Selalu cek dengan dua nilai kecil sebelum submit.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Saringan dijalankan sekali di awal, bukan per kasus uji.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dideklarasikan long long sebelum dikuadratkan.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Suku negatif adalah hal wajar, bukan tanda ada kesalahan.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menyaring lalu O(n) menjumlah.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berurutan: dua yang pertama melatih rumusnya, tiga sisanya melatih menemukan bentuk gcd di balik soal.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PGCD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Pasangan prima gcd, penerapan langsung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439E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Inversi atas kelipatan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900D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barisan ber-gcd tepat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Counting Coprime Pairs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Persis soal ini, versi resminya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1017F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Mobius digabung dengan pembagian blok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Mobius adalah saklar untuk syarat gcd =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mu atas seluruh pembagi n bernilai 1 tepat saat n = 1, dan 0 selainnya. Sifat itulah yang dipakai, bukan definisinya.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ditukar adalah syarat gcd menjadi syarat kelipatan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gcd sulit dihitung; syarat kelipatan langsung memberi floor(n/d). Seluruh materi ini hanya pertukaran itu.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rumusnya membingungkan, kurangi dari belakang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F(d) untuk semua d, lalu f(d) = F(d) dikurangi jumlah f di kelipatannya, dari d terbesar ke terkecil. Hasilnya sama.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sumber WA terbanyak: mu[1] dan long long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Saringan tidak mengisi mu[1], dan floor(n/d) kuadrat mencapai 10^12. Periksa keduanya sebelum mencari kesalahan lain.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2026-09-05T08:51:32Z</dcterms:created>
  <dcterms:modified xsi:type="dcterms:W3CDTF">2026-09-05T08:51:32Z</dcterms:modified>
</cp:coreProperties>
</file>