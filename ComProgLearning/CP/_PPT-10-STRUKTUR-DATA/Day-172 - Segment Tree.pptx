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query rentang yang paling luwes — min, max, gcd, apa pun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memecah rentang menjadi potongan siap pakai.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pulau dibagi dua, tiap bagian dibagi dua lagi, terus sampai satu desa. Setiap kotak peta mencatat ringkasan wilayahnya.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biner: akar mencakup seluruh array, anaknya membagi rentang tepat menjadi dua.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data wilayah tertentu, kamu turun dari peta besar. Kalau sebuah kotak SELURUHNYA di dalam wilayah yang ditanya, langsung pakai ringkasannya.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"termuat penuh": kembalikan nilai simpul tanpa turun lebih jauh. Inilah yang membuatnya O(log n).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kotaknya sama sekali di luar wilayah, lewati. Kalau hanya sebagian, turun ke dua anaknya.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kasus: di luar (kembalikan netral), termuat penuh (pakai langsung), beririsan sebagian (turun).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sensus yang cuma bisa menjumlah, di sini ringkasannya boleh apa saja: gunung tertinggi, suhu terendah, atau FPB.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menggabungkan, bukan mengurangi. Karena itu min, max, dan gcd pun bisa.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 hanya dua tempat: cara menggabungkan dua anak, dan nilai netral saat tidak beririsan.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menjawab query rentang untuk operasi apa pun yang asosiatif — minimum, maksimum, gcd, jumlah — sambil tetap mengizinkan update.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menggabungkan, bukan mengurangi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Fenwick yang menghitung selisih dua prefix, segment tree memilih beberapa potongan yang tepat menutupi rentang lalu menggabungkannya. Karena itu operasi tanpa kebalikan pun bisa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biner yang disimpan dalam array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berindeks 1, anak kiri simpul v berindeks 2v, anak kanan 2v+1. Tidak ada pointer sama sekali. Ukuran arraynya 4n.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setiap simpul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 rentang sepenuhnya (kembalikan netral), termuat sepenuhnya (pakai langsung), atau beririsan sebagian (turun ke dua anak). Tidak ada kemungkinan keempat.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 hanya dua tempat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dua anak, dan nilai netral saat tidak beririsan. Sisanya sama persis untuk minimum, maksimum, gcd, atau apa pun.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operasinya penjumlahan saja, Fenwick lebih pendek. Segment tree dipilih ketika keluwesannya benar-benar dibutuhkan.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minimum, maksimum, gcd, atau gabungan yang tidak punya kebalikan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perlu menyimpan beberapa nilai sekaligus, misalnya max subarray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update rentang dengan lazy propagation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descent: mencari posisi pertama yang memenuhi syarat, dalam O(log 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 biasa dengan update titik — Fenwick jauh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tidak pernah berubah dan operasinya min atau max — sparse table O(1) per query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tidak asosiatif; segment tree tidak bisa dipakai sama sekali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Alokasikan 4n, bukan 2n. Untuk n yang bukan pangkat dua, indeks simpul bisa melewati 2n dan menyebabkan akses di luar array.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(Day 176)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Descent (Day 175)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untuk operasi apa pun yang asosiatif, dengan update.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adalah struktur data serba guna yang paling sering muncul di kontes tingkat menengah. Menguasainya membuka seluruh rangkaian Day 172 sampai 182.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Fenwick Tidak Cukup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Pohon &amp; Penyimpanan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Query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Segment 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yang tidak bisa dilewati Fenwick 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Fenwick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hanya bekerja untuk operasi yang bisa dibatalkan. Untuk maksimum rentang sembarang, ia gagal — segment tree tidak.</a:t>
            </a:r>
            <a:endParaRPr lang="en-US" sz="1300" dirty="0"/>
          </a:p>
        </p:txBody>
      </p:sp>
      <p:pic>
        <p:nvPicPr>
          <p:cNvPr id="4" name="Image 0" descr="/tmp/ppt/imgs/c86_8_5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261" y="1993392"/>
            <a:ext cx="327502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menjawab awalan lalu mengurangkan; maksimum tidak bisa dikurangkan. Segment tree menggabungkan potongan secara langsung, jadi operasi apa pun yang asosiatif bisa dipakai.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butuh operasi berkebalikan: jumlah bisa, maksimum tidak.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hanya butuh operasi ASOSIATIF, jauh lebih longgar.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kunci: keluar total, tercakup penuh, atau bagi dua.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netralnya harus benar: INT_MIN untuk maksimum, 0 untuk jumlah.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dan Cara Penyimpanan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disimpan sebagai array biasa: anak simpul v ada di 2v dan 2v+1. Kode ini mencetak isi tiap simpul beserta rentangnya.</a:t>
            </a:r>
            <a:endParaRPr lang="en-US" sz="1300" dirty="0"/>
          </a:p>
        </p:txBody>
      </p:sp>
      <p:pic>
        <p:nvPicPr>
          <p:cNvPr id="4" name="Image 0" descr="/tmp/ppt/imgs/c86_9_5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087" y="1993392"/>
            <a:ext cx="447337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selalu simpul 1, bukan 0 — supaya rumus 2v dan 2v+1 bekerja. Ukuran 4n dipakai karena pohonnya belum tentu penuh; 2n saja bisa kurang untuk n yang bukan pangkat dua.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di indeks 1; anak kiri 2v, anak kanan 2v+1.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Alokasikan 4n, bukan 2n — n yang bukan pangkat dua butuh lebih.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menyimpan satu unsur, simpul dalam menyimpan gabungan anaknya.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pointer sama sekali; seluruhnya satu array.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Pohonnya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bertanggung jawab atas satu rentang. Anak kiri dan kanan membagi rentang itu tepat menjadi dua.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204825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204825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305409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305409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015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435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435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867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867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9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99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731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731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542239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55138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akar = [1..8]      anak kiri simpul v = 2v      anak kanan = 2v + 1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8613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tidak digambar agar tidak penuh. Setiap daun mewakili satu elemen array. Tinggi pohonnya sekitar log n, sehingga setiap operasi hanya menyentuh log n tingkat.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yang menentukan segalanya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kecerdikan segment tree ada pada tiga cabang di fungsi ini. Hafalkan ketiganya.</a:t>
            </a:r>
            <a:endParaRPr lang="en-US" sz="1300" dirty="0"/>
          </a:p>
        </p:txBody>
      </p:sp>
      <p:pic>
        <p:nvPicPr>
          <p:cNvPr id="4" name="Image 0" descr="/tmp/ppt/imgs/c86_12_5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52" y="1755648"/>
            <a:ext cx="503068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1 — simpul ini sama sekali di luar rentang yang diminta. Kembalikan elemen netral, yaitu nilai yang tidak mengubah hasil saat digabungkan.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2 — simpul ini seluruhnya termuat di dalam rentang. Nilainya sudah siap pakai, jadi kembalikan langsung tanpa turun lebih jauh. Inilah yang membuatnya O(log n).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3 — beririsan sebagian. Turun ke kedua anak dan gabungkan hasilnya.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pemeriksaan penting: kasus 1 harus diperiksa lebih dulu. Membalik urutannya membuat simpul di luar rentang ikut terpakai.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netral berbeda untuk setiap operasi. Untuk jumlah nilainya nol; untuk minimum nilainya tak hingga positif. Salah memilih di sini adalah bug yang sulit dilihat.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jumlah pada rentang [3..6]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Mulai dari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mencakup [1..8], sedangkan yang diminta [3..6]. Irisannya sebagian, jadi turun ke kedua anak.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1810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60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15184" y="281635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151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281635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15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435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435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867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867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99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99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731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731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[1..8] beririsan sebagian dengan [3..6]  -&gt;  KASUS 3, turun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selalu dimulai dari akar. Pada setiap simpul, satu dari tiga kasus dipilih dan tidak pernah ada keraguan.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Kedua Anak Juga Sebagian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Baik [1..4] maupun [5..8] hanya beririsan sebagian dengan [3..6], sehingga keduanya juga harus turun.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1810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281635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666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281635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15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666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435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435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867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867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99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31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731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[1..4] dan [5..8] keduanya KASUS 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pada setiap tingkat, paling banyak dua simpul yang berstatus sebagian. Sifat inilah yang menjamin query tetap O(log n).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Menemukan Potongan yang Pas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[3..4] dan [5..6] seluruhnya termuat di dalam [3..6]. Keduanya langsung dipakai tanpa turun lebih jauh.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204825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204825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305409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305409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015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435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435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86784" y="4059936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867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9984" y="4059936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731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731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" y="542239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5138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t[[3..4]] + t[[5..6]]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8613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[1..2] dan [7..8] sama sekali di luar sehingga mengembalikan nol. Hanya dua simpul yang benar-benar menyumbang, dan keduanya ditemukan dalam tiga tingkat penurunan.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sisanya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turun sampai daun, lalu menggabungkan hasilnya saat kembali naik. Totalnya O(n) karena setiap simpul dikunjungi sekali.</a:t>
            </a:r>
            <a:endParaRPr lang="en-US" sz="1300" dirty="0"/>
          </a:p>
        </p:txBody>
      </p:sp>
      <p:pic>
        <p:nvPicPr>
          <p:cNvPr id="4" name="Image 0" descr="/tmp/ppt/imgs/c86_18_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778" y="1993392"/>
            <a:ext cx="4395989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"turun sampai daun, lalu gabungkan saat naik" adalah bentuk yang sama persis dengan DP pada pohon. Bila salah satu sudah kamu pahami, yang lain terasa akrab.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ke daun yang benar, ubah nilainya, lalu perbaiki seluruh leluhurnya saat rekursi kembali naik.</a:t>
            </a:r>
            <a:endParaRPr lang="en-US" sz="1300" dirty="0"/>
          </a:p>
        </p:txBody>
      </p:sp>
      <p:pic>
        <p:nvPicPr>
          <p:cNvPr id="4" name="Image 0" descr="/tmp/ppt/imgs/c86_19_6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451" y="1755648"/>
            <a:ext cx="552064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jalur dari akar ke daun yang berubah, yaitu sekitar log n simpul. Simpul lain tidak tersentuh sama sekali.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mengubah segment tree jumlah menjadi minimum, hanya dua tempat yang perlu diubah.</a:t>
            </a:r>
            <a:endParaRPr lang="en-US" sz="1300" dirty="0"/>
          </a:p>
        </p:txBody>
      </p:sp>
      <p:pic>
        <p:nvPicPr>
          <p:cNvPr id="4" name="Image 0" descr="/tmp/ppt/imgs/c86_20_6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262" y="1755648"/>
            <a:ext cx="500501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yang lebih rumit, setiap simpul boleh menyimpan struct. Contoh paling terkenal adalah maximum subarray pada rentang, yang menyimpan empat nilai per simpul.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pendek untuk kasus sederhana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Iteratif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butuh update titik dan query rentang, versi ini lebih pendek, lebih cepat, dan hemat memori (2n, bukan 4n).</a:t>
            </a:r>
            <a:endParaRPr lang="en-US" sz="1300" dirty="0"/>
          </a:p>
        </p:txBody>
      </p:sp>
      <p:pic>
        <p:nvPicPr>
          <p:cNvPr id="4" name="Image 0" descr="/tmp/ppt/imgs/c86_22_6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002" y="1993392"/>
            <a:ext cx="366554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rentangnya EKSKLUSIF di kanan: query(l, r) menjawab [l, r). Versi iteratif tidak bisa dipakai untuk lazy propagation, jadi tetap kuasai versi rekursifnya.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pilih berdasarkan apa yang dibutuhkan soal, bukan mana yang lebih keren.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 titik, query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Iteratif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pendek dan paling cepat.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 dengan lazy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Lazy propagation menuntut struktur rekursif.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Gabungan berupa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mudah dibaca dan lebih sedikit salah.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(cari elemen ke-k)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Penurunan bersyarat lebih alami ditulis rekursif.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sangat besar, memori ketat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Iteratif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2n, bukan 4n.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kurang dari 4n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yang bukan pangkat dua, indeks simpul bisa melewati 2n. Selalu alokasikan 4n; kelebihannya sangat murah dibanding risiko akses di luar array.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netral yang salah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minimum, kembalikan tak hingga positif, bukan nol. Mengembalikan nol membuat setiap query minimum menjawab nol.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tiga kasus terbalik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"tidak beririsan" harus diperiksa paling awal. Bila kasus "termuat penuh" diperiksa lebih dulu, hasilnya benar tetapi bisa juga salah pada batas tertentu.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memperbaiki ke atas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update, baris t[v] = gabung(anak kiri, anak kanan) wajib dijalankan saat rekursi kembali naik. Tanpa itu, hanya daunnya yang berubah.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pada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q perintah. Perintah tipe 1 mengubah a[i] menjadi x. Perintah tipe 2 menanyakan nilai terkecil pada a[l] sampai a[r]. Jawab setiap perintah tipe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6_26_6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640" y="1280160"/>
            <a:ext cx="29815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elemen netral INF pada query, dan baris min yang muncul di tiga tempat: build, update, dan query.</a:t>
            </a:r>
            <a:endParaRPr lang="en-US" sz="1300" dirty="0"/>
          </a:p>
        </p:txBody>
      </p:sp>
      <p:pic>
        <p:nvPicPr>
          <p:cNvPr id="4" name="Image 0" descr="/tmp/ppt/imgs/c86_27_6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2219" y="1993392"/>
            <a:ext cx="245710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n), sekitar 7 x 10^6 operasi pada batas terbesar. Jangan lupa mematikan sinkronisasi cin karena jumlah perintahnya besar.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segment tree langsung; dua berikutnya menuntut gabungan yang lebih rumit.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Minimum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 minimum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Sum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 jumlah, bandingkan dengan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Hotel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pada segment tree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52C / GSS1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 subarray pada rentang, simpul berupa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Pintu masuk ke lazy propagation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menggabungkan, tidak mengurangi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ia bisa dipakai untuk min, max, dan gcd yang tidak punya kebalikan. Syaratnya hanya operasinya asosiatif.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query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 sepenuhnya, termuat sepenuhnya, atau beririsan sebagian. Ketiganya diperiksa dalam urutan itu, dan tidak ada kemungkinan keempat.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Disimpan dalam array berukuran 4n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kiri simpul v adalah 2v, anak kanan 2v+1. Tidak ada pointer, tidak ada alokasi dinamis.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 hanya dua tempat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dua anak, dan nilai netral saat tidak beririsan. Sisanya sama persis untuk semua operasi.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