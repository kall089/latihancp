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minimum pada rentang dalam O(1) — untuk data yang tidak berubah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169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menyiapkan jawaban untuk potongan berukuran pangkat dua.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 wilayah dengan foto udara siap pakai: ada foto untuk area 1 km, 2 km, 4 km, 8 km. Untuk melihat area 7 km, cukup tempelkan dua foto 4 km yang sedikit bertumpang tindih.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dua rentang berpangkat dua yang boleh tumpang tindih.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yang dicari adalah "gunung tertinggi", area yang terfoto dua kali tidak masalah — gunung yang sama tetap dihitung sekali.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dan gcd bersifat idempoten: f(x, x) = x. Tumpang tindih tidak merusak jawabannya.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kalau yang dicari "jumlah penduduk", area yang terfoto dua kali akan terhitung ganda.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TIDAK idempoten. Untuk itu pakai prefix sum, bukan sparse table.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Foto udaranya dibuat sekali di awal dan tidak bisa diperbarui kalau ada bangunan baru.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tidak mendukung update sama sekali. Bila data berubah, pakai segment tree.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menang hanya pada satu kotak: data tetap, operasi idempoten, dan query sangat banyak.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menjawab query minimum, maksimum, atau gcd pada rentang dalam O(1) — dengan syarat datanya tidak pernah berubah.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jawaban rentang berpangkat dua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st[j][i] menyimpan jawaban untuk rentang yang dimulai di i dan berpanjang 2 pangkat j. Seluruh tabelnya dibangun dalam O(n 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sudah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oleh dua rentang berpangkat dua yang boleh saling tumpang tindih. Karena itu query-nya O(1), bukan O(log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idempoten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gcd, AND, dan OR boleh karena f(x, x) = x. Penjumlahan dan XOR tidak, sebab bagian yang tumpang tindih akan terhitung dua 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mendukung update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tabel dibangun sekali di awal. Bila data berubah di tengah rangkaian query, pakai segment tree.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menang pada satu kotak saja: data tetap, operasi idempoten, dan query sangat banyak.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query minimum atau maksimum pada rentang, dan datanya tidak berubah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gcd pada rentang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bagian dari LCA O(1) lewat Euler tour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sangat ketat sehingga O(log n) per query pun terasa berat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berubah di tengah query — pakai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 — prefix sum memberi O(1) dengan memori jauh lebih 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Memori ketat; sparse table butuh n log n, sedangkan segment tree hanya 4n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logaritma di awal dengan lg[i] = lg[i/2] + 1. Memanggil log2 di dalam query lebih lambat dan bisa meleset karena pembulatan.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LCA O(1) (Day 202)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O(1) untuk operasi idempoten pada data tetap.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Menggabungkan Euler tour dengan sparse table memberi LCA O(1) per query — lebih cepat daripada binary lifting.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Rentang Berpangkat Dua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Idempoten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dalam O(1)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dengan Segment Tree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LCA &amp; GCD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Menyimpan jawaban untuk rentang berpangkat dua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Bisa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blok berpangkat dua yang saling tumpang tindih sudah menutupi rentang mana pun. Tumpang tindih itu tidak masalah untuk minimum.</a:t>
            </a:r>
            <a:endParaRPr lang="en-US" sz="1300" dirty="0"/>
          </a:p>
        </p:txBody>
      </p:sp>
      <p:pic>
        <p:nvPicPr>
          <p:cNvPr id="4" name="Image 0" descr="/tmp/ppt/imgs/c84_8_5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349" y="1993392"/>
            <a:ext cx="404284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Blok pertama mulai dari l, blok kedua berakhir di r, keduanya berpanjang pangkat dua terbesar yang muat. Bagian yang tertutup dua kali tidak mengubah hasil minimum — itulah sebabnya cukup dua blok.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sp[k][i] = jawaban untuk rentang mulai i sepanjang 2 pangkat 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__builtin_clz memberi log basis dua dengan cepat.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Pembangunannya O(n log n), setiap pertanyaan O(1).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data yang TIDAK berubah; ada pembaruan berarti pakai segment tree.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Idempoten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dua blok hanya sah bila operasinya idempoten. Kode ini menunjukkan apa yang terjadi kalau dipaksakan pada penjumlahan.</a:t>
            </a:r>
            <a:endParaRPr lang="en-US" sz="1300" dirty="0"/>
          </a:p>
        </p:txBody>
      </p:sp>
      <p:pic>
        <p:nvPicPr>
          <p:cNvPr id="4" name="Image 0" descr="/tmp/ppt/imgs/c84_9_5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1193" y="1993392"/>
            <a:ext cx="393915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tepat, penjumlahan meleset — unsur di daerah tumpang tindih terhitung dua kali. Idempoten berarti menggabungkan sesuatu dengan dirinya sendiri tidak mengubah apa pun.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Idempoten: min, max, gcd, lcm, AND, OR — aman untuk trik dua blok.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idempoten: jumlah, hasil kali, XOR — tumpang tindihnya merusak.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yang tidak idempoten, pakai prefix sum atau segment tree.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juga disjoint sparse table yang menangani operasi tidak idempoten.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Query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fungsi pendek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Tabel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lapis dibangun dari dua potongan lapis sebelumnya. Tabel logaritma disiapkan sekalian.</a:t>
            </a:r>
            <a:endParaRPr lang="en-US" sz="1300" dirty="0"/>
          </a:p>
        </p:txBody>
      </p:sp>
      <p:pic>
        <p:nvPicPr>
          <p:cNvPr id="4" name="Image 0" descr="/tmp/ppt/imgs/c84_11_5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17" y="1755648"/>
            <a:ext cx="42107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 dipilih sehingga 2 pangkat LOG melebihi n. Untuk n sampai 2 x 10^5, nilai 18 sudah cukup.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logaritma dihitung sekali di awal. Memanggil log2 di dalam loop query jauh lebih lambat dan bisa meleset karena pembulatan.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Lapis nol berisi elemennya sendiri, yaitu rentang berpanjang satu.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Lapis j menutupi rentang berpanjang 2 pangkat j. Setiap entri dibangun dari dua entri lapis sebelumnya.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i + 2^j &lt;= n menjaga agar rentangnya tidak melewati ujung array.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lapis j-1: satu mulai di i, satu mulai di i + 2^(j-1). Keduanya bersambung tepat tanpa celah.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dalam O(1)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baris. Tidak ada loop, tidak ada rekursi, dan tidak ada pemanggilan log saat program berjalan.</a:t>
            </a:r>
            <a:endParaRPr lang="en-US" sz="1300" dirty="0"/>
          </a:p>
        </p:txBody>
      </p:sp>
      <p:pic>
        <p:nvPicPr>
          <p:cNvPr id="4" name="Image 0" descr="/tmp/ppt/imgs/c84_12_5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978" y="1755648"/>
            <a:ext cx="606158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 j sebagai pangkat dua terbesar yang tidak melebihi panjang rentang. Dua potongan sepanjang 2^j — satu dari kiri, satu dari kanan — dijamin menutupi seluruh rentang.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minimum pada a[2..8]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Arraynya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yang ditanyakan panjangnya 7, dari indeks 2 sampai 8.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8)      panjang = 8 - 2 + 1 = 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Panjang 7 bukan pangkat dua. Karena itu kita ambil pangkat dua terbesar yang tidak melebihinya, yaitu 4.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Dua Potongan yang Tumpang Tindih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 kiri mulai di 2, potongan kanan berakhir di 8. Keduanya berpanjang 4 dan beririsan di indeks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6479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76479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9806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9806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97880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31152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1152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64424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964424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997696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997696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30968" y="239572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303580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kiri = a[2..5]      kanan = a[5..8]      beririsan di indeks 5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5 masuk ke kedua potongan. Untuk minimum hal ini tidak masalah, karena min(x, x) tetap x. Untuk penjumlahan, nilai itu akan terhitung dua kali.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Menggabungkan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potongan sudah tersimpan di tabel, jadi jawabannya didapat dengan satu operasi min.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856232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56232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856232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st[2][2]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00984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00984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00984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st[2][5]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90488" y="239572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048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90488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395728"/>
            <a:ext cx="137160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0358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query(2, 8) = min( st[2][2], st[2][5] ) = min(1, 2) = 1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st[2][2] adalah minimum a[2..5] yaitu 1; st[2][5] adalah minimum a[5..8] yaitu 2. Keduanya sudah dihitung saat membangun tabel.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Perbandingan &amp; 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sparse table menang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Pilihannya ditentukan tiga hal: ada pembaruan atau tidak, jenis operasinya, dan apakah pertanyaannya bisa dijawab offline.</a:t>
            </a:r>
            <a:endParaRPr lang="en-US" sz="1300" dirty="0"/>
          </a:p>
        </p:txBody>
      </p:sp>
      <p:pic>
        <p:nvPicPr>
          <p:cNvPr id="4" name="Image 0" descr="/tmp/ppt/imgs/c84_18_5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476" y="1993392"/>
            <a:ext cx="553859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adalah jawaban yang selalu benar tetapi paling panjang ditulis. Kalau datanya tetap dan operasinya minimum, sparse table jauh lebih pendek dan lebih cepat.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pembaruan + idempoten: sparse table.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pembaruan + penjumlahan: prefix sum, dua baris saja.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pembaruan + penjumlahan: Fenwick, paling pendek di antara pohon.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Selain itu: segment tree; kalau ada update rentang, tambah lazy.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 Perbandingan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ini menjawab hampir semua pertanyaan "pakai yang mana" untuk query rentang.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2194560"/>
                <a:gridCol w="372160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Bangun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Hanya penjumlahan, hanya data tetap.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Operasi idempoten, data tetap. Memori O(n log 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Penjumlahan dengan update.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luwes, mendukung update. Memori O(n).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Disjoint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Mendukung operasi tak idempoten, kodenya lebih panjang.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paling penting: menjawab LCP antara dua akhiran sembarang dengan menggabungkan sparse table di atas array LCP.</a:t>
            </a:r>
            <a:endParaRPr lang="en-US" sz="1300" dirty="0"/>
          </a:p>
        </p:txBody>
      </p:sp>
      <p:pic>
        <p:nvPicPr>
          <p:cNvPr id="4" name="Image 0" descr="/tmp/ppt/imgs/c84_20_5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550" y="1993392"/>
            <a:ext cx="306644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LCP antara dua akhiran sembarang adalah MINIMUM dari lcp[] di antara posisi keduanya — dan minimum rentang itulah yang dijawab sparse table dalam O(1).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aplikasi: RMQ, LCP dua akhiran, LCA lewat Euler tour,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batas dengan binary search, dan menjawab query gcd rentang.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di atas lcp[] mengubah pertanyaan string jadi RMQ.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batas kanannya r = posisi terbesar dikurangi satu.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Minimum pada Rentang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n bilangan yang tidak pernah berubah, lalu q pertanyaan. Setiap pertanyaan berisi l dan r; keluarkan nilai terkecil pada a[l] sampai a[r]. Indeks dimulai dari 1.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q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84_22_5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3049" y="1280160"/>
            <a:ext cx="25047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st[0] diisi langsung saat membaca input, sehingga tidak perlu array terpisah.</a:t>
            </a:r>
            <a:endParaRPr lang="en-US" sz="1300" dirty="0"/>
          </a:p>
        </p:txBody>
      </p:sp>
      <p:pic>
        <p:nvPicPr>
          <p:cNvPr id="4" name="Image 0" descr="/tmp/ppt/imgs/c84_23_5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8517" y="1755648"/>
            <a:ext cx="3624511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 untuk membangun dan O(1) per query. Perhatikan pengurangan satu pada baris 26 untuk mengubah indeks dari basis 1 menjadi basis 0.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langsung; tiga berikutnya menggabungkan sparse table dengan teknik lain.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Static Range Minimum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SPOJ RMQSQ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Range minimum dengan banyak 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475D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gcd ditambah two pointers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1359D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Sparse table ditambah Kadane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Company Queries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LCA lewat Euler tour dan sparse table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potongan sudah cukup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 sembarang ditutup oleh dua rentang berpangkat dua yang boleh tumpang tindih. Karena itu query-nya O(1), bukan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idempoten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min, max, gcd, AND, dan OR boleh. Penjumlahan dan XOR tidak, karena bagian yang tumpang tindih akan terhitung dua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tabel logaritma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Memanggil log2 di dalam query jauh lebih lambat dan bisa meleset karena pembulatan bilangan pecahan. Hitung sekali di awal dengan lg[i] = lg[i/2] + 1.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harus tetap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Sparse table tidak mendukung update sama sekali. Bila ada perubahan di tengah query, pakai segment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2026-09-05T08:51:35Z</dcterms:created>
  <dcterms:modified xsi:type="dcterms:W3CDTF">2026-09-05T08:51:35Z</dcterms:modified>
</cp:coreProperties>
</file>