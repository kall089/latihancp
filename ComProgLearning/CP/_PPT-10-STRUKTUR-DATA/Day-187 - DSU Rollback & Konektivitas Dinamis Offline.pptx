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Rollback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Konektivitas Dinamis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yang bisa dihapus, dijawab dengan segment tree atas waktu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187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jaringan jalan antar kota yang sebagian ditutup dan dibuka kembali sepanjang tahun, dan kamu diminta menjawab "apakah dua kota terhubung" pada berbagai tanggal.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satu jalan bisa memutus banyak jalur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sisi bisa memecah komponen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jadwal buka-tutupnya sudah diketahui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Offline: seluruh operasi diketahui di awal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Tiap jalan punya masa berlaku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Tiap sisi hidup pada selang waktu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Susun jadwalnya jadi pohon rentang tanggal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atas waktu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Telusuri kalender sambil buka-tutup jalannya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saat masuk, batalkan saat keluar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Penghapusan sisi tidak perlu dilakukan sama sekali. Kalau seluruh jadwal sudah diketahui, cukup catat masa hidup tiap sisi, lalu telusuri waktu sambil menggabung dan membatalkan.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sangat cepat menggabung dan sama sekali tidak bisa memisah. Materi ini memberi jalan keluarnya untuk soal yang seluruh operasinya sudah diketahui di awal.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dengan rollback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path compression, simpan jejak tiap gabungan. Union by size sendirian sudah menjaga tinggi O(log n), dan setiap gabungan bisa dicabut lagi.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sebagai selang waktu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yang ditambah pada waktu a dan dihapus pada waktu b hidup pada [a, b). Itu satu-satunya hal yang perlu dicatat.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atas waktu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selang dititipkan pada O(log q) simpul. Simpulnya menyimpan daftar sisi, bukan angka — tidak ada agregasi dan tidak ada lazy.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yang menggabung lalu membatalkan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masuk simpul, gabungkan sisinya; saat keluar, batalkan sebanyak itu. Di daun, DSU berisi tepat sisi yang hidup pada waktu itu.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penyaringnya cuma satu: apakah seluruh operasi sudah diketahui sebelum jawaban pertama harus diberikan?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penambahan DAN penghapusan sisi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operasi bisa dibaca dulu sebelum menjawab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tentang keterhubungan, komponen, atau bipartit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sampai ratusan ribu operasi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hanya ditambah, tidak pernah dihapus — DSU biasa sudah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wajib keluar sebelum operasi berikutnya dibaca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jarak, bukan keterhubungan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soalnya memaksa online (misalnya pertanyaan berikutnya bergantung pada jawaban sebelumnya), cara ini gugur. Perhatikan kalimat seperti "dienkripsi dengan jawaban sebelumnya" di pernyataan soal.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Disjoint Set Union (Day 134)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spanning tree (Day 136)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 binary search (Day 189)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&amp; Mo (Day 183)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Rollback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Konektivitas Dinamis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Penghapusan sisi diubah menjadi pembatalan.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"kumpulkan dulu semua pertanyaan, jawab sekaligus" di sini adalah gagasan yang sama dengan Mo Algorithm di Day 183 dan parallel binary search di Day 189.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DSU Biasa Tidak Bisa Menghapus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yang Bisa Dibatalkan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Sisi Sebagai Selang Waktu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atas Waktu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sangat cepat menggabung, dan sama sekali tidak bisa memisah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DSU Biasa Tidak Bisa Menghapus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"apakah dua simpul terhubung" hampir dalam waktu konstan — selama sisi hanya ditambah. Begitu ada penghapusan, seluruh keunggulannya hilang.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mengubah pohon secara permanen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cari() memendekkan jalur. Setelah itu tidak ada catatan tentang bentuk sebelumnya, jadi tidak ada yang bisa dikembalikan.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satu sisi bisa memecah satu komponen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untuk tahu menjadi berapa pecahan, satu-satunya cara adalah menelusuri ulang. Itu O(n + m) per penghapusan.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seluruh operasi sudah diketahui di awal, masalahnya hilang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punya selang waktu hidup yang tetap. Selang itu bisa dititipkan pada segment tree atas waktu, dan penghapusan berubah menjadi pembatalan.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Harganya: jawabannya tidak bisa diberikan seketika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pertanyaan dijawab sekaligus di akhir. Kalau soalnya memaksa menjawab satu per satu sebelum tahu pertanyaan berikutnya, cara ini tidak bisa dipakai.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yang Bisa Dibatalkan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path compression, simpan jejak setiap gabungan. Union by size sendirian sudah cukup untuk menjaga tinggi O(log n).</a:t>
            </a:r>
            <a:endParaRPr lang="en-US" sz="1300" dirty="0"/>
          </a:p>
        </p:txBody>
      </p:sp>
      <p:pic>
        <p:nvPicPr>
          <p:cNvPr id="4" name="Image 0" descr="/tmp/ppt/imgs/c98_9_6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836" y="1993392"/>
            <a:ext cx="228587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ribu langkah acak — gabung dan batal bercampur — dijalankan berdampingan dengan penghitungan ulang komponen dari nol memakai DSU biasa. Nol perbedaan, dan tersisa 2002 komponen di akhir.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path compression, cari() menjadi O(log n), bukan hampir konstan.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Gabungan yang tidak jadi tetap dicatat sebagai {-1,-1} agar batal() seimbang.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batal() hanya mengembalikan satu ayah dan satu ukuran — O(1).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wajib LIFO: batalkan yang terakhir dulu, seperti tumpukan.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sisi, delapan satuan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Setiap Sisi Hidup pada Selang Waktu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yang ditambahkan pada waktu a dan dihapus pada waktu b hidup pada selang [a, b). Itulah satu-satunya hal yang perlu dicatat.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00507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6519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2531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8543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4555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0567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6974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0-1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44952" y="2697480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5072" y="2697480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2697480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5312" y="2697480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8543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4555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0567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33009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1-2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4495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507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3300984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25312" y="3300984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5432" y="3300984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45552" y="3300984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05672" y="3300984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65792" y="3300984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90448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0-2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4495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0507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6519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2531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8543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45552" y="3904488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05672" y="3904488"/>
            <a:ext cx="960120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579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0-1 hidup [0,4)      1-2 hidup [2,8)      0-2 hidup [5,7)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seluruh operasi sudah diketahui sejak awal (inilah arti "offline"), selang hidup tiap sisi bisa dihitung lebih dulu dengan satu map: catat waktu penambahan, tutup selangnya saat penghapusan.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Titipkan Selang pada Segment Tree Waktu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selang dipecah menjadi paling banyak dua kali log Q simpul yang menutupinya persis — sama seperti update rentang biasa.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00507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6519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2531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8543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4555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0567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6974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[0,4)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44952" y="2697480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4952" y="2697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05072" y="2697480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5072" y="2697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65192" y="2697480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65192" y="2697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25312" y="2697480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5312" y="2697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8543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4555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0567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65792" y="2697480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" y="33009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[2,4)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4495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507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65192" y="3300984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65192" y="330098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25312" y="3300984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25312" y="330098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8543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4555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567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65792" y="3300984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" y="390448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[4,8)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495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0507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6519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25312" y="3904488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85432" y="3904488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85432" y="39044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845552" y="3904488"/>
            <a:ext cx="96012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45552" y="39044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805672" y="3904488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805672" y="39044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765792" y="3904488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765792" y="39044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507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[5,6)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044952" y="4507992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05072" y="4507992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65192" y="4507992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25312" y="4507992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85432" y="4507992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45552" y="4507992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45552" y="45079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0-2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805672" y="4507992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65792" y="4507992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67512" y="51114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[6,7)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044952" y="5111496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05072" y="5111496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65192" y="5111496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25312" y="5111496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85432" y="5111496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45552" y="5111496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5672" y="5111496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805672" y="511149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0-2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765792" y="5111496"/>
            <a:ext cx="96012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0-1 -&gt; 1 simpul       sisi 1-2 -&gt; 2 simpul       sisi 0-2 -&gt; 2 simpul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sisi 1-2: selangnya [2,8) tidak sama dengan satu simpul mana pun, jadi dipecah menjadi [2,4) dan [4,8). Total penyimpanan seluruh sisi adalah O(m log Q).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Telusuri, Gabungkan, Lalu Batalkan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dari akar ke daun. Saat masuk sebuah simpul, gabungkan seluruh sisinya; saat keluar, batalkan sebanyak itu juga.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komponen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04872" y="263347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66744" y="263347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6744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66744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63347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0488" y="263347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0488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2633472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14232" y="263347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14232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714232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976104" y="263347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76104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976104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237976" y="263347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237976" y="26334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237976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daun t, DSU berisi TEPAT sisi yang hidup pada waktu t — tidak lebih, tidak kurang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t = 4 sisi 0-1 sudah mati dan sisi 0-2 belum lahir, jadi tersisa dua komponen. Setiap sisi digabung dan dibatalkan O(log Q) kali, sehingga totalnya O(m log Q log n).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Menitipkan selang, lalu menelusurinya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atas Waktu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saja: satu untuk menitipkan sisi pada simpul yang tepat, satu untuk menelusuri sambil menggabung dan membatalkan.</a:t>
            </a:r>
            <a:endParaRPr lang="en-US" sz="1300" dirty="0"/>
          </a:p>
        </p:txBody>
      </p:sp>
      <p:pic>
        <p:nvPicPr>
          <p:cNvPr id="4" name="Image 0" descr="/tmp/ppt/imgs/c98_15_6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671" y="1993392"/>
            <a:ext cx="22462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ini membangkitkan 120 sisi dengan selang hidup acak pada 256 satuan waktu, lalu membandingkan jawabannya dengan penghitungan ulang dari nol pada SETIAP waktu. Nol perbedaan; komponen di t = 0, 128, dan 255 berturut-turut 40, 9, dan 37.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taruh() persis sama bentuknya dengan update rentang pada segment tree.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panjang jejak sebelum turun, lalu batalkan sampai kembali ke situ.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ditulis di daun, karena di situlah keadaannya tepat satu waktu.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lazy propagation di sini — yang ditunda adalah penggabungan.</a:t>
            </a:r>
            <a:endParaRPr lang="en-US" sz="1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membuat jawaban salah pada sebagian waktu saja, sehingga sangat sulit ditemukan.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Masih memakai path compression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Sekali cari() memendekkan jalur, jejak yang disimpan tidak lagi cukup untuk membatalkan. Buang path compression sepenuhnya di sini.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mencatat gabungan yang gagal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dua simpul sudah sekomponen, tidak ada yang berubah — tetapi batal() nanti tetap akan dipanggil. Catat penanda kosong agar jumlahnya seimbang.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menutup selang sisi yang tidak pernah dihapus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yang masih hidup di akhir harus diberi selang sampai Q. Kalau tidak, ia hilang dari seluruh pertanyaan sesudahnya.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Membatalkan terlalu sedikit atau terlalu banyak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ukuran jejak saat masuk simpul, lalu batalkan sampai ukurannya kembali persis. Jangan menghitung manual berapa sisi yang digabung.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Konektivitas yang Berubah-ubah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dengan n simpul dan mula-mula tanpa sisi. Ada q operasi berurutan, masing-masing salah satu dari: menambah sisi antara dua simpul, menghapus sisi yang sudah ada, atau menanyakan apakah dua simpul saat itu terhubung. Jawab seluruh pertanyaan.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300000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operasi diketahui di awal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3 detik</a:t>
            </a:r>
            <a:endParaRPr lang="en-US" sz="1200" dirty="0"/>
          </a:p>
        </p:txBody>
      </p:sp>
      <p:pic>
        <p:nvPicPr>
          <p:cNvPr id="9" name="Image 0" descr="/tmp/ppt/imgs/c98_18_6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90" y="1280160"/>
            <a:ext cx="289850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Konektivitas yang Berubah-ubah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sapuan untuk menghitung selang hidup, satu penitipan ke segment tree, lalu satu DFS yang menjawab semuanya.</a:t>
            </a:r>
            <a:endParaRPr lang="en-US" sz="1300" dirty="0"/>
          </a:p>
        </p:txBody>
      </p:sp>
      <p:pic>
        <p:nvPicPr>
          <p:cNvPr id="4" name="Image 0" descr="/tmp/ppt/imgs/c98_19_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671" y="1993392"/>
            <a:ext cx="22462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1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ratus dua belas operasi acak dibangkitkan, lalu setiap pertanyaan dibandingkan dengan membangun ulang graf dari nol pada waktu itu. Nol perbedaan dari 161 pertanyaan yang jawabannya "terhubung".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45552" y="377567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65949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menyimpan waktu lahir sisi yang sedang hidup, dihapus saat mati.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45552" y="4314775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05047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isi map di akhir ditutup dengan selang sampai Q.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45552" y="4853874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44146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disimpan di daun sesuai waktunya, dijawab saat DFS tiba.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45552" y="5392972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283244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O(q log q log n) — nyaman untuk q sampai 300 ribu.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hanya butuh DSU rollback; tiga sisanya butuh segment tree atas waktu.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1217F Forced Online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Konektivitas dinamis dengan paksaan online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813F Bipartite Checking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Uji bipartit yang berubah-ubah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Road Construction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biasa sebagai pemanasan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1140F Extending Set of Points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luas dengan rollback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891C Envy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MST dengan DSU rollback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Penghapusan berubah menjadi pembatalan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Sekali seluruh operasi diketahui di awal, tiap sisi punya selang hidup. Menghapus sisi tidak lagi perlu; cukup keluar dari selangnya.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 rollback adalah path compression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by size sendirian sudah menjaga tinggi O(log n). Yang hilang hanya faktor konstanta, dan yang didapat adalah kemampuan mundur.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di sini menyimpan sisi, bukan angka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daftar sisi yang hidup sepanjang seluruh selangnya. Tidak ada agregasi, tidak ada lazy.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offline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baru keluar setelah seluruh pertanyaan dibaca. Kalau soal memaksa menjawab sebelum tahu pertanyaan berikutnya, cari cara lain.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2026-09-11T16:59:33Z</dcterms:created>
  <dcterms:modified xsi:type="dcterms:W3CDTF">2026-09-11T16:59:33Z</dcterms:modified>
</cp:coreProperties>
</file>