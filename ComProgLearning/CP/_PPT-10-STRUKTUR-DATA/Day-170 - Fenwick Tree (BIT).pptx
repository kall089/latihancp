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 Tree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 dan query rentang, keduanya dalam O(log n) — dengan kode terpendek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Data · Day 170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170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 tree membagi tanggung jawab menurut bit.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Sebuah kantor punya penyelia bertingkat: ada yang memantau 1 karyawan, ada yang 2, ada yang 4, ada yang 8. Setiap penyelia menyimpan total dari bagiannya.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tree[i] menyimpan jumlah pada rentang (i - lowbit(i), i]. Panjangnya ditentukan bit menyala paling kanan.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satu karyawan berubah, cukup laporkan ke penyelianya, lalu penyelia itu ke atasannya — bukan ke semua orang.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 naik: i bertambah lowbit. Hanya sekitar log n simpul yang perlu diubah.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total 1 sampai 7 orang, gabungkan laporan beberapa penyelia yang bagiannya tepat menutupi 1 sampai 7 tanpa tumpang tindih.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turun: i berkurang lowbit. Potongan yang terkumpul menutupi 1..i tanpa celah.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dari orang ke-3 sampai ke-7 = total 1..7 dikurangi total 1..2.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range(l, r) = query(r) - query(l-1). Karena itu Fenwick hanya cocok untuk operasi yang bisa dibalik.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data dengan rasio manfaat terhadap panjang kode paling tinggi setelah DSU — layak dihafal.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 tree menjawab dua operasi sekaligus dalam O(log n): mengubah satu elemen, dan menjumlahkan sebuah rentang. Kodenya hanya lima belas baris.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Masalahnya: update dan query bercampur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biasa cepat untuk update tetapi lambat untuk query rentang; prefix sum sebaliknya. Fenwick menyeimbangkan keduanya pada O(log n).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simpul menyimpan satu potongan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tree[i] menyimpan jumlah pada rentang (i - lowbit(i), i]. Panjang potongannya ditentukan oleh bit menyala paling kanan dari 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Seluruhnya bertumpu pada lowbit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i &amp; (-i) adalah satu-satunya trik bit yang dipakai. Update menambahkannya, query menguranginya.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untuk operasi yang bisa dibalik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rentang dihitung sebagai selisih dua prefix. Karena itu penjumlahan dan XOR bisa; minimum dan maksimum tidak.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operasinya penjumlahan, pilih Fenwick karena jauh lebih pendek daripada segment tree.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update satu titik dan query jumlah rentang yang bercampur, ratusan ribu kali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Operasinya penjumlahan, XOR, atau operasi lain yang punya kebalikan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inversi, atau menghitung "berapa yang lebih kecil dan sudah lewat"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Butuh kode sependek mungkin karena waktu kontes terbatas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Operasinya minimum, maksimum, atau gcd — pakai segment tree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Butuh update pada seluruh rentang sekaligus dengan query rentang — pakai lazy propagation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Datanya tidak pernah berubah — prefix sum biasa sudah cukup dan lebih cepat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 tree WAJIB berbasis indeks 1. lowbit(0) bernilai nol, sehingga indeks nol membuat loop update berputar selamanya.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sum (Day 29)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bit (Day 60)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 (Day 172)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Lazy propagation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Merge sort tree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 Tree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(BIT)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 titik dan query prefix, keduanya O(log n), dengan kode terpendek.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 tree adalah struktur data dengan rasio manfaat terhadap panjang kode tertinggi setelah DSU. Layak dihafal sampai bisa ditulis tanpa berpikir.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yang Diselesaikan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lowbit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Tanggung Jawab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Update &amp; Query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Lengkap 15 Baris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&amp; Jebakan Indeks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Aplikasi: Inversi &amp; Range Update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yang Diselesaikan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update dan query sama-sama banyak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Prefix Sum Tidak Cukup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sum menjawab pertanyaan dalam O(1), tetapi satu pembaruan memaksa menghitung ulang separuh tabel. Kode ini menghitung biayanya.</a:t>
            </a:r>
            <a:endParaRPr lang="en-US" sz="1300" dirty="0"/>
          </a:p>
        </p:txBody>
      </p:sp>
      <p:pic>
        <p:nvPicPr>
          <p:cNvPr id="4" name="Image 0" descr="/tmp/ppt/imgs/c85_8_58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886" y="1993392"/>
            <a:ext cx="5293773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Seribu pembaruan saja sudah puluhan juta operasi pada prefix sum, sementara seratus ribu pembaruan Fenwick hanya 1,7 juta. Fenwick mengorbankan sedikit kecepatan bertanya demi pembaruan yang murah.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4082796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954780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sum: tanya O(1), update O(n) — hanya untuk data tetap.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538853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410837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Fenwick: tanya O(log n), update O(log n) — seimbang.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994910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866894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tidak ada pembaruan sama sekali, prefix sum tetap pilihan terbaik.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450967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322951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 hanya untuk operasi yang punya kebalikan, seperti penjumlahan.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Struktur untuk Query Rentang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Cocokkan dengan jenis operasi yang diminta soal. Fenwick menang pada kesederhanaan; segment tree menang pada keluwesan.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993392"/>
          <a:ext cx="10853928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377440"/>
                <a:gridCol w="2377440"/>
                <a:gridCol w="335584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Struktur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Update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Query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Catatan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Array biasa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O(1)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Cukup bila query sangat sedikit.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Prefix sum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O(1)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Cukup bila data tidak pernah berubah.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Fenwick tree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O(log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O(log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Kode paling pendek. Terbatas pada operasi yang bisa dibalik.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Segment tree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O(log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O(log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Lebih luwes: min, max, gcd, dan lainnya.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Sqrt decomposition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O(1)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O(sqrt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Berguna untuk operasi aneh yang sulit digabung.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Tanggung Jawab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simpul menyimpan jumlah satu potongan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lowbit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&amp; -i memberi bit menyala paling kanan, dan itulah yang menentukan berapa banyak unsur disimpan tiap simpul Fenwick.</a:t>
            </a:r>
            <a:endParaRPr lang="en-US" sz="1300" dirty="0"/>
          </a:p>
        </p:txBody>
      </p:sp>
      <p:pic>
        <p:nvPicPr>
          <p:cNvPr id="4" name="Image 0" descr="/tmp/ppt/imgs/c85_11_5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882" y="1993392"/>
            <a:ext cx="5885780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i menyimpan jumlah dari i-lowbit+1 sampai i. Update naik dengan menambah lowbit, pertanyaan turun dengan mengurangi lowbit — keduanya paling banyak log n langkah.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&amp; -i memanfaatkan representasi komplemen dua.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8 menutupi delapan unsur; simpul 5 hanya satu.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Update: i += i &amp; -i sampai melewati 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Tanya: i -= i &amp; -i sampai nol — memecah awalan jadi blok pangkat dua.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Siapa Bertanggung Jawab atas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 bertanda berarti elemen itu termasuk dalam jumlah yang disimpan tree[i]. Perhatikan polanya mengikuti lowbit.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404872" y="2167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404872" y="24048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456432" y="24048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07992" y="24048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559552" y="24048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611112" y="24048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a5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662672" y="24048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a6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714232" y="24048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a7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9765792" y="24048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a8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" y="269748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tree[1]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04872" y="269748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56432" y="269748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07992" y="269748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59552" y="269748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11112" y="269748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62672" y="269748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14232" y="269748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65792" y="269748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7512" y="310896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tree[2]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04872" y="310896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6432" y="310896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07992" y="310896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59552" y="310896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11112" y="310896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62672" y="310896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14232" y="310896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765792" y="310896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7512" y="352044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tree[3]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404872" y="352044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56432" y="352044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07992" y="352044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59552" y="352044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11112" y="352044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62672" y="352044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714232" y="352044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765792" y="352044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67512" y="393192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tree[4]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404872" y="393192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456432" y="393192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07992" y="393192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559552" y="393192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611112" y="393192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662672" y="393192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714232" y="393192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765792" y="393192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67512" y="434340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tree[5]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404872" y="434340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56432" y="434340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07992" y="434340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559552" y="434340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611112" y="434340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662672" y="434340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714232" y="434340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765792" y="434340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67512" y="475488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tree[6]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2404872" y="475488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456432" y="475488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507992" y="475488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559552" y="475488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611112" y="475488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662672" y="475488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714232" y="475488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765792" y="475488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667512" y="516636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tree[7]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404872" y="516636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456432" y="516636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507992" y="516636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559552" y="516636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611112" y="516636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662672" y="516636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714232" y="516636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765792" y="516636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667512" y="557784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tree[8]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2404872" y="557784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456432" y="557784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507992" y="557784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559552" y="557784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611112" y="557784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662672" y="557784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714232" y="557784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765792" y="557784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67512" y="571500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941832" y="58064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tree[i] menyimpan jumlah pada rentang ( i - lowbit(i) ,  i ]</a:t>
            </a:r>
            <a:endParaRPr lang="en-US" sz="1300" dirty="0"/>
          </a:p>
        </p:txBody>
      </p:sp>
      <p:sp>
        <p:nvSpPr>
          <p:cNvPr id="87" name="Text 85"/>
          <p:cNvSpPr txBox="1"/>
          <p:nvPr/>
        </p:nvSpPr>
        <p:spPr>
          <a:xfrm>
            <a:off x="941832" y="615391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tree[8] yang menutupi seluruh array, dan tree[7] yang hanya menutupi satu elemen. Panjang potongan selalu sama dengan lowbit indeksnya.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Membaca Pola dari Bit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tree[i] bertanggung jawab atas lowbit(i) elemen, berakhir tepat di indeks 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368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12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862072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862072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849624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849624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37176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37176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24728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24728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824728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0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824728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23682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lowbit = 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67512" y="36484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41832" y="37398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tree[12] menyimpan a[9] + a[10] + a[11] + a[12]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" y="40873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Rentangnya adalah (12 - 4, 12] yaitu indeks 9 sampai 12. Rumus umumnya: tree[i] menyimpan jumlah pada rentang (i - lowbit(i), i].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2b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 dan query pada array delapan elemen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Update pada Indeks 5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Menambah nilai di a[5] hanya memengaruhi simpul yang rentangnya memuat indeks 5.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i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044952" y="2395728"/>
            <a:ext cx="105156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044952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044952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69664" y="2395728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69664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169664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94376" y="2395728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94376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294376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 flipH="1">
            <a:off x="3570732" y="2286000"/>
            <a:ext cx="1124712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3570732" y="2084832"/>
            <a:ext cx="2249424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-&gt;  5 + lowbit(5) = 6  -&gt;  6 + lowbit(6) = 8  -&gt;  berhenti (8 = n)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tiga simpul yang diperbarui, bukan seluruh array. Banyaknya langkah sama dengan banyaknya bit pada n, yaitu O(log n).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Simpul yang Terpengaruh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yang disorot adalah simpul yang rentangnya memuat a5. Hanya ketiganya yang perlu diubah.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40487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40487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45643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0799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55955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61111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a5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66267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a6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71423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a7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976579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a8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" y="245973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tree[1]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04872" y="2459736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56432" y="245973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07992" y="245973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59552" y="245973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11112" y="245973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62672" y="245973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14232" y="245973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65792" y="245973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7512" y="287121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tree[2]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04872" y="2871216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6432" y="2871216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07992" y="287121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59552" y="287121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11112" y="287121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62672" y="287121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14232" y="287121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765792" y="287121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7512" y="328269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tree[3]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404872" y="328269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56432" y="328269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07992" y="3282696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59552" y="328269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11112" y="328269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62672" y="328269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714232" y="328269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765792" y="328269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67512" y="369417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tree[4]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404872" y="3694176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456432" y="3694176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07992" y="3694176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559552" y="3694176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611112" y="369417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662672" y="369417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714232" y="369417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765792" y="369417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67512" y="410565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tree[5]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404872" y="410565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56432" y="410565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07992" y="410565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559552" y="410565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611112" y="4105656"/>
            <a:ext cx="1051560" cy="329184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662672" y="410565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714232" y="410565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765792" y="410565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67512" y="451713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tree[6]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2404872" y="451713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456432" y="451713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507992" y="451713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559552" y="451713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611112" y="4517136"/>
            <a:ext cx="1051560" cy="329184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662672" y="4517136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714232" y="451713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765792" y="451713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667512" y="492861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tree[7]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404872" y="492861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456432" y="492861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507992" y="492861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559552" y="492861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611112" y="492861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662672" y="492861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714232" y="4928616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765792" y="492861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667512" y="534009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tree[8]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2404872" y="5340096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456432" y="5340096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507992" y="5340096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559552" y="5340096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611112" y="5340096"/>
            <a:ext cx="1051560" cy="329184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662672" y="5340096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714232" y="5340096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765792" y="5340096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flipV="1">
            <a:off x="7136892" y="4105656"/>
            <a:ext cx="914" cy="74066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 flipV="1">
            <a:off x="7136892" y="4105656"/>
            <a:ext cx="914" cy="156362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87" name="Shape 85"/>
          <p:cNvSpPr/>
          <p:nvPr/>
        </p:nvSpPr>
        <p:spPr>
          <a:xfrm>
            <a:off x="667512" y="571500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941832" y="58064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tree[5], tree[6], dan tree[8] memuat a5</a:t>
            </a:r>
            <a:endParaRPr lang="en-US" sz="1300" dirty="0"/>
          </a:p>
        </p:txBody>
      </p:sp>
      <p:sp>
        <p:nvSpPr>
          <p:cNvPr id="89" name="Text 87"/>
          <p:cNvSpPr txBox="1"/>
          <p:nvPr/>
        </p:nvSpPr>
        <p:spPr>
          <a:xfrm>
            <a:off x="941832" y="615391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tree[7] TIDAK memuat a5, sehingga tidak perlu disentuh. Inilah yang membuat update hanya O(log n), bukan O(n).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Query Prefix Sampai Indeks 7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menjumlahkan a1 sampai a7, potongan diambil dari kanan ke kiri dengan membuang lowbit.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i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044952" y="2395728"/>
            <a:ext cx="105156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044952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044952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69664" y="2395728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69664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169664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94376" y="2395728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94376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294376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 flipH="1">
            <a:off x="3570732" y="2286000"/>
            <a:ext cx="1124712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3570732" y="2084832"/>
            <a:ext cx="2249424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 -&gt;  7 - lowbit(7) = 6  -&gt;  6 - lowbit(6) = 4  -&gt;  4 - lowbit(4) = 0  -&gt;  berhenti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Jumlahnya adalah tree[7] + tree[6] + tree[4], yaitu a7 ditambah (a5 + a6) ditambah (a1..a4). Ketiga potongan itu tepat menutupi a1 sampai a7 tanpa tumpang tindih.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belas baris yang layak dihafal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 Tree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satu-satunya perbedaan antara update dan query: arah loop dan tanda operasinya.</a:t>
            </a:r>
            <a:endParaRPr lang="en-US" sz="1300" dirty="0"/>
          </a:p>
        </p:txBody>
      </p:sp>
      <p:pic>
        <p:nvPicPr>
          <p:cNvPr id="4" name="Image 0" descr="/tmp/ppt/imgs/c85_19_59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6817" y="1755648"/>
            <a:ext cx="4210750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tree berbasis indeks 1. Ini bukan pilihan gaya melainkan keharusan, karena lowbit(0) bernilai nol.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48412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484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429256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 bergerak NAIK: i bertambah lowbit. Setiap langkah menuju simpul berikutnya yang rentangnya memuat 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166872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166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112008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simpul yang dilewati bertambah dengan nilai yang sama, karena semuanya memuat indeks i di dalam rentangnya.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3849624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794760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bergerak TURUN: i berkurang lowbit. Setiap langkah memotong satu potongan yang sudah dijumlahkan.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453237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4532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4477512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berhenti saat i mencapai nol. Potongan-potongan yang terkumpul tepat menutupi 1 sampai i tanpa celah dan tanpa tumpang tindih.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78040" y="5215128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8040" y="5215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516026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rentang memakai pengurangan dua prefix. Inilah alasan Fenwick hanya cocok untuk operasi yang punya kebalikan seperti penjumlahan atau XOR.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&amp; Jebakan Indeks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cara membangun, dan satu peringatan yang menyebabkan program berputar selamanya bila diabaikan.</a:t>
            </a:r>
            <a:endParaRPr lang="en-US" sz="1300" dirty="0"/>
          </a:p>
        </p:txBody>
      </p:sp>
      <p:pic>
        <p:nvPicPr>
          <p:cNvPr id="4" name="Image 0" descr="/tmp/ppt/imgs/c85_20_5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358" y="1755648"/>
            <a:ext cx="5666827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indeks nol adalah bug paling sering pada Fenwick tree, dan gejalanya bukan jawaban salah melainkan program yang menggantung — sehingga sulit ditebak penyebabnya.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mana Fenwick sebenarnya muncul di soal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Aplikasi Utama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 jarang muncul sebagai soal "hitung prefix sum". Ia hampir selalu menjadi alat di dalam soal yang lebih besar.</a:t>
            </a:r>
            <a:endParaRPr lang="en-US" sz="1300" dirty="0"/>
          </a:p>
        </p:txBody>
      </p:sp>
      <p:pic>
        <p:nvPicPr>
          <p:cNvPr id="4" name="Image 0" descr="/tmp/ppt/imgs/c85_22_59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7271" y="1993392"/>
            <a:ext cx="4447002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menghitung inversi adalah yang paling sering keluar. Polanya: proses satu arah sambil bertanya "berapa yang sudah lewat dan memenuhi syarat".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Elemen ke-K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BIT menyimpan banyaknya kemunculan setiap nilai, elemen ke-k bisa dicari langsung tanpa binary search terpisah.</a:t>
            </a:r>
            <a:endParaRPr lang="en-US" sz="1300" dirty="0"/>
          </a:p>
        </p:txBody>
      </p:sp>
      <p:pic>
        <p:nvPicPr>
          <p:cNvPr id="4" name="Image 0" descr="/tmp/ppt/imgs/c85_23_59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3471" y="1993392"/>
            <a:ext cx="4234601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Teknik ini disebut descent. Ia menuruni struktur pohon secara langsung, sehingga O(log n) — bukan O(log² n) seperti binary search yang memanggil query di setiap langkah.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yang menyumbang hampir seluruh bug pada Fenwick tree.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Indeks berbasis nol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lowbit(0) bernilai nol, sehingga loop update tidak pernah maju dan program menggantung. Selalu geser data agar mulai dari indeks 1.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mengosongkan antar testcase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soal multi-testcase, isi tree harus dikosongkan. Mengosongkan seluruh array besar setiap kali bisa jadi lebih lambat daripada algoritmanya sendiri — kosongkan hanya bagian yang dipakai.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Fenwick untuk minimum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 mengandalkan pengurangan dua prefix. Minimum tidak punya kebalikan, sehingga query rentang sembarang tidak bisa dilakukan. Pakai segment tree.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kompresi koordinat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nilai datanya sampai 10^9, kamu tidak bisa memakainya langsung sebagai indeks. Ganti setiap nilai dengan peringkatnya lebih dulu.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Inversi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barisan n bilangan. Hitung banyaknya pasangan indeks (i, j) dengan i &lt; j tetapi a[i] &gt; a[j]. Pasangan seperti ini disebut inversi.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a[i] &lt;=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jawabannya bisa mencapai n(n-1)/2</a:t>
            </a:r>
            <a:endParaRPr lang="en-US" sz="1200" dirty="0"/>
          </a:p>
        </p:txBody>
      </p:sp>
      <p:pic>
        <p:nvPicPr>
          <p:cNvPr id="9" name="Image 0" descr="/tmp/ppt/imgs/c85_26_59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5974" y="1280160"/>
            <a:ext cx="2638931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bagian: kompresi koordinat karena nilainya besar, lalu penyapuan dari kanan ke kiri sambil bertanya ke BIT.</a:t>
            </a:r>
            <a:endParaRPr lang="en-US" sz="1300" dirty="0"/>
          </a:p>
        </p:txBody>
      </p:sp>
      <p:pic>
        <p:nvPicPr>
          <p:cNvPr id="4" name="Image 0" descr="/tmp/ppt/imgs/c85_27_59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3197" y="1993392"/>
            <a:ext cx="2835150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 log n). Jawabannya bisa mencapai 2 x 10^10, jadi long long wajib. Perhatikan bahwa BIT di sini menyimpan BANYAKNYA kemunculan, bukan nilainya.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adalah Fenwick langsung; tiga berikutnya menuntut kamu mengenali Fenwick di balik samaran.</a:t>
            </a:r>
            <a:endParaRPr lang="en-US" sz="13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993392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Dynamic Range Sum Queries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Fenwick tree standar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Range Update Queries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Difference array di dalam BIT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Inversions / Codeforces 987E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Menghitung inversi dengan kompresi koordinat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List Removals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Descent untuk mencari elemen ke-k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1042D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Prefix sum ditambah BIT dengan kompresi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Semuanya bertumpu pada lowbit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&amp; (-i) memberi bit menyala paling kanan, yang sekaligus menyatakan berapa elemen menjadi tanggung jawab tree[i]. Satu operasi, seluruh struktur.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 naik, query turun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 menambah lowbit; query mengurangi lowbit. Hanya itu bedanya, dan keduanya berjalan O(log n).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untuk operasi yang bisa dibalik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rentang dihitung sebagai selisih dua prefix. Karena itu penjumlahan dan XOR bisa; minimum dan maksimum tidak.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Indeks wajib mulai dari satu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lowbit(0) bernilai nol dan membuat loop berputar selamanya. Ini penyebab program menggantung yang paling sering pada Fenwick tree.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2026-09-05T08:51:36Z</dcterms:created>
  <dcterms:modified xsi:type="dcterms:W3CDTF">2026-09-05T08:51:36Z</dcterms:modified>
</cp:coreProperties>
</file>