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Implicit Treap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seimbang tanpa satu pun aturan perputaran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185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setumpuk kartu bernomor dan kamu diminta menyelipkan kartu baru tepat di tengah tumpukan.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kartunya ditumpuk rapat, harus digeser semua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Array: sisip di tengah butuh O(n) geseran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tumpukan bisa diangkat jadi dua bagian...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pisah: potong barisan di posisi tertentu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...selipkan kartunya, lalu tumpuk lagi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gabung: sambungkan dua potongan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Tumpukan tidak boleh terlalu miring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Prioritas acak menjaga tingginya O(log n)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aturan rumit untuk merapikan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satu pun aturan perputaran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menukar aturan perputaran yang rumit dengan satu gagasan sederhana: beri tiap simpul prioritas acak. Keacakan itu yang menyeimbangkan pohonnya, dan seluruh operasi cukup ditulis dari pisah dan gabung.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adalah pohon cari biner yang seimbang dengan sendirinya, dan implicit treap adalah array yang bisa dipotong serta disambung dalam O(log 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aturan dalam satu struktur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Terurut menurut nilai seperti pohon cari, sekaligus heap menurut prioritas acak. Untuk sepasang (nilai, prioritas) yang tetap, bentuknya tunggal.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dua fungsi inti: pisah dan gabung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Sisip, hapus, elemen terkecil ke-k, balik selang, pindah potongan — semuanya rangkaian dari kedua fungsi itu, tanpa kasus khusus.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Implicit treap memakai posisi sebagai kunci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Posisinya tidak disimpan, melainkan dihitung dari ukuran subtree kiri. Karena itu menyisip di tengah tidak menggeser apa pun.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bisa dilakukan segment tree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Memotong barisan, memindahkan potongan, menyambungnya di tempat lain. Di situlah treap tidak tergantikan.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bukan pengganti segment tree. Ia dipakai ketika susunan barisannya sendiri yang berubah, bukan hanya nilainya.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menyisip atau menghapus di posisi sembarang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memindahkan atau memutar potongan barisan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elemen terkecil ke-k dari himpunan yang berubah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membalik selang, dan strukturnya berubah setelahnya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query dan update rentang — BIT atau segment tree jauh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himpunan terurut tanpa query ke-k — pakai std::set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tetap dan hanya dibaca — sparse table lebih tepat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penyaringnya satu: apakah PANJANG atau URUTAN barisannya berubah? Kalau tidak, hampir pasti ada struktur lain yang lebih pendek dan lebih cepat.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(Day 176)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set, map &amp; priority_queue (Day 21)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rollback (Day 187)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persisten (Day 179)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 (Day 204)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Implicit Treap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seimbang tanpa aturan perputaran.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di Day 176 dipakai lagi di sini dalam bentuk penanda pembalikan pada implicit treap.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Aturan yang Digabung Jadi Satu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Pisah dan Gabung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sebagai Himpunan Terurut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Implicit Treap: Kunci Berupa Posisi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Terurut menurut nilai, heap menurut prioritas acak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Aturan yang Digabung Jadi Satu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dari kiri ke kanan: nilainya menaik, seperti pohon cari biasa. Baca dari atas ke bawah: prioritasnya menurun, seperti heap.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94560" y="2587752"/>
            <a:ext cx="146304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657600" y="2587752"/>
            <a:ext cx="146304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37160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19456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29768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12064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383280" y="20391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14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29992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024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992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2724912"/>
            <a:ext cx="4297680" cy="343814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SEKALIGUS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 : ki &lt; simpul &lt; ka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   : ayah &gt; anak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4443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prioritas diambil acak,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4828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jadi bentuknya seolah-olah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5212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pohon dibangun dari urutan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5596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sisip yang diacak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" y="59710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" y="6062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1..7   prioritas 3, 9, 5, 14, 7, 12, 6   -&gt;   akar adalah nilai 4, prioritasnya tertinggi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" y="64099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sepasang (nilai, prioritas) yang tetap, bentuk treap-nya TUNGGAL — tidak bergantung pada urutan penyisipan. Itulah sebabnya prioritas acak menghasilkan bentuk yang seimbang dengan sendirinya.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Tidak Perlu Aturan Perputaran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AVL dan red-black tree menjaga keseimbangan dengan belasan kasus perputaran. Treap menggantinya dengan satu kalimat.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 ditentukan oleh prioritas, bukan urutan sisip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prioritasnya acak, bentuk treap sama dengan pohon cari biasa yang dibangun dari urutan sisip acak — dan itu tingginya O(log n) dengan peluang tinggi.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operasi ditulis dari dua fungsi saja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pisah dan gabung. Sisip, hapus, ambil elemen ke-k, balik selang — semuanya hanya rangkaian pisah lalu gabung.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sekitar tiga puluh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red-black tree yang butuh ratusan baris dan sangat sulit ditulis benar dari ingatan saat kontes.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Harganya: konstanta lebih besar dan memori per simpul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kebutuhan yang bisa dilayani segment tree atau BIT, keduanya jauh lebih cepat. Treap dipakai ketika strukturnya perlu dipotong dan disambung.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Pisah lalu gabung, dan kenapa tingginya tetap terkendali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Pisah pada Nilai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dari akar. Di setiap simpul, tentukan ia masuk potongan kiri atau kanan, lalu lanjutkan ke anak yang sesuai.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58775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097280" y="3547872"/>
            <a:ext cx="4572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3547872"/>
            <a:ext cx="54864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4297680" y="2587752"/>
            <a:ext cx="64008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937760" y="2587752"/>
            <a:ext cx="64008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103120" y="203911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14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29992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03911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29992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29992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2724912"/>
            <a:ext cx="4297680" cy="343814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5236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YANG DILALUI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4 : 4 &lt; 5, ke kanan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6 : 6 &gt;= 5, ke kiri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5 : 5 &gt;= 5, ke kiri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4443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4828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5212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kiri  : {1, 2, 3, 4}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5596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kanan : {5, 6, 7}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" y="59710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6062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simpul di sepanjang SATU jalur yang berubah, sisanya dipakai apa adanya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64099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hanya satu jalur yang disentuh dan tinggi treap O(log n), pisah berjalan dalam O(log n). Seluruh subtree lain berpindah utuh tanpa disalin.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Gabung Kembali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prioritas kedua akar. Yang lebih besar menjadi akar hasil, lalu gabung diteruskan ke salah satu anaknya.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94560" y="2587752"/>
            <a:ext cx="146304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657600" y="2587752"/>
            <a:ext cx="146304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37160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19456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29768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120640" y="3547872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383280" y="20391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14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29992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024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992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39593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562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 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2724912"/>
            <a:ext cx="4297680" cy="343814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GABUNG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 14 &gt; prio 12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maka 4 menjadi akar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anak kanan 4 kosong,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4443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jadi seluruh subtree 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4828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dipasang di situ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5212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5596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kembali ke bentuk semula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" y="59710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" y="6062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gabung(a, b) mensyaratkan SELURUH nilai di a lebih kecil dari seluruh nilai di b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" y="64099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itu penting. Kalau dilanggar, hasilnya tetap sebuah pohon tetapi urutannya rusak, dan kesalahannya baru terlihat jauh kemudian saat pencarian memberi jawaban salah.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Tingginya Diukur, Bukan Diharapkan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dibangun dari n nilai dengan prioritas acak, lalu tingginya diukur. Bandingkan dengan log2 n di bawahnya.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tinggi terukur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53512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53512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5351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10^3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46904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46904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46904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10^4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0296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0296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0296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10^5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33688" y="2633472"/>
            <a:ext cx="19202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33688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33688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10^6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 n =  10        13        17        20            rasio sekitar 2,0 sampai 2,4 kali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satu pun aturan perputaran yang dijalankan. Keseimbangan itu murni datang dari prioritas acak — dan angka di atas adalah hasil pengukuran sungguhan, bukan perkiraan teori.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himpunan terurut sampai array yang bisa dipotong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sebagai Himpunan Terurut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adalah nilai. Sisip, hapus, dan "ambil terkecil ke-k" seluruhnya ditulis dari pisah dan gabung.</a:t>
            </a:r>
            <a:endParaRPr lang="en-US" sz="1300" dirty="0"/>
          </a:p>
        </p:txBody>
      </p:sp>
      <p:pic>
        <p:nvPicPr>
          <p:cNvPr id="4" name="Image 0" descr="/tmp/ppt/imgs/c97_15_6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758" y="1755648"/>
            <a:ext cx="235002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puluh ribu operasi acak dijalankan berdampingan dengan multiset bawaan C++, termasuk pemeriksaan elemen terkecil ke-k pada setiap langkah. Nol perbedaan.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556618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446890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uk (ukuran subtree) adalah yang memungkinkan query ke-k.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105060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3995332"/>
            <a:ext cx="3200400" cy="703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perbarui() wajib dipanggil setiap kali anak berubah — ini sumber bug nomor satu.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63713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53985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Hapus ditulis sebagai tiga pisah lalu gabung, tanpa kasus khusus.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12155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0242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std::multiset tidak bisa memberi elemen ke-k dalam O(log n); treap bisa.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Implicit Treap - Array yang Bisa Dipotong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kuncinya adalah POSISI — dan posisi tidak disimpan, melainkan dihitung dari ukuran subtree kiri.</a:t>
            </a:r>
            <a:endParaRPr lang="en-US" sz="1300" dirty="0"/>
          </a:p>
        </p:txBody>
      </p:sp>
      <p:pic>
        <p:nvPicPr>
          <p:cNvPr id="4" name="Image 0" descr="/tmp/ppt/imgs/c97_16_6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758" y="1755648"/>
            <a:ext cx="235002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ribu pembalikan selang acak pada array 200 elemen, dibandingkan dengan std::reverse pada vector biasa setelah setiap operasi. Nol perbedaan.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posisi tidak disimpan, menyisip di tengah tidak menggeser apa pun.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Pembalikan disimpan sebagai satu penanda, diturunkan ke anak saat dilewati.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turunkan() wajib dipanggil di awal pisah dan gabung, tanpa kecuali.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yang tidak bisa dilakukan segment tree: memindahkan potongan.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menghasilkan struktur yang terlihat wajar tetapi memberi jawaban salah jauh di kemudian hari.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memanggil perbarui() setelah mengubah anak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menjadi basi, dan query ke-k mulai meleset. Gejalanya muncul acak dan sangat sulit dilacak. Panggil di akhir setiap pisah dan gabung.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turunkan() sebelum membaca anak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implicit treap dengan lazy, membaca anak sebelum penanda diturunkan berarti membaca susunan yang belum diperbarui.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dua treap yang selangnya bertumpang tindih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 mensyaratkan seluruh nilai di kiri lebih kecil. Kalau dilanggar, tidak ada error — hanya jawaban yang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rand() sebagai prioritas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RAND_MAX bisa hanya 32767, sehingga prioritas kembar sering terjadi dan pohonnya memanjang. Pakai mt19937.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Memindahkan Potongan ke Depan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barisan n bilangan. Ada q operasi; setiap operasi menyebut sepasang indeks l dan r, lalu memerintahkan potongan dari posisi l sampai r dipindahkan ke paling depan barisan tanpa mengubah urutan di dalam potongan itu. Keluarkan barisan akhirnya.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l &lt;= r &lt;= 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2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 biasa akan O(n) per operasi</a:t>
            </a:r>
            <a:endParaRPr lang="en-US" sz="1200" dirty="0"/>
          </a:p>
        </p:txBody>
      </p:sp>
      <p:pic>
        <p:nvPicPr>
          <p:cNvPr id="9" name="Image 0" descr="/tmp/ppt/imgs/c97_19_6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774" y="1280160"/>
            <a:ext cx="248133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Memindahkan Potongan ke Depan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pisah memotong barisan menjadi tiga bagian; satu gabung menyusunnya kembali dengan urutan yang berbeda.</a:t>
            </a:r>
            <a:endParaRPr lang="en-US" sz="1300" dirty="0"/>
          </a:p>
        </p:txBody>
      </p:sp>
      <p:pic>
        <p:nvPicPr>
          <p:cNvPr id="4" name="Image 0" descr="/tmp/ppt/imgs/c97_20_6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811" y="1993392"/>
            <a:ext cx="218992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22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ribu operasi acak pada array 300 elemen, dibandingkan dengan cara polos (erase lalu insert pada vector) setelah setiap operasi. Nol perbedaan.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584150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474422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pisah pertama memisahkan bagian sebelum l dari sisanya.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132591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022863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pisah kedua memotong tepat sepanjang r - l + 1 elemen.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681032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57130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gabung-nya yang menentukan hasil: potongan dulu, baru sisanya.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229473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119745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satu elemen pun yang digeser — hanya penunjuk yang ditukar.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cukup dengan treap sebagai himpunan; tiga sisanya menuntut implicit treap.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Josephus Problem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Ambil dan hapus elemen ke-k berulang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785E Anton and Permutation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inversi dengan struktur terurut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HORRIBLE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 dan query rentang, latihan pemanasan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Timus 1439 Battle with You-Know-Who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Sisip dan hapus di posisi sembarang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863D Yet Another Array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Pindah potongan dan putar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struktur, dua aturan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Terurut menurut nilai dan heap menurut prioritas acak. Untuk sepasang (nilai, prioritas) yang tetap, bentuknya tunggal — dan keacakan itulah yang menyeimbangkannya.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ditulis dari pisah dan gabung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Sisip, hapus, elemen ke-k, balik selang, pindah potongan. Kalau kedua fungsi itu benar, sisanya hanya menyusun urutan pemanggilan.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Implicit treap adalah array yang bisa dipotong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posisi, dan posisi tidak disimpan. Karena itu menyisip di tengah tidak menggeser apa pun — hal yang tidak bisa dilakukan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hanya ketika strukturnya harus berubah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query rentang biasa, BIT dan segment tree jauh lebih cepat dan lebih pendek. Treap dipilih saat barisannya sendiri perlu dipotong dan disambung.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2026-09-11T16:59:33Z</dcterms:created>
  <dcterms:modified xsi:type="dcterms:W3CDTF">2026-09-11T16:59:33Z</dcterms:modified>
</cp:coreProperties>
</file>