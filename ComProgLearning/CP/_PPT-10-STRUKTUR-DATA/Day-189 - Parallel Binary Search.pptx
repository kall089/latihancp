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Parallel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Ribuan binary search yang berbagi satu sapuan waktu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189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seratus orang antre di loket, masing-masing bertanya "kapan tabungan saya melewati angka tertentu?" — dan petugasnya harus menghitung ulang dari awal untuk setiap orang.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51460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51460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Tiap orang dilayani sendiri-sendiri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76148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51460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51460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binary search per pertanyaan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13639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313639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Petugas menghitung ulang dari nol tiap kali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38328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313639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313639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dibangun ulang tiap uji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75818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75818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Padahal banyak yang menanyakan bulan yang sama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400507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75818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75818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tengah yang sama, keadaan yang sama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7997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7997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Panggil semua yang menanyakan bulan itu sekaligus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62686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7997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7997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Kelompokkan pertanyaan menurut mid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00176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00176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kali telusur kalender melayani semuanya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24865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500176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500176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sapuan waktu per putaran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mahal bukan binary search-nya, melainkan membangun keadaan pada waktu yang diuji. Kalau banyak pertanyaan menguji waktu yang sama, bangun keadaan itu sekali dan layani semuanya bersamaan.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Parallel binary search adalah pembalikan urutan dua loop: alih-alih pertanyaan di luar dan waktu di dalam, waktu di luar dan pertanyaan di dalam.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wajibnya monoton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tiap pertanyaan harus berbentuk "sejak waktu tertentu selalu terpenuhi". Kalau tidak monoton, binary search-nya sendiri tidak sah.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pertanyaan menyimpan selangnya sendiri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Sepasang lo dan hi per pertanyaan, menyusut setengah tiap putaran, persis seperti binary search biasa.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sapuan waktu per putaran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Kelompokkan pertanyaan menurut titik tengahnya, lalu sapu waktu dari awal sampai akhir sambil melayani kelompok yang tepat.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log q putaran, berapa pun banyak pertanyaannya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pertanyaan hampir tidak menambah biaya. Itulah alasan utama memakai cara ini.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Penandanya adalah bentuk soal: banyak pertanyaan yang seragam, atas satu barisan operasi yang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pertanyaan berbentuk "kapan syaratku mulai terpenuhi"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monoton terhadap waktu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operasi dan pertanyaan diketahui di awal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keadaan pada satu waktu jauh lebih mahal daripada memeriksanya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satu atau dua pertanyaan — binary search biasa lebih pendek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tidak monoton terhadap waktu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wajib keluar sebelum pertanyaan berikutnya dibaca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menulis kerangkanya, pastikan satu hal: kalau syarat sudah terpenuhi pada waktu t, apakah ia pasti tetap terpenuhi pada t+1? Kalau jawabannya tidak, seluruh pendekatan ini gugur.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&amp; on answer (Day 48)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rollback (Day 187)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 &amp; Mo (Day 183)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persisten (Day 179)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Parallel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Ribuan binary search berbagi satu sapuan waktu.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adalah teknik offline ketiga dalam rangkaian ini, setelah Mo Algorithm di Day 183 dan segment tree atas waktu di Day 187. Ketiganya berbagi satu gagasan: menyusun ulang urutan pengerjaan pertanyaan.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Membalik Urutan Dua Loop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Satu Sapuan, Banyak Jawaban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Ribuan Binary Search Bisa Digabung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Baku yang Bisa Dihafal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mahal bukan binary search-nya, melainkan membangun keadaan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Membalik Urutan Dua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n pertanyaan yang bentuknya sama: "setelah pembaruan ke berapa, syaratku terpenuhi?" Jawaban tiap pertanyaan monoton terhadap waktu, jadi bisa dibinary-search.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polos: satu binary search per pertanyaan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menguji sebuah titik tengah, keadaan pada waktu itu harus dibangun ulang dari nol. Biayanya n kali log q kali biaya membangun keadaan.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Amati bahwa keadaannya sama untuk semua pertanyaan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dua pertanyaan kebetulan menguji waktu yang sama, keduanya butuh keadaan yang persis sama. Membangunnya dua kali adalah pemborosan murni.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Balik urutannya: waktu di luar, pertanyaan di dalam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sapuan waktu dari awal sampai akhir. Di setiap titik, jawab seluruh pertanyaan yang titik tengahnya kebetulan jatuh di situ.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Hasilnya: log q sapuan untuk SELURUH pertanyaan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n kali log q pembangunan keadaan, melainkan log q sapuan saja. Untuk n dan q ratusan ribu, itulah bedanya antara TLE dan AC.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pertanyaan, delapan satuan waktu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Setiap Pertanyaan Punya Selang Sendiri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Mula-mula semua tidak tahu apa-apa: jawabannya ada di suatu tempat antara 0 dan 8. Titik tengahnya dihitung dari selang itu.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tengah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44952" y="2633472"/>
            <a:ext cx="19202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 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38344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38344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38344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 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31736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31736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31736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 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25128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25128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025128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 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= 0, hi = 8 untuk semuanya      -&gt;      mid = 4 untuk semuanya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putaran pertama seluruh titik tengahnya kebetulan sama, jadi cukup satu sapuan sampai waktu 4 untuk menjawab keempatnya sekaligus. Itulah keuntungan yang dicari.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Satu Sapuan Menjawab Semuanya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Sapu waktu dari 0. Setiap kali sampai di suatu titik, layani seluruh pertanyaan yang titik tengahnya ada di situ.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uji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44952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 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38344" y="2633472"/>
            <a:ext cx="19202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38344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belum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38344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 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31736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31736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31736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 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25128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25128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belum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025128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 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 "cukup" -&gt; hi = 4        yang "belum" -&gt; lo = 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pada waktu 4 dibangun SATU kali dan dipakai oleh keempat pertanyaan. Kalau tiap pertanyaan disapu sendiri-sendiri, keadaan yang sama persis itu dibangun empat kali.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Selangnya Menyusut Setengah Tiap Putaran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berikutnya titik tengahnya sudah berbeda-beda, tetapi tetap dilayani dalam satu sapuan yang sama.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lebar selang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44952" y="2395728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3957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3035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72584" y="2395728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72584" y="23957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3035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0216" y="2395728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0216" y="23957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0216" y="3035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27848" y="2395728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27848" y="23957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27848" y="3035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55480" y="2395728"/>
            <a:ext cx="15544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55480" y="23957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3035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log2(8) = 3 putaran      tiap putaran satu sapuan penuh, berapa pun banyak pertanyaannya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program pengukuran, 1000 pertanyaan atas 2000 pembaruan selesai dalam 11 putaran: 22 ribu langkah, dibandingkan lebih dari satu juta langkah pada cara polos.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yang sama untuk hampir semua soalnya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Ribuan Binary Search Bisa Digabung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ini menjalankan kedua cara pada data yang sama, memastikan jawabannya identik, lalu menghitung langkah masing-masing.</a:t>
            </a:r>
            <a:endParaRPr lang="en-US" sz="1300" dirty="0"/>
          </a:p>
        </p:txBody>
      </p:sp>
      <p:pic>
        <p:nvPicPr>
          <p:cNvPr id="4" name="Image 0" descr="/tmp/ppt/imgs/c99_14_6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671" y="1993392"/>
            <a:ext cx="224620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Seribu pertanyaan atas dua ribu pembaruan. Kedua cara memberi jawaban yang persis sama. Cara polos memakai 1.004.441 langkah; parallel binary search hanya 22.000 langkah dalam 11 putaran — sekitar empat puluh lima kali lebih sedikit.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dibandingkan adalah jumlah langkah nyata, bukan perkiraan O besar.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putaran selalu sekitar log2 q, berapa pun banyak pertanyaannya.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pertanyaan hampir tidak menambah biaya — itulah intinya.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wajib: jawaban tiap pertanyaan harus monoton terhadap waktu.</a:t>
            </a:r>
            <a:endParaRPr lang="en-US" sz="10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Parallel Binary Search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ini hampir tidak berubah dari soal ke soal. Yang berganti hanya struktur data di dalam sapuan dan cara memeriksa syaratnya.</a:t>
            </a:r>
            <a:endParaRPr lang="en-US" sz="1300" dirty="0"/>
          </a:p>
        </p:txBody>
      </p:sp>
      <p:pic>
        <p:nvPicPr>
          <p:cNvPr id="4" name="Image 0" descr="/tmp/ppt/imgs/c99_15_6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7836" y="1993392"/>
            <a:ext cx="228587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klasiknya: enam puluh negara, empat ratus sektor, tiga ratus hujan meteor. Jawaban dibandingkan dengan simulasi polos satu hujan demi satu hujan untuk setiap negara — nol perbedaan, dan 58 dari 60 negara akhirnya tercukupi.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Kelompokkan indeks pertanyaan menurut titik tengahnya lebih dulu.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datanya dibangun ulang sekali per putaran, bukan per pertanyaan.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dipakai untuk update rentang dan query titik — bentuk difference array.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 = q dipakai sebagai penanda "tidak pernah terpenuhi".</a:t>
            </a:r>
            <a:endParaRPr lang="en-US" sz="10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berikut membuat sebagian jawaban meleset satu langkah, atau membuat programnya berjalan selamanya.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membangun ulang struktur data di awal putaran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dari putaran sebelumnya masih menempel, dan seluruh jawaban bergeser. Bersihkan tepat sebelum sapuan dimulai.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lo dan hi tidak konsisten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satu konvensi dan pegang: di sini hi adalah jawaban yang sudah pasti cukup, lo adalah calon terkecil. Setelah selesai, jawabannya lo.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nilai yang bisa luber di tengah sapuan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tumpukan sepanjang seluruh waktu sering melewati batas int. Pakai long long, atau berhenti menjumlah begitu ambangnya terlampaui.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Memakainya pada syarat yang tidak monoton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"cukup pada waktu t" tidak menjamin "cukup pada waktu t+1", binary search-nya tidak sah sama sekali. Periksa ini sebelum mengetik.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Terkecil agar Dua Kota Terhubung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berbobot dengan n kota dan m jalan. Ada q pertanyaan, masing-masing menyebut sepasang kota. Untuk setiap pertanyaan, tentukan bobot terkecil W sehingga bila hanya jalan berbobot paling banyak W yang boleh dipakai, kedua kota itu sudah terhubung.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 &lt;= 500000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bobot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3 detik</a:t>
            </a:r>
            <a:endParaRPr lang="en-US" sz="1200" dirty="0"/>
          </a:p>
        </p:txBody>
      </p:sp>
      <p:pic>
        <p:nvPicPr>
          <p:cNvPr id="9" name="Image 0" descr="/tmp/ppt/imgs/c99_18_6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490" y="1280160"/>
            <a:ext cx="268189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- Bobot Terkecil agar Dua Kota Terhubung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jalan diurutkan, pertanyaannya menjadi "berapa jalan pertama yang cukup" — dan itu monoton, jadi bisa dibinary-search bersama-sama.</a:t>
            </a:r>
            <a:endParaRPr lang="en-US" sz="1300" dirty="0"/>
          </a:p>
        </p:txBody>
      </p:sp>
      <p:pic>
        <p:nvPicPr>
          <p:cNvPr id="4" name="Image 0" descr="/tmp/ppt/imgs/c99_19_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671" y="1993392"/>
            <a:ext cx="224620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ratus kota, enam ratus jalan, seratus lima puluh pertanyaan. Setiap jawaban dibandingkan dengan menambahkan jalan satu per satu sampai terhubung — nol perbedaan. Bobot ambang tiga pertanyaan pertama: 436, 280, dan 574.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Pengurutan jalan dilakukan sekali di awal, bukan tiap putaran.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dibangun ulang tiap putaran, jadi path compression boleh dipakai.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soalnya juga menghapus jalan, barulah DSU rollback dibutuhkan.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Alternatifnya MST plus binary lifting, tetapi kerangka ini lebih pendek.</a:t>
            </a:r>
            <a:endParaRPr lang="en-US" sz="10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pertama adalah soal asalnya. Dua terakhir memadukan parallel binary search dengan struktur data yang lebih berat.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Range Updates and Sums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Pemanasan BIT rentang, prasyarat kerangka ini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Salary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offline dengan struktur terurut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METEORS (POI Meteors)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 asal kerangka ini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484E Sign on Fence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search pada jawaban + struktur berat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1093E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 di dalam sapuan offline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mahal adalah membangun keadaan, bukan binary search-nya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banyak pertanyaan menguji waktu yang sama, membangun keadaan berulang kali adalah pemborosan yang bisa dihapus seluruhnya.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Balik urutan loopnya: waktu di luar, pertanyaan di dalam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sapuan waktu per putaran, dan seluruh pertanyaan yang titik tengahnya jatuh di situ dilayani bersama.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putaran selalu sekitar log q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pun banyak pertanyaannya. Menambah pertanyaan hampir tidak menambah biaya — itulah alasan memakai cara ini.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monotonnya sebelum mengetik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"terpenuhi pada waktu t" tidak menjamin terpenuhi sesudahnya, binary search-nya tidak sah dan jawabannya akan salah tanpa pola.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2026-09-11T16:59:33Z</dcterms:created>
  <dcterms:modified xsi:type="dcterms:W3CDTF">2026-09-11T16:59:33Z</dcterms:modified>
</cp:coreProperties>
</file>