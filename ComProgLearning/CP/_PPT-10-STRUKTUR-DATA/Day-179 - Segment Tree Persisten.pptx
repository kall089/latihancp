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seluruh versi sebuah struktur, dengan hanya log n simpul baru per perubahan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riwayat versi sebuah dokumen di Google Docs: setiap versi utuh, tetapi tidak disalin seluruhnya.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51460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51460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versi dokumen bisa dibuka utuh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76148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51460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51460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root[i] adalah pohon yang utuh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13639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paragraf yang diubah yang disimpan baru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38328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13639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13639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jalur akar-ke-daun yang disalin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75818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75818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Paragraf lain dipakai bersama antar versi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400507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75818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75818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lain di-share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7997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7997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lama tidak boleh ikut berubah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62686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7997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7997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bersifat immutable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00176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0176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Membuka versi lama tidak butuh biaya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24865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500176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500176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pakai root versi itu, O(1)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seluruh riwayat tidak berarti menyalin semuanya — cukup salin yang berubah, dan bagi sisanya.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persisten menyimpan SELURUH versi sebuah struktur, dengan hanya log n simpul baru setiap kali diubah.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update hanya menyentuh satu jalur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dari akar ke daun panjangnya log n. Hanya simpul di jalur itu yang disalin; sisanya dipakai bersama dengan versi sebelumnya.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tidak boleh diubah setelah dibuat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versi menunjuk simpul yang sama, jadi satu perubahan merusak semuanya. Selalu buat simpul baru, jangan pernah menimpa.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adalah selisih dua versi prefiks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Pencacah untuk a[l..r] adalah versi r dikurangi versi l-1, dan selisihnya dihitung sambil menuruni pohon.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Penyalinan jalur berlaku untuk struktur pohon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Trie, DSU, dan hampir semua struktur berbentuk pohon bisa dibuat persisten dengan gagasan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pertanyaan yang butuh keadaan LAMA, atau dari query terkecil ke-k pada rentang.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terkecil ke-k pada sebuah rentang, tanpa update pada arraynya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nilai berbeda pada rentang secara online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mengembalikan struktur ke keadaan versi sebelumnya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pada jalur di pohon, tanpa perlu Heavy-Light Decomposition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keadaan terakhir saja — segment tree biasa jauh lebih hemat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boleh dijawab offline — Mo atau pengurutan query sering lebih sederhana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sangat ketat; persisten butuh (n + q) log n simpul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simpul butuh sekitar (n + q) dikali log n. Menebak terlalu kecil menyebabkan akses di luar batas yang hanya muncul pada uji kasus besar.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(Day 38)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persisten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persisten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Wavelet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seluruh versi, dengan log n simpul baru per perubahan.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berindeks NILAI, bukan posisi. Karena itu kompresi koordinat hampir selalu menjadi langkah pertama sebelum membangunnya.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Versi Lama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Penyalinan Jalur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Pembaruan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Terkecil Ke-K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versi utuh, tetapi hampir seluruhnya dipakai bersama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Versi Lama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soal menanyakan keadaan pada waktu tertentu di masa lalu. Menyimpan seluruh salinan mustahil; kode ini menunjukkan biayanya.</a:t>
            </a:r>
            <a:endParaRPr lang="en-US" sz="1300" dirty="0"/>
          </a:p>
        </p:txBody>
      </p:sp>
      <p:pic>
        <p:nvPicPr>
          <p:cNvPr id="4" name="Image 0" descr="/tmp/ppt/imgs/c88_8_6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195" y="1993392"/>
            <a:ext cx="580715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salinan penuh butuh puluhan gigabyte; versi persisten hanya beberapa puluh megabyte. Bedanya: hanya jalur yang berubah yang disalin, bukan seluruh pohon.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 = versi lama tetap bisa dibaca setelah pembaruan.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pembaruan hanya membuat O(log n) simpul baru.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yang tidak berubah dipakai bersama oleh banyak versi.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soalnya: "keadaan setelah operasi ke-k" atau query pada rentang indeks.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Penyalinan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pembaruan hanya menyalin simpul di sepanjang satu jalur akar-ke-daun. Kode ini menghitung simpul baru yang benar-benar dibuat.</a:t>
            </a:r>
            <a:endParaRPr lang="en-US" sz="1300" dirty="0"/>
          </a:p>
        </p:txBody>
      </p:sp>
      <p:pic>
        <p:nvPicPr>
          <p:cNvPr id="4" name="Image 0" descr="/tmp/ppt/imgs/c88_9_6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9390" y="1993392"/>
            <a:ext cx="314276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Rata-rata sekitar log n simpul baru per versi. Anak yang tidak berubah tetap menunjuk ke simpul versi lama — itulah yang membuatnya hemat.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5302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25012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baru dibuat hanya di sepanjang satu jalur, bukan seluruh pohon.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21652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88511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yang tidak dilewati disalin PENUNJUKNYA, bukan isinya.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8002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52010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versi punya akarnya sendiri; akar[k] adalah keadaan setelah k operasi.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43525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15509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Alokasikan sekitar n log n simpul; kehabisan simpul menyebabkan crash diam.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Pembaruan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19 dan 20: hanya SATU cabang yang direkursi, dan cabang lainnya tetap menunjuk versi lama.</a:t>
            </a:r>
            <a:endParaRPr lang="en-US" sz="1300" dirty="0"/>
          </a:p>
        </p:txBody>
      </p:sp>
      <p:pic>
        <p:nvPicPr>
          <p:cNvPr id="4" name="Image 0" descr="/tmp/ppt/imgs/c88_10_6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082" y="1993392"/>
            <a:ext cx="4192221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dihitung dari (n + q) dikali log n. Menebak terlalu kecil menyebabkan akses di luar batas yang sulit dilacak.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membuat tepat satu simpul baru. Kedalamannya log n, jadi satu update menambah log n simpul.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baru menyalin kedua penunjuk anaknya dari simpul lama, lalu salah satunya diganti.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daun, penyalinan sudah cukup dan rekursinya berhenti.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cabang yang memuat posisi target yang direkursi. Cabang lainnya tetap menunjuk simpul milik versi lama — itulah berbaginya.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bilangan, mencari terkecil ke-k pada rentang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Membangun Versi Demi 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ke-i adalah pohon pencacah untuk prefiks a[1..i]. Setiap versi menambah satu nilai.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kali tiap nilai muncul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1071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8835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  = a[1..1]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632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  = a[1..2]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666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3  = a[1..3]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2702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4  = a[1..4]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48737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5  = a[1..5]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3 1 4 1 5      nilai terkompresi: 1 -&gt; 0, 3 -&gt; 1, 4 -&gt; 2, 5 -&gt; 3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Secara logika ada lima pohon utuh, tetapi secara fisik hanya sekitar lima kali log n simpul yang benar-benar dibuat. Sisanya dipakai bersama.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Rentang Adalah Selisih Dua 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rentang 2 sampai 4, kurangkan versi 4 dengan versi 1. Hasilnya pencacah untuk rentang itu saja.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kali tiap nilai muncul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1071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8835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  = a[1..1]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632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  = a[1..2]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666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3  = a[1..3]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2702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4  = a[1..4]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48737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5  = a[1..5]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 flipH="1">
            <a:off x="3808476" y="2916936"/>
            <a:ext cx="1591056" cy="1353312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 4 = [2, 1, 1, 0]      versi 1 = [0, 1, 0, 0]      selisih = [2, 0, 1, 0]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Selisihnya berarti: pada a[2..4] ada dua buah nilai 1, nol buah nilai 3, satu buah nilai 4, dan nol buah nilai 5. Itu memang isi rentangnya: 1, 4, 1.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Menuruni Pohon Mencari Ke-K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Pengurangan tidak dilakukan sekaligus, melainkan sambil menuruni pohon — satu langkah per tingkat.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kali tiap nilai muncul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1071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8835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  = a[1..1]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" y="30632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  = a[1..2]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666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3  = a[1..3]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" y="42702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4  = a[1..4]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" y="48737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5  = a[1..5]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2      cacah di separuh kiri (nilai 1 dan 3) = 2 + 0 = 2 &gt;= 2  -&gt;  turun ke KIRI, lalu ke nilai 1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nilai 1. Perhatikan pengurangan cacah[kiri[v]] - cacah[kiri[u]] hanya satu operasi per tingkat, sehingga seluruh query O(log n).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dan aplikasi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Terkecil Ke-K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pohon diturunkan BERSAMAAN, dan selisihnya dihitung di setiap tingkat.</a:t>
            </a:r>
            <a:endParaRPr lang="en-US" sz="1300" dirty="0"/>
          </a:p>
        </p:txBody>
      </p:sp>
      <p:pic>
        <p:nvPicPr>
          <p:cNvPr id="4" name="Image 0" descr="/tmp/ppt/imgs/c88_16_6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369" y="1755648"/>
            <a:ext cx="515480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pohon selisih yang dibangun. Kedua akar diturunkan bersamaan, dan cacah di sisi kiri dihitung dengan satu pengurangan di setiap tingkat.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paling terkenal: nilai terkecil ke-k pada sebuah rentang. Selisih dua versi memberi hitungan untuk rentang itu.</a:t>
            </a:r>
            <a:endParaRPr lang="en-US" sz="1300" dirty="0"/>
          </a:p>
        </p:txBody>
      </p:sp>
      <p:pic>
        <p:nvPicPr>
          <p:cNvPr id="4" name="Image 0" descr="/tmp/ppt/imgs/c88_17_6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9241" y="1993392"/>
            <a:ext cx="298306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cnt versi r dikurangi cnt versi l-1 memberi berapa banyak nilai di rentang itu — persis seperti prefix sum, tetapi pada pohon. Enam aplikasinya: nilai ke-k, banyak nilai berbeda, query pada versi lama, DP persisten, dan wavelet tree.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29768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416966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satu versi per unsur, jadi versi i memuat i unsur pertama.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70001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57200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dua versi memberi informasi untuk rentang di antaranya.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510235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97433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 ke kiri bila k masih muat di sana, kalau tidak kurangi lalu ke kanan.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50468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7667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harus dimampatkan dulu bila jangkauannya besar.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masalah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simpul kekurangan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sekitar (n + q) dikali log n simpul. Menebak terlalu kecil menyebabkan akses di luar batas yang muncul hanya pada uji kasus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simpul yang sudah dibuat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versi memakai simpul yang sama. Satu perubahan merusak seluruh versi yang menunjuk padanya. Selalu buat simpul baru.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mengompresi koordinat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pencacah berindeks NILAI. Bila nilainya sampai sepuluh pangkat sembilan, kompresi koordinat wajib dilakukan lebih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pohon selisih secara eksplisit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dihitung sambil menuruni pohon, satu pengurangan per tingkat. Membangun pohon selisih membuat setiap query menjadi O(n).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Terkecil Ke-K pada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dan q pertanyaan. Setiap pertanyaan berupa l, r, dan k; jawablah nilai terkecil ke-k di antara a[l] sampai a[r]. Tidak ada perubahan pada arraynya.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mutlak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r - l + 1</a:t>
            </a:r>
            <a:endParaRPr lang="en-US" sz="1200" dirty="0"/>
          </a:p>
        </p:txBody>
      </p:sp>
      <p:pic>
        <p:nvPicPr>
          <p:cNvPr id="9" name="Image 0" descr="/tmp/ppt/imgs/c88_20_6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7166" y="1280160"/>
            <a:ext cx="177654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46 sampai 48: kompresi koordinat wajib, karena pohonnya berindeks nilai.</a:t>
            </a:r>
            <a:endParaRPr lang="en-US" sz="1300" dirty="0"/>
          </a:p>
        </p:txBody>
      </p:sp>
      <p:pic>
        <p:nvPicPr>
          <p:cNvPr id="4" name="Image 0" descr="/tmp/ppt/imgs/c88_21_6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880" y="1755648"/>
            <a:ext cx="195578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 untuk waktu maupun memori. Untuk n dan q dua ratus ribu, sekitar enam juta simpul sudah cukup — sesuaikan MAKS dengan perhitungan itu.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polanya langsung; tiga berikutnya menggabungkannya dengan ide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MKTHNUM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terkecil ke-k pada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Values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berbeda pada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813E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Membatasi kemunculan tiap nilai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1262D2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Persisten digabung priority 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COT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terkecil ke-k pada jalur di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update hanya menyentuh satu jalur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Panjangnya log n, jadi cukup log n simpul baru per versi. Semua yang di luar jalur dipakai bersama dengan versi sebelumnya.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tidak boleh diubah setelah dibuat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versi menunjuk simpul yang sama. Satu perubahan merusak semuanya — selalu buat simpul baru, jangan pernah menimpa.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adalah selisih dua versi prefiks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root[r] dikurangi root[l-1]. Selisihnya dihitung sambil menuruni pohon, bukan dengan membangun pohon baru.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Penyalinan jalur berlaku untuk struktur pohon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Trie, DSU, dan hampir semua struktur berbentuk pohon bisa dibuat persisten dengan ide yang sama.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