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Menentukan apakah sebuah algoritma akan lolos sebelum menulis kodenya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15–17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masuk ke rumus, pahami dulu apa yang sebenarnya diukur oleh Big-O.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mau pergi ke kota lain. Yang kamu tanyakan bukan "berapa jam persisnya", tetapi "kalau jaraknya dua kali lipat, waktunya jadi berapa kali lipat?"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Big-O tidak mengukur detik. Ia mengukur bagaimana waktu kerja TUMBUH saat datanya membesar.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motor selalu lebih cepat dari jalan kaki, berapa pun jaraknya. Merek motornya tidak mengubah kesimpulan itu.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Konstanta dan suku kecil diabaikan. O(n) selalu mengalahkan O(n²) untuk n yang cukup besar.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Panitia lomba memberi waktu 1 detik. Kamu perlu tahu dulu "sanggup berapa langkah dalam 1 detik" sebelum memilih rute.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Patokan kontes: sekitar 10^8 operasi per detik. Dari batasan n, kamu simpulkan kompleksitas apa yang boleh dipakai.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Bagasi motor cuma muat 10 kg. Serapi apa pun caramu menata, 50 kg tetap tidak muat.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memori biasanya 256 MB. Array long long berukuran 10^8 sudah 800 MB — mustahil, secepat apa pun kodenya.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Big-O adalah cara menebak "muat atau tidak" SEBELUM menulis kode — bukan alat mengukur kecepatan setelah kode jadi.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menulis satu baris kode pun, kamu harus bisa menebak apakah kode itu akan cukup cepat. Itulah seluruh isi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Big-O adalah bahasa untuk kecepatan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tidak mengukur detik, melainkan bagaimana waktu kerja tumbuh saat data membesar. O(n) berarti data dua kali lipat membuat waktunya dua kali lipat; O(n²) membuatnya empat kali lipat.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Gunanya: memilih algoritma sebelum menulis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batasan n pada soal, kamu bisa menyimpulkan kompleksitas apa yang boleh dipakai. Ini menghemat waktu paling banyak dalam kontes — jauh lebih banyak daripada mengetik cepat.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dihitung: berapa kali baris terdalam berjalan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lihat loop yang bersarang, lalu kalikan banyaknya iterasi. Konstanta dan suku kecil diabaikan karena tidak memengaruhi pertumbuhan.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ruang juga menentukan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memori biasanya 256 MB. Array long long berukuran 10^8 saja sudah 800 MB — melewati batas sebelum programnya sempat berjalan.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bukan pilihan; ia dipakai di setiap soal. Yang perlu dilatih adalah refleks menghitungnya sebelum mengetik.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membaca batasan n pada soal, sebelum memilih pendekatan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submission-mu TLE dan kamu perlu tahu bagian mana yang terlalu lambat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memilih antara dua solusi yang sama-sama benar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memperkirakan apakah sebuah array muat di memori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membandingkan dua algoritma yang kompleksitasnya sama — di situ konstanta dan cache yang menentukan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alasan menghindari solusi sederhana ketika n memang kecil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menebak waktu dalam detik secara tepat — Big-O hanya bicara pertumbuhan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Patokan kontes: sekitar 10^8 operasi sederhana per detik. Dari sini seluruh tabel batas n dibaca.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dan array dasar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dan rekursi ringan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STL &amp; struktur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array (Day 29+)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 &amp; searching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batasan soal, lalu memilih algoritma yang pasti cukup cepat.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adalah alat ukur untuk semua materi sesudahnya. Setiap kali kamu belajar algoritma baru, hal pertama yang perlu dicatat adalah kompleksitasnya.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Dianalisis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Notasi Big-O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Menghitung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Batas n ke Kompleksitas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Perbandingan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Ruang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Dianalisis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Menghemat setengah jam yang terbuang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 kode selama 30 menit lalu mendapat TLE adalah kerugian terbesar dalam kontes. Analisis kompleksitas mencegahnya.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Komputer punya batas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Prosesor modern menjalankan kira-kira 10^8 sampai 10^9 operasi sederhana per detik. Batas waktu soal biasanya 1 sampai 2 detik.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92973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7429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dihitung bukan detik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21762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Kecepatan komputer juri berbeda-beda. Yang kita hitung adalah banyaknya OPERASI sebagai fungsi dari ukuran input.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728923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73475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Konstanta dibuang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920947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O(2n) dan O(n) dianggap sama. Yang penting adalah bagaimana waktu tumbuh ketika n membesar, bukan angka pastinya.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528109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37266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Manfaat langsungnya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720133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membaca batas n, kamu langsung tahu kompleksitas apa yang boleh dipakai. Ini mempersempit pilihan algoritma dari puluhan menjadi dua atau tiga.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327294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7184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DP khususnya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519318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DP adalah jumlah state dikali biaya transisi. Menghitungnya di kertas mencegah kamu menulis DP yang dari awal memang tidak akan muat.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Notasi Big-O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notasi, tetapi di kontes hampir selalu hanya Big-O yang dipakai.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O(f) — batas atas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berjalan paling buruk tidak melebihi f, dikali suatu konstanta. Inilah yang dipakai di kontes karena kita peduli pada kasus terburuk.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Ω(f) — batas bawah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berjalan paling cepat setidaknya sebesar f. Jarang dipakai di kontes.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Θ(f) — batas ketat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atas dan bawahnya sama. Secara teknis lebih tepat, tetapi orang tetap menulis 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penyederhanaan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Buang konstanta: O(3n) menjadi O(n). Buang suku kecil: O(n² + n) menjadi O(n²). Yang tersisa adalah suku yang tumbuh paling cepat.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Menghitung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berapa kali baris terdalam dijalankan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Aturannya sederhana: kalikan jumlah iterasi setiap loop, lalu kalikan dengan biaya operasi di dalamnya.</a:t>
            </a:r>
            <a:endParaRPr lang="en-US" sz="1300" dirty="0"/>
          </a:p>
        </p:txBody>
      </p:sp>
      <p:pic>
        <p:nvPicPr>
          <p:cNvPr id="4" name="Image 0" descr="/tmp/ppt/imgs/c50_11_3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9411" y="1755648"/>
            <a:ext cx="6730130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Logaritmik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Muncul setiap kali ukuran masalah DIBAGI, bukan dikurangi.</a:t>
            </a:r>
            <a:endParaRPr lang="en-US" sz="1300" dirty="0"/>
          </a:p>
        </p:txBody>
      </p:sp>
      <p:pic>
        <p:nvPicPr>
          <p:cNvPr id="4" name="Image 0" descr="/tmp/ppt/imgs/c50_12_3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776" y="1755648"/>
            <a:ext cx="7543401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Menghitung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jebakan yang membuat perhitunganmu meleset satu faktor penuh.</a:t>
            </a:r>
            <a:endParaRPr lang="en-US" sz="1300" dirty="0"/>
          </a:p>
        </p:txBody>
      </p:sp>
      <p:pic>
        <p:nvPicPr>
          <p:cNvPr id="4" name="Image 0" descr="/tmp/ppt/imgs/c50_13_3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5873" y="1755648"/>
            <a:ext cx="6297207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Batas n ke Kompleksitas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terpenting dalam competitive programming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Batas n Menuju Algoritma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tabel ini. Setelah membaca batas n, kamu langsung tahu apa yang boleh dipakai.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2926080"/>
                <a:gridCol w="317296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 boleh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Contoh teknik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O(n!)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permutasi lengkap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3,6 juta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O(2^n ·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bitmask, subset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juta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O(n^4)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4 dimensi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10^8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500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O(n³)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Floyd-Warshall, range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1,2 × 10^8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5.000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O(n²)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dua 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2,5 × 10^7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10^5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sorting, DP + 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1,7 × 10^6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10^6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1D, prefix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10^6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10^18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search, matrix expo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Perbandingan Nyata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100.000. Perhatikan selisihnya bukan dua kali, melainkan jutaan kali.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212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O(n²)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02152" y="2194560"/>
            <a:ext cx="6583680" cy="384048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77272" y="2194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10^10 operasi  -  sekitar 100 detik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2615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loop bersarang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081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√n)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02152" y="3063240"/>
            <a:ext cx="228600" cy="384048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22192" y="3063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3,2 x 10^7  -  0,03 detik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34838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decomposition, Mo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02152" y="3931920"/>
            <a:ext cx="22860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22192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1,7 x 10^6  -  0,002 detik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43525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sorting, segment tree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" y="4818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02152" y="4800600"/>
            <a:ext cx="228600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822192" y="4800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10^5  -  0,0001 detik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52212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loop, prefix sum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Berapa Operasi yang Dijalankan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Angka-angka ini yang perlu kamu bayangkan setiap kali membaca batasan sebuah soal.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620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operasi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6207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10³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46227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10⁴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10⁵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66267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10⁶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62072" y="245973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62072" y="24597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1.0e3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62272" y="245973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62272" y="24597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1.0e4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62472" y="245973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62472" y="24597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1.0e5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62672" y="2459736"/>
            <a:ext cx="1600200" cy="51206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62672" y="24597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1.0e6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19125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62072" y="319125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62072" y="319125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1.0e4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62272" y="319125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62272" y="319125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1.3e5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62472" y="319125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62472" y="319125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1.7e6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62672" y="3191256"/>
            <a:ext cx="1600200" cy="51206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62672" y="319125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2.0e7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9227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O(n²)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62072" y="392277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62072" y="392277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1.0e6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62272" y="392277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62272" y="392277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1.0e8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62472" y="392277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62472" y="392277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1.0e10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62672" y="3922776"/>
            <a:ext cx="1600200" cy="51206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62672" y="392277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1.0e12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62772" y="2971800"/>
            <a:ext cx="914" cy="950976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462772" y="3703320"/>
            <a:ext cx="914" cy="21945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67512" y="48463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49377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perhatikan baris terakhir: n naik seribu kali, tetapi operasinya naik SEJUTA kali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52852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log n) hampir sedekat O(n) dan sangat jauh dari O(n²). Itulah kenapa mengubah O(n²) menjadi O(n log n) hampir selalu sepadan dengan usahanya.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2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Berapa Detik yang Dibutuhkan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patokan sekitar 10^8 operasi per detik, angka tadi berubah menjadi waktu nyata.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620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perkiraan waktu (detik)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6207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10³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46227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10⁴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10⁵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662672" y="2167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10⁶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62072" y="245973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62072" y="24597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0.00001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62272" y="245973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62272" y="24597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0.0001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62472" y="245973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62472" y="24597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0.001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62672" y="245973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62672" y="245973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0.01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19125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log 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62072" y="319125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62072" y="319125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0.0001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62272" y="319125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62272" y="319125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0.0013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62472" y="319125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62472" y="319125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0.017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62672" y="3191256"/>
            <a:ext cx="1600200" cy="51206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62672" y="319125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9227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O(n²)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62072" y="392277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62072" y="392277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0.01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62272" y="392277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62272" y="392277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62472" y="3922776"/>
            <a:ext cx="1600200" cy="51206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62472" y="392277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62672" y="3922776"/>
            <a:ext cx="16002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62672" y="392277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 flipH="1">
            <a:off x="6542532" y="3703320"/>
            <a:ext cx="1920240" cy="219456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67512" y="48463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41832" y="49377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batas waktu biasanya 1 sampai 2 detik      O(n²) sudah gagal sejak n = 10^5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41832" y="52852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Bacalah tabel ini terbalik: dari batas n pada soal, kamu langsung tahu kompleksitas apa yang boleh dipakai — sebelum menulis satu baris kode pun.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2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Ruang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sering terlupakan sampai muncul MLE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Memori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Rumusnya: jumlah elemen dikali ukuran tipe data. Batas memori biasanya 256 MB.</a:t>
            </a:r>
            <a:endParaRPr lang="en-US" sz="1300" dirty="0"/>
          </a:p>
        </p:txBody>
      </p:sp>
      <p:pic>
        <p:nvPicPr>
          <p:cNvPr id="4" name="Image 0" descr="/tmp/ppt/imgs/c50_20_3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5200" y="1755648"/>
            <a:ext cx="6178552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Praktis Memori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mencegah MLE.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sebelum mengalokasikan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dp[1000][100000] bertipe long long adalah 10^8 sel dikali 8 byte, yaitu 800 MB. Jelas melebihi batas.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besar taruh global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lokal berukuran besar dialokasikan di stack yang hanya beberapa MB. Array global memakai segmen memori yang jauh lebih longgar.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tipe sekecil mungkin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nilainya muat di int, jangan pakai long long. Bila hanya true atau false, pakai bitset yang delapan kali lebih hemat dari array bool.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untuk DP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dp baris i hanya membaca baris i−1, satu atau dua baris sudah cukup. Ini dibahas lengkap di Day 153.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Menganalisis sebelum menulis kode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Memilih Algoritma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Menentukan Pendekatan dari Batasan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soal meminta pengurutan dan pencarian pada array berisi n bilangan, dengan batas n sampai 100.000 dan batas waktu 1 detik.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Tersedia dua rancangan: algoritma A berkompleksitas O(n²) dan algoritma B berkompleksitas O(n log n). Mana yang harus dipilih, dan kenapa?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6634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memori 256 MB</a:t>
            </a:r>
            <a:endParaRPr lang="en-US" sz="1200" dirty="0"/>
          </a:p>
        </p:txBody>
      </p:sp>
      <p:pic>
        <p:nvPicPr>
          <p:cNvPr id="9" name="Image 0" descr="/tmp/ppt/imgs/c50_23_3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7436" y="1280160"/>
            <a:ext cx="3296007" cy="406741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Analisisnya bisa dijalankan: masukkan n, biarkan kode memvonis kompleksitas mana yang muat dan mana yang tidak.</a:t>
            </a:r>
            <a:endParaRPr lang="en-US" sz="1300" dirty="0"/>
          </a:p>
        </p:txBody>
      </p:sp>
      <p:pic>
        <p:nvPicPr>
          <p:cNvPr id="4" name="Image 0" descr="/tmp/ppt/imgs/c50_24_3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217" y="1993392"/>
            <a:ext cx="4543951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baca batas n. Ini satu-satunya angka yang menentukan seluruh pilihan berikutnya.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810866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8108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75600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bagi 10^8 dengan n untuk tahu berapa operasi yang boleh dipakai per elemen. Hasil 1.000 berarti O(log n) atau bahkan O(√n) per elemen masih aman.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582619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5826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527755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cocokkan dengan tabel. O(n log n) menghasilkan 1,7 juta operasi, jauh di bawah batas. O(n²) menghasilkan 10^10, sekitar seratus detik.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354373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3543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99509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periksa memorinya juga. Array n × n untuk n = 100.000 mustahil dialokasikan.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12612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1261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7126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Kesimpulan: pilih algoritma B. Analisis ini memakan waktu satu menit dan menghemat setengah jam.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 adalah langkah keempat dari empat langkah merancang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kompleksitas DP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= jumlah state dikali biaya satu transisi. Memori = jumlah state dikali ukuran tipe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knapsack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n × W, transisi O(1). Untuk n = 1.000 dan W = 100.000, waktunya 10^8 — pas-pasan, dan memorinya 800 MB — harus ditekan.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bitmask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2^n × n, transisi O(n). Untuk n = 20, itu 4 × 10^8 — batas atas yang realistis.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Kegunaan terbesarnya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hasil hitunganmu melebihi 10^8, JANGAN mulai menulis. Cari state yang lebih ringkas atau transisi yang lebih murah.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soal terbalik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pada soal sering memberi tahu tekniknya. n ≤ 20 hampir pasti bitmask, n ≤ 500 hampir pasti O(n³).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sampai kamu bisa menyebut kompleksitas sebuah kode hanya dengan melihatnya sekilas.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sepuluh solusi lama, hitung kompleksitas waktu dan ruangnya tanpa menjalankan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batas n dari 10 sampai 10^18, sebutkan kompleksitas yang boleh dipakai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program yang menjalankan 10^8 operasi sederhana, ukur waktunya di komputermu sendiri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waktu jalan sorting O(n log n) dan bubble sort O(n²) untuk n = 10.000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kebutuhan memori untuk dp[500][500][500] bertipe int — apakah muat?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lima soal Codeforces, baca batasannya, lalu tebak tekniknya sebelum membaca soal lengkapnya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sebelum mengetik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menit menghitung menghemat setengah jam menulis kode yang tidak akan lolos.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Patokan 10^8 operasi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batas waktu satu detik. Bagi angka ini dengan n untuk tahu berapa operasi yang boleh per elemen.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juga dihitung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elemen dikali ukuran tipe. Batas 256 MB kira-kira 3 × 10^7 long long.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STL esensial: struktur data bawaan C++ yang dipakai di hampir setiap solusi.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2026-09-05T08:51:33Z</dcterms:created>
  <dcterms:modified xsi:type="dcterms:W3CDTF">2026-09-05T08:51:33Z</dcterms:modified>
</cp:coreProperties>
</file>