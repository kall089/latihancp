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STL Containers III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Stack  ·  Queue  ·  Deque  ·  Priority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Adapter Containers untuk Pattern Khusus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28016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LIFO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120640"/>
            <a:ext cx="128016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FIFO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5120640"/>
            <a:ext cx="128016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Two-end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5120640"/>
            <a:ext cx="128016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521208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Heap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Stack
(LIFO)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Last In First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push/pop/top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Bracket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DFS recursion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Queue
(FIFO)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First In First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push/pop/front/back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BFS traversal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Round robin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Deque
(Both ends)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Double-ended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push/pop both sides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Sliding window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Random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Priority Queue
(Heap)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Max-heap default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top selalu max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Min-heap variation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Dijkstra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Stack — LIFO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Last In First Out — tumpukan piring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Stack?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Last In First Out — yang masuk terakhir keluar duluan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30352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035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Properti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Hanya bisa akses elemen TERATAS (top)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push(x) → tambah ke atas tumpukan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pop() → hapus elemen teratas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top() → lihat elemen teratas (tidak hapus)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Semua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Visualisasi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Operasi: push(1), push(2), push(3)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023360"/>
            <a:ext cx="1280160" cy="5029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11480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474720"/>
            <a:ext cx="1280160" cy="5029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926080"/>
            <a:ext cx="1280160" cy="5029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0175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0175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</a:rPr>
              <a:t>← 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4572000"/>
            <a:ext cx="1371600" cy="457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63600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bottom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27432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411480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O(1)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114800"/>
            <a:ext cx="155448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114800"/>
            <a:ext cx="155448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79392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137160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C857"/>
                </a:solidFill>
              </a:rPr>
              <a:t>O(1)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Stack — Code &amp; Bracket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STACK BASICS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O(1)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3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hapus 3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2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HATI-HATI: top() dari empty = UB!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BRACKET MATCHING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bool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isValid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'('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'['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'{'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false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')'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'('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']'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'['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'}'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'{'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false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Trace: "({[]})"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463040"/>
            <a:ext cx="5120640" cy="45720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c='('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554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55448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  <a:latin typeface="Menlo"/>
              </a:rPr>
              <a:t>['(']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965960"/>
            <a:ext cx="5120640" cy="45720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05740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c='{'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05740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05740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  <a:latin typeface="Menlo"/>
              </a:rPr>
              <a:t>['(','{']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468880"/>
            <a:ext cx="5120640" cy="45720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5603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c='['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56032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56032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  <a:latin typeface="Menlo"/>
              </a:rPr>
              <a:t>['(','{','[']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971800"/>
            <a:ext cx="5120640" cy="45720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0632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c=']'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06324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pop '['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06324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  <a:latin typeface="Menlo"/>
              </a:rPr>
              <a:t>['(','{']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474720"/>
            <a:ext cx="5120640" cy="45720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56616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c='}'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56616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pop '{'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5661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  <a:latin typeface="Menlo"/>
              </a:rPr>
              <a:t>['(']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977639"/>
            <a:ext cx="5120640" cy="45720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069079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  <a:latin typeface="Menlo"/>
              </a:rPr>
              <a:t>c=')'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06907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pop '('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069079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  <a:latin typeface="Menlo"/>
              </a:rPr>
              <a:t>[]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1772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✓ Stack kosong → BALANCED!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Monotonic Stack — Next Greater Element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Untuk tiap elemen, cari yang pertama lebih besar di kanan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41148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Hasil: result[i] = next greater (atau -1)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nextGreater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res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stack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6E7681"/>
                </a:solidFill>
                <a:latin typeface="Menlo"/>
              </a:rPr>
              <a:t>// simpan INDEX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res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res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Stack invariant: A[indices] DECREASING dari bawah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Trace: A = [4, 5, 2, 10, 8]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46304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21615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55356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46304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21615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155356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6304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1615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55356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46304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21615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155356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463040"/>
            <a:ext cx="77724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216152"/>
            <a:ext cx="7772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1553565"/>
            <a:ext cx="74066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286000"/>
            <a:ext cx="5212080" cy="41148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3500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Menlo"/>
              </a:rPr>
              <a:t>i=0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35000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FC857"/>
                </a:solidFill>
              </a:rPr>
              <a:t>push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3500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[0]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350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C9D1D9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743200"/>
            <a:ext cx="5212080" cy="41148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8072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Menlo"/>
              </a:rPr>
              <a:t>i=1: 5&gt;4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80720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FC857"/>
                </a:solidFill>
              </a:rPr>
              <a:t>pop 0, res[0]=5, push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8072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8072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C9D1D9"/>
                </a:solidFill>
              </a:rPr>
              <a:t>res[0]=5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200400"/>
            <a:ext cx="5212080" cy="41148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2644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Menlo"/>
              </a:rPr>
              <a:t>i=2: 2&lt;5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26440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FC857"/>
                </a:solidFill>
              </a:rPr>
              <a:t>push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2644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[1,2]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2644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C9D1D9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657600"/>
            <a:ext cx="5212080" cy="41148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7216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Menlo"/>
              </a:rPr>
              <a:t>i=3: 10&gt;2,5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372160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FC857"/>
                </a:solidFill>
              </a:rPr>
              <a:t>pop 2,1, push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37216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[3]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7216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C9D1D9"/>
                </a:solidFill>
              </a:rPr>
              <a:t>res[1]=10, res[2]=10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114800"/>
            <a:ext cx="5212080" cy="41148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1788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Menlo"/>
              </a:rPr>
              <a:t>i=4: 8&lt;10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4178808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FC857"/>
                </a:solidFill>
              </a:rPr>
              <a:t>push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17880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[3,4]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1788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900" b="0" i="0">
                <a:solidFill>
                  <a:srgbClr val="C9D1D9"/>
                </a:solidFill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4663440"/>
            <a:ext cx="512064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83680" y="466344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12280" y="4773168"/>
            <a:ext cx="4754879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Result: [5, 10, 10, -1, -1]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349240"/>
            <a:ext cx="11247120" cy="12801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349240"/>
            <a:ext cx="1124712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5385816"/>
            <a:ext cx="109728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Pola Monotonic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5843016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Tiap index push &amp; pop max 1× → O(n)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13562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Decreasing stack: next greater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428232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Increasing stack: next smaller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720840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Iterate dari kanan → previous greater/smaller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Queue — FIFO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First In First Out — antrian di kasir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Queue?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First In First Out — yang masuk pertama keluar duluan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30352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035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0424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Properti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996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push(x) → tambah ke BELAKANG (back)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pop() → hapus dari DEPAN (front)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front() → lihat depan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back() → lihat belakang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Semua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Visualisasi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push(1), push(2), push(3), pop()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777240" cy="6400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2218334"/>
            <a:ext cx="740664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103120"/>
            <a:ext cx="777240" cy="640080"/>
          </a:xfrm>
          <a:prstGeom prst="round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2218334"/>
            <a:ext cx="740664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03120"/>
            <a:ext cx="8229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front
(keluar)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274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FFC857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03120"/>
            <a:ext cx="8229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58A6FF"/>
                </a:solidFill>
              </a:rPr>
              <a:t>back
(masuk)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86000"/>
            <a:ext cx="274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58A6FF"/>
                </a:solidFill>
              </a:rPr>
              <a:t>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200400"/>
            <a:ext cx="57607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320040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310128"/>
            <a:ext cx="539495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1 sudah keluar (pop). Tinggal 2 di depan, 3 di belakang.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4114800"/>
            <a:ext cx="27432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O(1)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114800"/>
            <a:ext cx="2743200" cy="10972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114800"/>
            <a:ext cx="274320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27939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front/back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2560320" cy="5029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C857"/>
                </a:solidFill>
              </a:rPr>
              <a:t>O(1)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Queue — Code &amp; BFS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QUEUE BASICS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</a:t>
            </a:r>
            <a:r>
              <a:rPr sz="1000">
                <a:solidFill>
                  <a:srgbClr val="6E7681"/>
                </a:solidFill>
                <a:latin typeface="Menlo"/>
              </a:rPr>
              <a:t>// 1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3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hapus 1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2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BFS TEMPLATE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void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bfs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start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bool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visited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false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start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visited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start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true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" "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</a:t>
            </a:r>
            <a:r>
              <a:rPr sz="1000">
                <a:solidFill>
                  <a:srgbClr val="6E7681"/>
                </a:solidFill>
                <a:latin typeface="Menlo"/>
              </a:rPr>
              <a:t>// process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visited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visited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true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BFS: Level-by-level traversal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5120640" cy="7315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463040"/>
            <a:ext cx="91440" cy="7315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572768"/>
            <a:ext cx="4754879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Queue menjamin urutan: semua node level-1 diproses sebelum level-2.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286000"/>
            <a:ext cx="5120640" cy="23774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286000"/>
            <a:ext cx="512064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32257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Use Cases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77977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BFS shortest path (unweighted)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07238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Level-order traversal di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364991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Round-robin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657599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Cache replacement (FIFO)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950207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Producer-consumer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800600"/>
            <a:ext cx="512064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4800600"/>
            <a:ext cx="51206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483717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Stack vs Queue di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529437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Stack → DFS (kedalaman)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558698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Queue → BFS (lebar / shortest)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587959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Pola sangat mirip, beda struktur saja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Deque — Double-Ended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Bisa push/pop dari kedua ujung — fleksibel!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Deque — Double-Ended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Push/pop dari front &amp; back — semua O(1)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76072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7607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48640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DEQUE BASICS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deque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PUSH dari kedua sisi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[1]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2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</a:t>
            </a:r>
            <a:r>
              <a:rPr sz="1000">
                <a:solidFill>
                  <a:srgbClr val="6E7681"/>
                </a:solidFill>
                <a:latin typeface="Menlo"/>
              </a:rPr>
              <a:t>// [1, 2]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[0, 1, 2]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</a:t>
            </a:r>
            <a:r>
              <a:rPr sz="1000">
                <a:solidFill>
                  <a:srgbClr val="6E7681"/>
                </a:solidFill>
                <a:latin typeface="Menlo"/>
              </a:rPr>
              <a:t>// [0, 1, 2, 3]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AKSES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0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3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1 (random access!)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POP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</a:t>
            </a:r>
            <a:r>
              <a:rPr sz="1000">
                <a:solidFill>
                  <a:srgbClr val="6E7681"/>
                </a:solidFill>
                <a:latin typeface="Menlo"/>
              </a:rPr>
              <a:t>// [1, 2, 3]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</a:t>
            </a:r>
            <a:r>
              <a:rPr sz="1000">
                <a:solidFill>
                  <a:srgbClr val="6E7681"/>
                </a:solidFill>
                <a:latin typeface="Menlo"/>
              </a:rPr>
              <a:t>// [1, 2]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IDIOMATIC iteration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dq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x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Deque: 2-ended seperti vector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554480"/>
            <a:ext cx="731520" cy="5943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30759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661464"/>
            <a:ext cx="694944" cy="4160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554480"/>
            <a:ext cx="731520" cy="5943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30759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1661464"/>
            <a:ext cx="694944" cy="4160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554480"/>
            <a:ext cx="731520" cy="5943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0759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661464"/>
            <a:ext cx="694944" cy="4160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554480"/>
            <a:ext cx="731520" cy="59436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307592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1661464"/>
            <a:ext cx="694944" cy="4160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9144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58A6FF"/>
                </a:solidFill>
              </a:rPr>
              <a:t>↑
front
pop_front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286000"/>
            <a:ext cx="9144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3FD97F"/>
                </a:solidFill>
              </a:rPr>
              <a:t>↑
back
pop_back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← push_front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2004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push_back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657600"/>
            <a:ext cx="530352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65760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69417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Use Cases Deque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15137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Sliding window maximum (monotonic)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44398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Palindrome check (front vs back)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73659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0-1 BFS (push_front / push_back)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502920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🔹 Undo/redo (recent + oldest)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Sliding Window Maximum — Monotonic Deque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Deque simpan INDEX, A[idx] decreasing dari front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40080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612648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Deque maintains DECREASING order of values (stores indices)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deque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1. Pop front yang sudah keluar window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2. Pop back yang nilainya ≤ A[i] (tidak akan jadi max)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3. Push index sekarang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4. Window penuh → output max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cout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C857"/>
                </a:solidFill>
                <a:latin typeface="Menlo"/>
              </a:rPr>
              <a:t>' '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005840"/>
            <a:ext cx="4846320" cy="21945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1005840"/>
            <a:ext cx="48463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104241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Invariant Deque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1499616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Index dalam dq ⊆ [i-k+1, i]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1792224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A[front] ≥ A[next] ≥ ... ≥ A[back]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2084832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A[front] = MAX di window sekarang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2377440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Tiap elemen masuk &amp; keluar ≤ 1× → O(n)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2286000" cy="12801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3337560"/>
            <a:ext cx="2286000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502152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Brute 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840480"/>
            <a:ext cx="2103120" cy="6857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6B8A"/>
                </a:solidFill>
              </a:rPr>
              <a:t>O(n·k)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337560"/>
            <a:ext cx="2286000" cy="12801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3337560"/>
            <a:ext cx="22860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502152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Mono Deque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40480"/>
            <a:ext cx="2103120" cy="6857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00600"/>
            <a:ext cx="11247120" cy="18288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00600"/>
            <a:ext cx="11247120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Trace: A=[1,3,-1,-3,5,3,6,7], K=3  →  Output: 3 3 5 5 6 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4924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349240"/>
            <a:ext cx="2697480" cy="457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1" y="541324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" y="5623559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39" y="5513831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6E7681"/>
                </a:solidFill>
              </a:rPr>
              <a:t>out=—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534924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29000" y="5349240"/>
            <a:ext cx="2697480" cy="457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02152" y="541324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i=1: 3&gt;1 pop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2152" y="5623559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[1]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513831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6E7681"/>
                </a:solidFill>
              </a:rPr>
              <a:t>out=—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34924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349240"/>
            <a:ext cx="269748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541324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5623559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[1,2]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5513831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C857"/>
                </a:solidFill>
              </a:rPr>
              <a:t>out=3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06839" y="534924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06839" y="5349240"/>
            <a:ext cx="269748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9991" y="541324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9991" y="5623559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[1,2,3]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599" y="5513831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C857"/>
                </a:solidFill>
              </a:rPr>
              <a:t>out=3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94360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5943600"/>
            <a:ext cx="269748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1" y="600760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i=4: 5&gt;−3,−1,3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1" y="621792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[4]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48839" y="6108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C857"/>
                </a:solidFill>
              </a:rPr>
              <a:t>out=5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29000" y="594360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29000" y="5943600"/>
            <a:ext cx="269748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02152" y="600760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2152" y="621792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[4,5]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6108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C857"/>
                </a:solidFill>
              </a:rPr>
              <a:t>out=5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94360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5943600"/>
            <a:ext cx="269748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1072" y="600760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i=6: 6&gt;3,5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1072" y="621792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[6]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79" y="6108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C857"/>
                </a:solidFill>
              </a:rPr>
              <a:t>out=6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06839" y="5943600"/>
            <a:ext cx="26974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06839" y="5943600"/>
            <a:ext cx="2697480" cy="457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79991" y="600760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Menlo"/>
              </a:rPr>
              <a:t>i=7: 7&gt;6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9991" y="621792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  <a:latin typeface="Menlo"/>
              </a:rPr>
              <a:t>[7]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599" y="6108192"/>
            <a:ext cx="11430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C857"/>
                </a:solidFill>
              </a:rPr>
              <a:t>out=7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Priority Queue — Heap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Max default. Akses elemen terbesar O(1).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Priority Queue — Auto Sorted Heap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 selalu MAX (default), atau MIN (variant)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MAX-HEAP (DEFAULT)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5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5 (max)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remove 5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4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MIN-HEAP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pq_min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pq_min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3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pq_min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pq_min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pq_min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</a:t>
            </a:r>
            <a:r>
              <a:rPr sz="1000">
                <a:solidFill>
                  <a:srgbClr val="6E7681"/>
                </a:solidFill>
                <a:latin typeface="Menlo"/>
              </a:rPr>
              <a:t>// 1 (min)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CUSTOM COMPARATOR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cmp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second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second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6E7681"/>
                </a:solidFill>
                <a:latin typeface="Menlo"/>
              </a:rPr>
              <a:t>// min by second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decltype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cmp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pq3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cmp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C9A0FF"/>
                </a:solidFill>
              </a:rPr>
              <a:t>Max-Heap (binary tree)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FFC857"/>
                </a:solidFill>
              </a:rPr>
              <a:t>Setelah push(3,1,4,1,5):</a:t>
            </a:r>
          </a:p>
        </p:txBody>
      </p:sp>
      <p:sp>
        <p:nvSpPr>
          <p:cNvPr id="14" name="Oval 13"/>
          <p:cNvSpPr/>
          <p:nvPr/>
        </p:nvSpPr>
        <p:spPr>
          <a:xfrm>
            <a:off x="8851392" y="1719072"/>
            <a:ext cx="585216" cy="585216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51392" y="1847088"/>
            <a:ext cx="58521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7479792" y="2816352"/>
            <a:ext cx="585216" cy="5852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2944368"/>
            <a:ext cx="58521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10222992" y="2816352"/>
            <a:ext cx="585216" cy="585216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2992" y="2944368"/>
            <a:ext cx="58521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3913631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041648"/>
            <a:ext cx="58521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8394192" y="3913631"/>
            <a:ext cx="585216" cy="585216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041648"/>
            <a:ext cx="585216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69164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FC857"/>
                </a:solidFill>
              </a:rPr>
              <a:t>↑ root = MAX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309360"/>
            <a:ext cx="2743200" cy="4572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630936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812280"/>
            <a:ext cx="2560320" cy="-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O(log 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6309360"/>
            <a:ext cx="2743200" cy="4572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6309360"/>
            <a:ext cx="274320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647395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pop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6812280"/>
            <a:ext cx="2560320" cy="-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FFC857"/>
                </a:solidFill>
              </a:rPr>
              <a:t>O(log 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6309360"/>
            <a:ext cx="2743200" cy="4572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6309360"/>
            <a:ext cx="27432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812280"/>
            <a:ext cx="2560320" cy="-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Priority Queue — Pattern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424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🎯 Top-K Largest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Pakai MIN-HEAP ukuran 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Jika size &gt; K → pop top (yg terkecil).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Sisanya = top-K largest.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57784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5778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042416"/>
            <a:ext cx="5303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🛣️ Dijkstra Shortest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499616"/>
            <a:ext cx="52120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Min-heap of (distance, node).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92224"/>
            <a:ext cx="52120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Pop → process node terdekat dulu.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084832"/>
            <a:ext cx="52120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Update distance neighbors → push.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97480"/>
            <a:ext cx="548640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73405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🔀 Merge K Sorted Arrays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9125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Min-heap of (val, arr_idx, val_idx).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48386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Pop terkecil → push next dari array yg sama.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77647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Total O(n log K).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697480"/>
            <a:ext cx="5577840" cy="15544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697480"/>
            <a:ext cx="557784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734056"/>
            <a:ext cx="5303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📊 Median Finder (2 heaps)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91256"/>
            <a:ext cx="52120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Max-heap untuk lower half.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483864"/>
            <a:ext cx="52120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Min-heap untuk upper half.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776472"/>
            <a:ext cx="52120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Median = top heap (atau average).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34840"/>
            <a:ext cx="11247120" cy="16459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6927" y="4480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19" y="4480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2" y="4480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709159"/>
            <a:ext cx="109728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=== TOP-K LARGEST ===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greater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minH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min-heap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nums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minH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minH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minH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minH sekarang berisi K largest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Trace Heap &amp; Merge K Sorted Arrays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Visualisasi push/pop dan pola merge K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C9A0FF"/>
                </a:solidFill>
              </a:rPr>
              <a:t>Max-Heap Trace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32703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Operasi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463040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Heap (conceptual)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463040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top()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92224"/>
            <a:ext cx="5632703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56231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  <a:latin typeface="Menlo"/>
              </a:rPr>
              <a:t>push(3)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856231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856231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76272"/>
            <a:ext cx="5632703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40279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  <a:latin typeface="Menlo"/>
              </a:rPr>
              <a:t>push(1)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240279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[3,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240279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5632703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24327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  <a:latin typeface="Menlo"/>
              </a:rPr>
              <a:t>push(5)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624327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[5, 1,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624327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44368"/>
            <a:ext cx="5632703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08375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  <a:latin typeface="Menlo"/>
              </a:rPr>
              <a:t>push(2)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008375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[5, 2, 3,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008375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28415"/>
            <a:ext cx="5632703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92423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  <a:latin typeface="Menlo"/>
              </a:rPr>
              <a:t>pop()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392423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[3, 2, 1]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392423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12464"/>
            <a:ext cx="5632703" cy="365760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776472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  <a:latin typeface="Menlo"/>
              </a:rPr>
              <a:t>push(4)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3776472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[4, 2, 3, 1]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776472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96512"/>
            <a:ext cx="5632703" cy="365760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160520"/>
            <a:ext cx="1463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  <a:latin typeface="Menlo"/>
              </a:rPr>
              <a:t>pop()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160520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  <a:latin typeface="Menlo"/>
              </a:rPr>
              <a:t>[3, 2, 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160520"/>
            <a:ext cx="10058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  <a:latin typeface="Menlo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576072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57200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681728"/>
            <a:ext cx="5394959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Heap selalu menjaga max di root → top() O(1)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Merge K Sorted Arrays — Min Heap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1417320"/>
            <a:ext cx="530352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1417320"/>
            <a:ext cx="53035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10528" y="146304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675120" y="146304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39712" y="146304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1691640"/>
            <a:ext cx="502920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Min-heap of (value, arr_idx, elem_idx)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tuple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tuple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greater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Push first elemen tiap array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arr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ai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79C0FF"/>
                </a:solidFill>
                <a:latin typeface="Menlo"/>
              </a:rPr>
              <a:t>cout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' '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ei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arr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ai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pq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arr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ai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ei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ai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Total: O(n log K)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212080"/>
            <a:ext cx="11247120" cy="14173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212080"/>
            <a:ext cx="1124712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30352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📊 Median Finder — Two Heaps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71500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Max-heap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98932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lower half (≤ median)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571500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Min-heap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98932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upper half (≥ median)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571500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C9A0FF"/>
                </a:solidFill>
              </a:rPr>
              <a:t>Balance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598932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diff ≤ 1 antar heap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71500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Median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98932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top heap besar / avg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Pattern Recognition — Container 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1638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30175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Situasi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05840"/>
            <a:ext cx="307238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051560"/>
            <a:ext cx="292607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05840"/>
            <a:ext cx="252374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051560"/>
            <a:ext cx="237743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Strategi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005840"/>
            <a:ext cx="2066543" cy="38862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19" y="1051560"/>
            <a:ext cx="1920239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Complexity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401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133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Bracket matching, undo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5133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133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LIFO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15133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DFS recursion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973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705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BFS shortest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19705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9705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FIFO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19705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Level-by-level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545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277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Sliding window max/min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4277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deque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4277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Monotonic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4277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O(n)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117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8849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Top-K elements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8849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priority_queue (min-heap)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8849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Fixed size 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28849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2689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421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Dijkstra / Prim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3421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priority_queue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3421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Min by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33421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O(E log 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261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7993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Merge K sorted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7993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priority_queue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993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Min by value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37993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183380"/>
            <a:ext cx="1093622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565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Median in stream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42565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2× priority_queue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2565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Max-half + Min-half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19" y="42565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O(log n) insert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640580"/>
            <a:ext cx="1093622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13732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DFS iteratif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713732"/>
            <a:ext cx="292607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stack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713732"/>
            <a:ext cx="23774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Replace recursion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19" y="4713732"/>
            <a:ext cx="1920239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Avoid stack overflow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top()/pop() di empty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stack.top() saat empty = UB!
Selalu cek: if (!st.empty())
Sama untuk queue.front(), pq.top().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priority_queue default =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priority_queue&lt;int&gt; = max-heap!
Untuk min-heap: greater&lt;int&gt; sbg
template arg ke-3, ATAU negate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pop() return VOID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int x = q.pop();   ✗ COMPILE ERROR
int x = q.front(); ✓
q.pop();           ✓ baru pop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stack vs deque vs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Vector bisa simulasi stack (push_back/back/pop_back).
Deque &gt; queue (random access + 2 ujung).
Pakai stack/queue untuk readability saja.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Custom comparator pq tricky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auto cmp = [](...){...};
priority_queue&lt;T, vector&lt;T&gt;,
    decltype(cmp)&gt; pq(cmp);  ← wajib!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Lazy deletion di pq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pq tidak support erase arbitrary.
Pakai trick: tandai 'deleted',
skip saat pop jika sudah deleted.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4297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STACK (LIFO)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stack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QUEUE (FIFO)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DEQUE (Both ends)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deque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dq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  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random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05840"/>
            <a:ext cx="5577840" cy="4297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620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80160"/>
            <a:ext cx="5303520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MAX-HEAP (default)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MIN-HEAP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50">
                <a:solidFill>
                  <a:srgbClr val="39D0D8"/>
                </a:solidFill>
                <a:latin typeface="Menlo"/>
              </a:rPr>
              <a:t>greater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pq_min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PAIR HEAP (sort by first DESC)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39D0D8"/>
                </a:solidFill>
                <a:latin typeface="Menlo"/>
              </a:rPr>
              <a:t>pair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pqp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CUSTOM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cmp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decltype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cmp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pq3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cmp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47120" cy="11887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🌟 Aturan 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stack/queue/pq adalah ADAPTER (bukan container)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89788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top()/pop()/front() di empty = UB, selalu cek empty()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Min-heap = greater&lt;int&gt; sebagai 3rd template arg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6217920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Deque mendukung push/pop dua sisi + random access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Adapter containers — DFS, BFS, sliding window, heap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Stack (LIFO)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push/pop/top all O(1). Bracket match, DFS, undo. Hati-hati top() empty.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Queue (FIFO)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push/pop dari ujung berbeda. BFS, level-order, scheduling.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Deque (2-ended)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push/pop_front+back. Sliding window monotonic. Random access seperti vector.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Priority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Max-heap default. Min-heap pakai greater. Dijkstra, top-K, merge sorted.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Akses empty container = UB. Custom comparator priority_queue tricky syntax.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5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