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Lintasan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Sirkuit Euler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setiap sisi tepat sekali, dan kenapa itu jauh lebih mudah daripada Hamilton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tukang pos yang harus melewati setiap JALAN di kompleks, bukan mengunjungi setiap rumah.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jalan dilalui tepat sekali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dipakai tepat sekali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melewati persimpangan berkali-kali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boleh berulang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masuk persimpangan harus bisa keluar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harus genap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kalau semua jalan sekitar sudah dilewati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buntu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dicatat mundur dari titik buntu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Hierholzer mencatat saat mundur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habis adalah JALANNYA, bukan tempatnya — dan perbedaan satu kata itu memisahkan soal mudah dari soal NP-complete.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Lintasan Euler melewati setiap SISI tepat sekali. Syaratnya hanya hitungan derajat, dan mencarinya cukup O(V + 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tentang sisi, Hamilton tentang simpul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selesai dalam waktu linear; Hamilton NP-complete. Satu kata pada pernyataan soal menentukan pendekatan yang sama sekali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hanya hitungan derajat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derajat genap berarti sirkuit; tepat dua ganjil berarti lintasan. Untuk graf berarah, bandingkan derajat masuk dan keluar.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Keterhubungan wajib diperiksa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genap saja tidak cukup. Dua segitiga terpisah punya semua derajat genap tetapi tidak punya sirkuit Euler.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Hierholzer mencatat simpul saat mundur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Telusuri sampai buntu, catat simpulnya, lalu mundur. Hasilnya dibalik di akhir, dan cabang yang belum ditelusuri tersisip di tempat yang benar.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"melewati setiap jalan", "setiap hubungan", atau "setiap potongan".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melewati setiap SISI tepat sekali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Merangkai potongan menjadi rantai atau lingkaran, misalnya domino atau DNA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barisan de Bruijn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pengantaran yang menempuh setiap jalan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dilewati adalah setiap SIMPUL — itu Hamilton, NP-complete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boleh dilewati berkali-kali — itu masalah jarak terpendek biasa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yang harus diminimalkan — itu Chinese Postman Problem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termudah memeriksa keterhubungan sekaligus: panjang hasil wajib sama dengan banyaknya sisi ditambah satu. Kalau kurang, ada sisi yang tak terjangkau.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terhubung (Day 117)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de Bruijn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Chinese Postman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Perangkaian potongan DNA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Lintasan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Sirkuit Euler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setiap sisi tepat sekali, dalam O(V + E).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E sampai dua ratus ribu, rekursi Hierholzer bisa sedalam itu juga. Pakai versi iteratif dengan tumpukan eksplisit agar aman dari stack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Bedanya dengan Hamilton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Keberadaannya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Berderajat Genap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Hierholzer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Mencatat Saat Mundur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sisi, bukan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Bedanya dengan Hamilton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melewati setiap SISI tepat sekali dan bisa dicek dalam O(n). Hamilton melewati setiap SIMPUL tepat sekali dan tidak punya cara cepat.</a:t>
            </a:r>
            <a:endParaRPr lang="en-US" sz="1300" dirty="0"/>
          </a:p>
        </p:txBody>
      </p:sp>
      <p:pic>
        <p:nvPicPr>
          <p:cNvPr id="4" name="Image 0" descr="/tmp/ppt/imgs/c2_8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559" y="1993392"/>
            <a:ext cx="337242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22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bedanya: Euler selesai dalam satu loop derajat, Hamilton butuh menelusuri seluruh 4! permutasi. Untuk n = 20 cara kedua sudah mustahil.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584150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74422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Euler: syaratnya lokal — cukup lihat derajat tiap simpul.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132591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022863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Hamilton: syaratnya global — tidak ada rumus derajat yang cukup.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68103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57130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Hamilton termasuk NP-sulit; untuk n &lt;= 20 pakai DP bitmask (Day 156).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229473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19745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membaca "sisi" jadi "simpul" adalah kesalahan paling sering di sini.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Keberadaannya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ini menjawab seluruh pertanyaan: 2 berarti ada sirkuit, 1 berarti ada lintasan, 0 berarti tidak ada.</a:t>
            </a:r>
            <a:endParaRPr lang="en-US" sz="1300" dirty="0"/>
          </a:p>
        </p:txBody>
      </p:sp>
      <p:pic>
        <p:nvPicPr>
          <p:cNvPr id="4" name="Image 0" descr="/tmp/ppt/imgs/c2_9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18 adalah syarat yang paling sering dilupakan: derajatnya boleh genap semua, tetapi kalau sisinya terpecah di dua komponen tetap tidak ada sirkuit Euler.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Sirkuit Euler: semua simpul berderajat genap, sisi satu komponen.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Lintasan Euler: tepat dua simpul berderajat ganjil, sisanya genap.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terisolasi (derajat 0) tidak ikut diperiksa keterhubungannya.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berarah, syaratnya jadi masuk = keluar di setiap simpul.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Berderajat Genap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 satu kalimat: setiap kali sirkuit melewati sebuah simpul, ia memakai satu sisi untuk masuk dan satu untuk keluar. Kode ini menghitungnya.</a:t>
            </a:r>
            <a:endParaRPr lang="en-US" sz="1300" dirty="0"/>
          </a:p>
        </p:txBody>
      </p:sp>
      <p:pic>
        <p:nvPicPr>
          <p:cNvPr id="4" name="Image 0" descr="/tmp/ppt/imgs/c2_10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886" y="1993392"/>
            <a:ext cx="529377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setiap simpul selalu masuk + keluar, dan keduanya selalu bertambah berpasangan. Karena itu derajatnya tidak mungkin ganjil pada sirkuit.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598164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884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kunjungan menghabiskan tepat dua ujung sisi.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5594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0462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lintasan (bukan sirkuit), titik awal dan akhir tidak berpasangan.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13732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6040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tepat dua simpul boleh berderajat ganjil pada lintasan.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27151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617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ini juga menjelaskan kenapa jumlah derajat selalu genap.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simpul, enam sisi, dua segitiga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Memeriksa Derajat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 dua segitiga yang bertemu di simpul 1. Semua derajatnya genap, jadi sirkuit Euler ada.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2717" y="259402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463040" y="2734056"/>
            <a:ext cx="0" cy="142646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712717" y="359986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58637" y="259402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2734056"/>
            <a:ext cx="0" cy="142646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358637" y="359986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816352" y="31546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6352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043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70432" y="41605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043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62272" y="41605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6227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1 = 4  genap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2 = 2  genap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3 = 2  genap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4 = 2  genap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5 = 2  genap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SIRKUIT ADA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 derajat genap dan grafnya terhubung  -&gt;  sirkuit Euler pasti ada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 berderajat empat karena ia menjadi titik temu kedua segitiga. Derajat genap berarti setiap kali masuk, selalu ada jalan untuk keluar lagi.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Menelusuri Segitiga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simpul 1, telusuri terus sampai buntu. Setelah 1-2-3-1 kita kembali ke titik awal.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2717" y="259402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463040" y="2734056"/>
            <a:ext cx="0" cy="1426464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712717" y="359986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58637" y="259402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2734056"/>
            <a:ext cx="0" cy="142646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358637" y="359986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816352" y="31546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6352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 ke sini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043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70432" y="41605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7043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6227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62272" y="41605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sejauh ini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3 -&gt; 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sisi terpakai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sisi tersisa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simpul 1 masih ada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ke 4 dan ke 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kembali ke titik awal, tetapi masih ada sisi yang belum dipakai  -&gt;  lanjutkan dari sini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pentingnya penunjuk iter_ pada tiap simpul: sisi yang sudah dipakai tidak diperiksa ulang, sehingga totalnya tetap linear.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Segitiga Kedua Tersisip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Segitiga kedua ditelusuri, lalu keseluruhannya dibalik. Hasilnya sirkuit yang memakai keenam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2717" y="259402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463040" y="2734056"/>
            <a:ext cx="0" cy="1426464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712717" y="359986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58637" y="259402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2734056"/>
            <a:ext cx="0" cy="1426464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358637" y="3599868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816352" y="31546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16352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7043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7043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70432" y="41605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043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6227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62272" y="41605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2272" y="4160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1 2 3 1 4 5 1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simpul, 6 sisi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sisi tepat sekali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 hasil selalu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+ 1 bila sirkuit sah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sirkuit Euler:  1 - 2 - 3 - 1 - 4 - 5 - 1        seluruh 6 sisi terpakai tepat sekali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simpul 1 muncul tiga kali. Itu sah: yang tidak boleh berulang adalah SISI, sedangkan simpul boleh dilewati berkali-kali.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Hierholzer: telusuri, buntu,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Hierholzer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27: simpul dicatat saat MUNDUR, bukan saat masuk. Itu seluruh triknya.</a:t>
            </a:r>
            <a:endParaRPr lang="en-US" sz="1300" dirty="0"/>
          </a:p>
        </p:txBody>
      </p:sp>
      <p:pic>
        <p:nvPicPr>
          <p:cNvPr id="4" name="Image 0" descr="/tmp/ppt/imgs/c2_16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948" y="1755648"/>
            <a:ext cx="353448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disimpan bersama indeksnya, karena penandaan pemakaian dilakukan per SISI, bukan per pasangan simpul.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iter_[v] mengingat sampai mana daftar tetangga v sudah diperiksa. Tanpanya kompleksitasnya menjadi O(E kuadrat).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sudah dipakai dilewati. Pada graf tak berarah, satu sisi muncul di dua daftar tetangga.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terus berjalan sampai tidak ada sisi tersisa dari simpul sekarang.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dicatat setelah seluruh sisinya habis — inilah yang membuat cabang tersisip di tempat yang benar.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Mencatat Saat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simpul dicatat saat maju, jalur buntu ikut tercatat di tempat yang salah. Mencatat saat mundur membuat urutannya otomatis benar.</a:t>
            </a:r>
            <a:endParaRPr lang="en-US" sz="1300" dirty="0"/>
          </a:p>
        </p:txBody>
      </p:sp>
      <p:pic>
        <p:nvPicPr>
          <p:cNvPr id="4" name="Image 0" descr="/tmp/ppt/imgs/c2_17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299" y="1993392"/>
            <a:ext cx="461294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 muncul dua kali di jalur, dan itu memang benar: cabang 2→4→2 harus disisipkan tepat di tengah. Mencatat saat mundur menaruhnya persis di situ tanpa kode tambahan.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dihapus (pop_back) begitu dipakai, jadi tidak akan terpakai dua kali.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Cabang buntu selesai lebih dulu, jadi ia terdorong ke posisi yang benar.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terbalik, karena itu perlu reverse di akhir.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rekursif bisa kena stack overflow; untuk m besar tulis iteratif.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terkenal: barisan De Bruijn — rangkaian siklik terpendek yang memuat setiap pola biner panjang n tepat satu kali.</a:t>
            </a:r>
            <a:endParaRPr lang="en-US" sz="1300" dirty="0"/>
          </a:p>
        </p:txBody>
      </p:sp>
      <p:pic>
        <p:nvPicPr>
          <p:cNvPr id="4" name="Image 0" descr="/tmp/ppt/imgs/c2_18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194" y="1993392"/>
            <a:ext cx="346715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1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Panjangnya tepat 2^n dan memuat kedelapan pola tiga-bit sekali masing-masing — itulah yang diperiksa bagian bawah kode. Dipakai nyata untuk menebak kode brankas dan merancang penanda posisi.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45552" y="3775677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65949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= pola panjang n-1, sisi = menambahkan satu bit di ujung.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45552" y="4314775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05047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derajat masuk 2 dan keluar 2, jadi sirkuit Euler selalu ada.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45552" y="4853874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44146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lain: rute penyapu jalan, gambar satu goresan, perakitan DNA.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45552" y="5392972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283244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Juga dipakai untuk merangkai kartu domino dan soal "gunakan tiap sisi sekali".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memeriksa keterhubungan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genap saja tidak cukup. Dua segitiga terpisah punya semua derajat genap tetapi tidak punya sirkuit Euler.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memakai penunjuk iter_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penunjuk, sisi yang sudah dipakai diperiksa berulang kali dan kompleksitasnya menjadi O(E kuadrat).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Mencatat simpul saat masuk, bukan saat mundur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hasilnya menjadi salah ketika penelusuran buntu lebih dulu. Catat saat mundur, lalu balik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terlalu dalam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Kedalamannya bisa sebesar banyaknya sisi. Untuk E dua ratus ribu, gunakan versi iteratif dengan tumpukan eksplisit.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Sirkuit Euler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sisi. Tentukan apakah ada sirkuit Euler yang berawal dan berakhir di simpul 1; bila ada, keluarkan urutan simpul yang dilewatinya.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sisi ganda maupun gelang</a:t>
            </a:r>
            <a:endParaRPr lang="en-US" sz="1200" dirty="0"/>
          </a:p>
        </p:txBody>
      </p:sp>
      <p:pic>
        <p:nvPicPr>
          <p:cNvPr id="9" name="Image 0" descr="/tmp/ppt/imgs/c2_21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3752" y="1280160"/>
            <a:ext cx="19033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51: panjang hasil wajib m + 1 — itulah cara memeriksa keterhubungan tanpa DFS terpisah.</a:t>
            </a:r>
            <a:endParaRPr lang="en-US" sz="1300" dirty="0"/>
          </a:p>
        </p:txBody>
      </p:sp>
      <p:pic>
        <p:nvPicPr>
          <p:cNvPr id="4" name="Image 0" descr="/tmp/ppt/imgs/c2_22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654" y="1755648"/>
            <a:ext cx="235623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E). Pemeriksaan panjang hasil di baris 51 sekaligus menangkap kasus graf tidak terhubung, sehingga tidak perlu pemeriksaan komponen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Hierholzer langsung; tiga berikutnya butuh pemodelan lebih dulu.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Mail Delivery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Sirkuit Euler pada graf tak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Teleporters Path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Lintasan Euler pada graf berarah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De Bruijn Sequence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Pemodelan barisan de Bruijn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508D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Merangkai potongan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10054 — The Necklace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Merangkai manik menjadi lingkaran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tentang SISI, Hamilton tentang SIMPUL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selesai dalam O(V + E); Hamilton NP-complete. Satu kata pada pernyataan soal menentukan pendekatan yang sama sekali berbeda.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hanya hitungan derajat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genap berarti sirkuit; tepat dua ganjil berarti lintasan. Untuk graf berarah, bandingkan derajat masuk dan keluar.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Keterhubungan wajib diperiksa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genap saja tidak cukup. Cara termudah: periksa apakah panjang hasilnya sama dengan banyaknya sisi ditambah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Hierholzer mencatat simpul saat mundur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dicatat setelah seluruh sisinya habis, lalu hasilnya dibalik. Itu yang membuat cabang tersisip di tempat yang benar.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