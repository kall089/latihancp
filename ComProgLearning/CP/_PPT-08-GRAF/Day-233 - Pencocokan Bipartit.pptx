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Bipartit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penambah, algoritma Kuhn, dan tiga teorema yang membuka banyak soal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 · Day 233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233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00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Sebelum Mulai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apa, dan kapan ia dipakai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3ECF9E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 Sederhana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mengatur siapa berdansa dengan siapa di sebuah pesta.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BAYANGKAN SEPERTI INI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8928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DALAM SOAL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67512" y="2276856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276856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23544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orang punya daftar pasangan yang ia mau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86984" y="2523744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858000" y="2276856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0" y="2276856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14032" y="2276856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pada graf bipartit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67512" y="2898648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14" name="Shape 12"/>
          <p:cNvSpPr/>
          <p:nvPr/>
        </p:nvSpPr>
        <p:spPr>
          <a:xfrm>
            <a:off x="667512" y="2898648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orang hanya boleh satu pasangan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86984" y="3145536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858000" y="2898648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0" y="2898648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114032" y="2898648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dipakai paling banyak sekali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7512" y="3520440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1" name="Shape 19"/>
          <p:cNvSpPr/>
          <p:nvPr/>
        </p:nvSpPr>
        <p:spPr>
          <a:xfrm>
            <a:off x="667512" y="3520440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23544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Sebanyak mungkin pasangan terbentuk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86984" y="3767328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3520440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6858000" y="3520440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14032" y="3520440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 maksimum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" y="4142232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28" name="Shape 26"/>
          <p:cNvSpPr/>
          <p:nvPr/>
        </p:nvSpPr>
        <p:spPr>
          <a:xfrm>
            <a:off x="667512" y="4142232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23544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Minta orang bergeser agar yang lain kebagian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586984" y="4389120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58000" y="4142232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Shape 30"/>
          <p:cNvSpPr/>
          <p:nvPr/>
        </p:nvSpPr>
        <p:spPr>
          <a:xfrm>
            <a:off x="6858000" y="4142232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7114032" y="4142232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penambah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7512" y="4764024"/>
            <a:ext cx="4663440" cy="493776"/>
          </a:xfrm>
          <a:prstGeom prst="rect">
            <a:avLst/>
          </a:prstGeom>
          <a:solidFill>
            <a:srgbClr val="FFF8EC"/>
          </a:solidFill>
          <a:ln/>
        </p:spPr>
      </p:sp>
      <p:sp>
        <p:nvSpPr>
          <p:cNvPr id="35" name="Shape 33"/>
          <p:cNvSpPr/>
          <p:nvPr/>
        </p:nvSpPr>
        <p:spPr>
          <a:xfrm>
            <a:off x="667512" y="4764024"/>
            <a:ext cx="54864" cy="493776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23544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Sudah tidak ada yang bisa digeser lagi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586984" y="5010912"/>
            <a:ext cx="1014984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858000" y="4764024"/>
            <a:ext cx="4663440" cy="4937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9" name="Shape 37"/>
          <p:cNvSpPr/>
          <p:nvPr/>
        </p:nvSpPr>
        <p:spPr>
          <a:xfrm>
            <a:off x="6858000" y="4764024"/>
            <a:ext cx="54864" cy="49377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14032" y="4764024"/>
            <a:ext cx="4206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Berge: pencocokan sudah maksimum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67512" y="5532120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2" name="Shape 40"/>
          <p:cNvSpPr/>
          <p:nvPr/>
        </p:nvSpPr>
        <p:spPr>
          <a:xfrm>
            <a:off x="667512" y="5532120"/>
            <a:ext cx="1085392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941832" y="56784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INTINYA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41832" y="591616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Kuncinya bukan memilih dengan rakus, melainkan bersedia meminta orang yang sudah berpasangan untuk bergeser — itulah jalur penambah.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Tentang 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 bipartit memilih sebanyak mungkin pasangan tanpa satu pun unsur dipakai dua kali — dan greedy polos tidak cukup untuk itu.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 adalah himpunan sisi yang tidak berbagi simpul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simpul di kedua sisi dipakai paling banyak sekali. Yang dicari adalah himpunan sisi terbesar seperti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penambah menambah ukuran tepat satu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Jalurnya berawal dan berakhir di simpul bebas, sisinya berselang. Membaliknya selalu menambah satu pasangan.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Berge menjamin kebenarannya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Sebuah pencocokan maksimum bila dan hanya bila tidak ada lagi jalur penambah. Jadi cukup mencari sampai habis.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Kuhn hanya dua puluh baris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 rekursif yang bertanya kepada pemilik simpul kanan apakah ia punya pilihan lain. O(V * E).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Kapan Dipakai, Kapan Tidak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Kenali dari "memasangkan", dengan setiap unsur di kedua sisi dipakai paling banyak sekali.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938528"/>
            <a:ext cx="5349240" cy="384048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38528"/>
            <a:ext cx="5349240" cy="50292"/>
          </a:xfrm>
          <a:prstGeom prst="rect">
            <a:avLst/>
          </a:prstGeom>
          <a:solidFill>
            <a:srgbClr val="2FA97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4183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2FA97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PAKAI KETIKA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41832" y="2734056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4183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Menugaskan orang ke pekerjaan, pemain ke posisi, atau mesin ke tugas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41832" y="3483864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183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Menutup papan dengan domino; pewarnaan seperti catur membuatnya bipartit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41832" y="4233672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4183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Mencari tutup simpul minimum atau himpunan bebas maksimum lewat Konig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1832" y="4983480"/>
            <a:ext cx="274320" cy="274320"/>
          </a:xfrm>
          <a:prstGeom prst="ellipse">
            <a:avLst/>
          </a:prstGeom>
          <a:solidFill>
            <a:srgbClr val="2FA97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1832" y="4983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91947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Rantai minimum pada DAG lewat teorema Dilworth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36792" y="1938528"/>
            <a:ext cx="5349240" cy="3090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1938528"/>
            <a:ext cx="5349240" cy="50292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11112" y="2157984"/>
            <a:ext cx="4800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spc="100" kern="0" dirty="0">
                <a:solidFill>
                  <a:srgbClr val="D9534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JANGAN PAKAI KETIKA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11112" y="2734056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611112" y="2734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22592" y="2670048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Grafnya bukan bipartit — pencocokan graf umum butuh algoritma Blossom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611112" y="3483864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611112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7022592" y="3419856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Setiap unsur boleh dipakai lebih dari sekali — itu masalah aliran biasa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11112" y="4233672"/>
            <a:ext cx="274320" cy="274320"/>
          </a:xfrm>
          <a:prstGeom prst="ellipse">
            <a:avLst/>
          </a:prstGeom>
          <a:solidFill>
            <a:srgbClr val="D9534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611112" y="4233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x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4169664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bobot pada pasangannya — itu penugasan berbobot, pakai Hungarian atau MCMF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67512" y="5870448"/>
            <a:ext cx="10853928" cy="65836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870448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lihat WAJIB direset sebelum setiap pencarian jalur penambah. Melupakannya membuat sebagian jalur tidak pernah ditemukan dan hasilnya kurang.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Posisi Materi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 tidak berdiri sendiri. Di kiri adalah yang sebaiknya sudah kamu kuasai, di kanan adalah yang terbuka setelah materi ini selesai.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PRASYARAT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67512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231343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05256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DFS (Day 113)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7512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9" name="Shape 7"/>
          <p:cNvSpPr/>
          <p:nvPr/>
        </p:nvSpPr>
        <p:spPr>
          <a:xfrm>
            <a:off x="667512" y="313639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05256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bipartit (Day 118)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7512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2" name="Shape 10"/>
          <p:cNvSpPr/>
          <p:nvPr/>
        </p:nvSpPr>
        <p:spPr>
          <a:xfrm>
            <a:off x="667512" y="3959352"/>
            <a:ext cx="54864" cy="676656"/>
          </a:xfrm>
          <a:prstGeom prst="rect">
            <a:avLst/>
          </a:prstGeom>
          <a:solidFill>
            <a:srgbClr val="A0A6A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Aliran maksimum (Day 231)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20025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0A6AD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SETELAH INI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03336" y="231343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8403336" y="231343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41080" y="231343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Hopcroft-Karp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03336" y="313639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19" name="Shape 17"/>
          <p:cNvSpPr/>
          <p:nvPr/>
        </p:nvSpPr>
        <p:spPr>
          <a:xfrm>
            <a:off x="8403336" y="313639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41080" y="313639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Penugasan berbobot (Hungarian)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403336" y="3959352"/>
            <a:ext cx="3200400" cy="67665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Shape 20"/>
          <p:cNvSpPr/>
          <p:nvPr/>
        </p:nvSpPr>
        <p:spPr>
          <a:xfrm>
            <a:off x="8403336" y="3959352"/>
            <a:ext cx="54864" cy="676656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41080" y="3959352"/>
            <a:ext cx="281635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Blossom untuk graf umum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52544" y="2313432"/>
            <a:ext cx="3566160" cy="2322576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25" name="Shape 23"/>
          <p:cNvSpPr/>
          <p:nvPr/>
        </p:nvSpPr>
        <p:spPr>
          <a:xfrm>
            <a:off x="4352544" y="2313432"/>
            <a:ext cx="3566160" cy="54864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26864" y="255117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MATERI INI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26864" y="28803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Bipartit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4626864" y="394106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penambah, Kuhn, dan tiga teorema yang membuka banyak soal.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941064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991856" y="3456432"/>
            <a:ext cx="338328" cy="914"/>
          </a:xfrm>
          <a:prstGeom prst="line">
            <a:avLst/>
          </a:prstGeom>
          <a:noFill/>
          <a:ln w="19050">
            <a:solidFill>
              <a:srgbClr val="C8CDD4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67512" y="5111496"/>
            <a:ext cx="10853928" cy="82296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1832" y="5111496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Konig sangat berharga: ia mengubah tutup simpul minimum dan himpunan bebas maksimum — dua masalah yang terdengar sulit — menjadi satu soal pencocokan biasa.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Kenapa Greedy Gagal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Penambah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 Langkah demi Langkah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Kuhn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Teorema Penting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&amp; Cara Mengenalinya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 &amp; Latihan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Masalahnya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Memilih pasangan tanpa ada yang dipakai dua kali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5B8DEF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Definisi &amp; Kenapa Greedy Gagal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mengambil pasangan pertama yang bebas dan tidak pernah mengubah pikiran. Kuhn boleh menggeser pasangan lama — dan itu bedanya.</a:t>
            </a:r>
            <a:endParaRPr lang="en-US" sz="1300" dirty="0"/>
          </a:p>
        </p:txBody>
      </p:sp>
      <p:pic>
        <p:nvPicPr>
          <p:cNvPr id="4" name="Image 0" descr="/tmp/ppt/imgs/c13_8_1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1763" y="1993392"/>
            <a:ext cx="331801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Kiri 1 bisa ke 4 atau 5; kiri 2 hanya bisa ke 4. Greedy memberikan 4 kepada kiri 1 lebih dulu, dan kiri 2 kehabisan. Kuhn menggeser kiri 1 ke 5 dan keduanya dapat pasangan.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Pencocokan: himpunan sisi yang tidak berbagi simpul mana pun.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salah karena keputusan awal tidak pernah ditinjau ulang.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12 adalah seluruh perbedaannya: coba geser penghuni lama.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lihat[] wajib direset untuk setiap simpul kiri yang baru dicoba.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Penambah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penambah berselang-seling: sisi bebas, sisi terpasang, sisi bebas, dan seterusnya. Kode ini mencetak jalurnya supaya polanya terlihat.</a:t>
            </a:r>
            <a:endParaRPr lang="en-US" sz="1300" dirty="0"/>
          </a:p>
        </p:txBody>
      </p:sp>
      <p:pic>
        <p:nvPicPr>
          <p:cNvPr id="4" name="Image 0" descr="/tmp/ppt/imgs/c13_9_1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9229" y="1993392"/>
            <a:ext cx="3183087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kedua berbunyi 2→4→1→5: kiri 2 meminta kanan 4, penghuninya kiri 1 digeser ke kanan 5. Panjang jalurnya selalu ganjil dalam jumlah sisi, dan menambah tepat satu pasangan.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penambah selalu mulai dan berakhir di simpul yang belum berpasangan.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Sisi berselang-seling: bebas, terpasang, bebas, ... , bebas.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Membalik seluruh sisi di jalur menambah ukuran pencocokan tepat satu.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Berge: pencocokan maksimum tercapai saat tak ada lagi jalur penambah.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Simulasi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pekerja, tiga pekerjaan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1 — Grafnya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Pekerja A1 bisa mengambil B1 atau B2; A2 hanya bisa B1; A3 bisa B2 atau B3.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682496" y="2350008"/>
            <a:ext cx="2578608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665691" y="2450839"/>
            <a:ext cx="2612218" cy="8956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665691" y="2450839"/>
            <a:ext cx="2612218" cy="8956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665691" y="3548119"/>
            <a:ext cx="2612218" cy="8956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1682496" y="4544568"/>
            <a:ext cx="2578608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60704" y="203911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2039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60704" y="313639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0704" y="31363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60704" y="423367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0704" y="4233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61104" y="203911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61104" y="2039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61104" y="313639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61104" y="31363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61104" y="423367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4233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siapa bisa apa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: B1, B2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: B1  (hanya satu)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 : B2, B3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adalah yang paling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terbatas pilihannya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yang dicari: sebanyak mungkin pasangan tanpa satu simpul pun dipakai dua kali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A2 hanya punya satu pilihan. Bila A1 mengambil B1 lebih dulu, A2 tidak kebagian sama sekali — di situlah greedy polos gagal.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/ 3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2 — A1 Mengambil B1, Lalu A2 Terjebak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memberi B1 kepada A1. Ketika giliran A2, satu-satunya pilihannya sudah terpakai.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682496" y="2350008"/>
            <a:ext cx="2578608" cy="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665691" y="2450839"/>
            <a:ext cx="2612218" cy="8956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665691" y="2450839"/>
            <a:ext cx="2612218" cy="8956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665691" y="3548119"/>
            <a:ext cx="2612218" cy="8956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1682496" y="4544568"/>
            <a:ext cx="2578608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60704" y="2039112"/>
            <a:ext cx="621792" cy="62179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2039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60704" y="3136392"/>
            <a:ext cx="621792" cy="621792"/>
          </a:xfrm>
          <a:prstGeom prst="ellipse">
            <a:avLst/>
          </a:prstGeom>
          <a:solidFill>
            <a:srgbClr val="FFF3D6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0704" y="31363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8039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45309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buntu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60704" y="423367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0704" y="4233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61104" y="2039112"/>
            <a:ext cx="621792" cy="62179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61104" y="2039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61104" y="313639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261104" y="31363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61104" y="4233672"/>
            <a:ext cx="621792" cy="621792"/>
          </a:xfrm>
          <a:prstGeom prst="ellipse">
            <a:avLst/>
          </a:prstGeom>
          <a:solidFill>
            <a:srgbClr val="EAF4FD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261104" y="4233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49440" y="2350008"/>
            <a:ext cx="4572000" cy="3054096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keadaan sementara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A1 - B1  (cocok)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: B1 sudah dipakai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JALUR PENAMBAH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A2 -&gt; B1 -&gt; A1 -&gt; B2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78040" y="483717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belum sudah  belum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7512" y="5632704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41832" y="5724144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jalur penambah dimulai dari A2 yang belum tercocokkan, dan berakhir di B2 yang juga belum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41832" y="6071616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Jalur penambah tidak menyerah di B1. Ia bertanya kepada pemiliknya, yaitu A1: adakah pilihan lain untukmu? Ternyata ada, yaitu B2.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 / 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Langkah 3 — Membalik Jalur, Ukurannya Bertambah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Status seluruh sisi di jalur dibalik. A1 pindah ke B2, A2 mendapat B1, lalu A3 mengambil B3.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 flipV="1">
            <a:off x="1682496" y="2350008"/>
            <a:ext cx="2578608" cy="0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665691" y="2450839"/>
            <a:ext cx="2612218" cy="895618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 flipV="1">
            <a:off x="1665691" y="2450839"/>
            <a:ext cx="2612218" cy="895618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 flipV="1">
            <a:off x="1665691" y="3548119"/>
            <a:ext cx="2612218" cy="895618"/>
          </a:xfrm>
          <a:prstGeom prst="line">
            <a:avLst/>
          </a:prstGeom>
          <a:noFill/>
          <a:ln w="12700">
            <a:solidFill>
              <a:srgbClr val="C8CDD4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 flipV="1">
            <a:off x="1682496" y="4544568"/>
            <a:ext cx="2578608" cy="0"/>
          </a:xfrm>
          <a:prstGeom prst="line">
            <a:avLst/>
          </a:prstGeom>
          <a:noFill/>
          <a:ln w="12700">
            <a:solidFill>
              <a:srgbClr val="3ECF9E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60704" y="2039112"/>
            <a:ext cx="621792" cy="62179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2039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60704" y="3136392"/>
            <a:ext cx="621792" cy="62179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60704" y="31363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60704" y="4233672"/>
            <a:ext cx="621792" cy="62179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60704" y="4233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61104" y="2039112"/>
            <a:ext cx="621792" cy="62179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261104" y="203911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61104" y="3136392"/>
            <a:ext cx="621792" cy="62179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61104" y="313639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61104" y="4233672"/>
            <a:ext cx="621792" cy="621792"/>
          </a:xfrm>
          <a:prstGeom prst="ellipse">
            <a:avLst/>
          </a:prstGeom>
          <a:solidFill>
            <a:srgbClr val="EAFBF4"/>
          </a:solidFill>
          <a:ln w="9525">
            <a:solidFill>
              <a:srgbClr val="D5DA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261104" y="4233672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2805C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B3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350008"/>
            <a:ext cx="4572000" cy="267004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178040" y="2532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pencocokan maksimum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2916936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A1 - B2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178040" y="3300984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A2 - B1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78040" y="368503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A3 - B3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4069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45312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ukuran 3  (sempurna)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" y="5458968"/>
            <a:ext cx="10853928" cy="9144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1832" y="5550408"/>
            <a:ext cx="10332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membalik jalur penambah selalu menambah ukuran pencocokan TEPAT SATU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5897880"/>
            <a:ext cx="10332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A1 tidak kehilangan apa pun — ia hanya pindah pasangan. Itulah kenapa membalik jalur penambah tidak pernah memperkecil hasilnya.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692640" y="17373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6C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 / 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Implementasi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 rekursif, dua puluh baris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0736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Algoritma Kuhn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Fungsi coba menelusuri jalur penambah, dan sekaligus membaliknya saat kembali.</a:t>
            </a:r>
            <a:endParaRPr lang="en-US" sz="1300" dirty="0"/>
          </a:p>
        </p:txBody>
      </p:sp>
      <p:pic>
        <p:nvPicPr>
          <p:cNvPr id="4" name="Image 0" descr="/tmp/ppt/imgs/c13_15_1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8473" y="1755648"/>
            <a:ext cx="3247437" cy="41879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78040" y="1801368"/>
            <a:ext cx="310896" cy="310896"/>
          </a:xfrm>
          <a:prstGeom prst="ellipse">
            <a:avLst/>
          </a:prstGeom>
          <a:solidFill>
            <a:srgbClr val="4FA8E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8013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607808" y="174650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pasangan[v] menyimpan simpul kiri yang sedang memakai v, atau -1 bila v masih bebas.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178040" y="2620670"/>
            <a:ext cx="310896" cy="310896"/>
          </a:xfrm>
          <a:prstGeom prst="ellipse">
            <a:avLst/>
          </a:prstGeom>
          <a:solidFill>
            <a:srgbClr val="3ECF9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6206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565806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lihat mencegah satu simpul kanan diperiksa dua kali dalam satu ronde. Tanpa itu rekursinya bisa berputar.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178040" y="3439973"/>
            <a:ext cx="310896" cy="310896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343997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607808" y="3385109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Baris kuncinya: bila v bebas, ambil. Bila tidak, tanya pemiliknya apakah ia punya pilihan lain.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178040" y="4259275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425927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7607808" y="4204411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Penugasan pasangan[v] = u terjadi saat rekursi KEMBALI, sehingga seluruh jalur otomatis terbalik.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178040" y="5078578"/>
            <a:ext cx="310896" cy="310896"/>
          </a:xfrm>
          <a:prstGeom prst="ellipse">
            <a:avLst/>
          </a:prstGeom>
          <a:solidFill>
            <a:srgbClr val="EC6BA8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178040" y="507857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7607808" y="5023714"/>
            <a:ext cx="3931920" cy="7644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lihat WAJIB direset di setiap ronde. Melupakannya membuat sebagian jalur penambah tidak pernah ditemukan.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Teorema Penting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Konig menyatakan pencocokan maksimum sama dengan penutup simpul minimum. Kode ini menghitung keduanya secara paksa lalu membandingkannya.</a:t>
            </a:r>
            <a:endParaRPr lang="en-US" sz="1300" dirty="0"/>
          </a:p>
        </p:txBody>
      </p:sp>
      <p:pic>
        <p:nvPicPr>
          <p:cNvPr id="4" name="Image 0" descr="/tmp/ppt/imgs/c13_16_1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77282" y="1993392"/>
            <a:ext cx="3226980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Penutupnya: kiri 1 dan kanan 1 — dua simpul itu menyentuh seluruh sisi. Karena Konig, mencari penutup minimum pada graf bipartit cukup dengan menjalankan Kuhn.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Konig: pencocokan maksimum = penutup simpul minimum (hanya bipartit).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Akibatnya: himpunan bebas maksimum = n dikurangi pencocokan maksimum.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Teorema Hall: pencocokan sempurna ada bila |N(S)| &gt;= |S| untuk semua S.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Ketiganya membuat banyak soal "minimal berapa" berubah jadi soal pencocokan.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Aplikasi &amp; Cara Mengenalinya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paling khas: menutup papan dengan domino 1x2. Petak berwarna papan catur otomatis membentuk graf bipartit.</a:t>
            </a:r>
            <a:endParaRPr lang="en-US" sz="1300" dirty="0"/>
          </a:p>
        </p:txBody>
      </p:sp>
      <p:pic>
        <p:nvPicPr>
          <p:cNvPr id="4" name="Image 0" descr="/tmp/ppt/imgs/c13_17_1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7608" y="1993392"/>
            <a:ext cx="264632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32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7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Papan 3x3 dengan lubang di tengah menyisakan delapan petak, dan keempat dominonya memang pas. Tandanya soal pencocokan: ada dua kelompok, tiap unsur dipakai paling banyak sekali.</a:t>
            </a:r>
            <a:endParaRPr lang="en-US" sz="1175" dirty="0"/>
          </a:p>
        </p:txBody>
      </p:sp>
      <p:sp>
        <p:nvSpPr>
          <p:cNvPr id="9" name="Shape 6"/>
          <p:cNvSpPr/>
          <p:nvPr/>
        </p:nvSpPr>
        <p:spPr>
          <a:xfrm>
            <a:off x="7845552" y="3794362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28432" y="3684634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Petak (i+j) genap jadi sisi kiri, ganjil jadi sisi kanan — otomatis bipartit.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7845552" y="4342804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28432" y="4233076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Domino selalu menutupi satu petak genap dan satu petak ganjil.</a:t>
            </a:r>
            <a:endParaRPr lang="en-US" sz="1125" dirty="0"/>
          </a:p>
        </p:txBody>
      </p:sp>
      <p:sp>
        <p:nvSpPr>
          <p:cNvPr id="13" name="Shape 10"/>
          <p:cNvSpPr/>
          <p:nvPr/>
        </p:nvSpPr>
        <p:spPr>
          <a:xfrm>
            <a:off x="7845552" y="4891245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28432" y="4781517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jumlah petak genap dan ganjil tidak sama, penutupan penuh mustahil.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845552" y="5439686"/>
            <a:ext cx="73152" cy="73152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28432" y="5329958"/>
            <a:ext cx="3200400" cy="493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25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Ciri umum: "pasangkan A dengan B", "tugaskan", "tiap X paling banyak sekali".</a:t>
            </a:r>
            <a:endParaRPr lang="en-US" sz="11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Jebakan yang Sering Terjadi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kesalahan yang menyumbang hampir seluruh bug pada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Lupa mereset array lihat setiap ronde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Array itu hanya berlaku untuk satu pencarian jalur penambah. Tidak meresetnya membuat sebagian jalur tidak pernah ditemukan dan hasilnya kurang.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Kuhn pada graf yang terlalu besar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O(V * E) bisa mencapai sepuluh pangkat sembilan. Untuk graf besar, pakai Dinic yang berjalan O(E akar V) pada graf bipartit.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Mengira greedy sudah cukup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tanpa jalur penambah sering memberi jawaban yang kurang satu atau dua. Ia lolos contoh kecil dan gagal pada uji kasus besar.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Memakai teorema Konig pada graf tak bipartit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Hubungan pencocokan dengan tutup simpul hanya berlaku pada graf bipartit. Pada graf umum, keduanya sama sekali berbeda.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Contoh Soal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Dari pernyataan sampai kode lengkap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Terbimbing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67512" y="1280160"/>
            <a:ext cx="6035040" cy="45720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667512" y="1280160"/>
            <a:ext cx="6035040" cy="45720"/>
          </a:xfrm>
          <a:prstGeom prst="rect">
            <a:avLst/>
          </a:prstGeom>
          <a:solidFill>
            <a:srgbClr val="F0736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23544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923544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Menugaskan Pekerja ke Pekerjaan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23544" y="219456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Ada n pekerja dan m pekerjaan. Diberikan e pasangan yang menyatakan pekerja a mampu mengerjakan pekerjaan b. Setiap pekerja mengambil paling banyak satu pekerjaan, dan setiap pekerjaan diambil paling banyak satu pekerja. Keluarkan banyaknya pekerjaan terbanyak yang bisa diselesaikan beserta penugasannya.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14984" y="448056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n, m &lt;= 1000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&lt;= e &lt;= 100000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penugasan mana pun yang sah diterima</a:t>
            </a:r>
            <a:endParaRPr lang="en-US" sz="1200" dirty="0"/>
          </a:p>
        </p:txBody>
      </p:sp>
      <p:pic>
        <p:nvPicPr>
          <p:cNvPr id="9" name="Image 0" descr="/tmp/ppt/imgs/c13_20_1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82204" y="1280160"/>
            <a:ext cx="1906471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Pembahasan Lengkap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Perhatikan baris 41: array lihat direset SEBELUM setiap pencarian jalur penambah.</a:t>
            </a:r>
            <a:endParaRPr lang="en-US" sz="1300" dirty="0"/>
          </a:p>
        </p:txBody>
      </p:sp>
      <p:pic>
        <p:nvPicPr>
          <p:cNvPr id="4" name="Image 0" descr="/tmp/ppt/imgs/c13_21_1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675" y="1755648"/>
            <a:ext cx="1966195" cy="4233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755648"/>
            <a:ext cx="3950208" cy="4233672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755648"/>
            <a:ext cx="3950208" cy="4572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1956816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359152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Kompleksitas O(n * e), sekitar sepuluh pangkat delapan pada kasus terburuk. Untuk batasan lebih besar, ganti dengan Dinic atau Hopcroft-Karp.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Mandiri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Dua soal pertama memakai pencocokan langsung; tiga berikutnya butuh pemodelan lebih dulu.</a:t>
            </a:r>
            <a:endParaRPr lang="en-US" sz="13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755648"/>
          <a:ext cx="10853928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4480560"/>
                <a:gridCol w="299008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School Dance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Pencocokan bipartit dasar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UVa 11045 — My T-shirt suits me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Penugasan dengan batasan ganda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Menengah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1139E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Pencocokan dengan penghapusan bertahap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Chess Tournament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Pencocokan pada graf umum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1198E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Tutup simpul minimum lewat Konig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Sulit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perlu terbawa dari materi ini.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tidak cukup, jalur penambah yang benar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Membalik jalur penambah selalu menambah ukuran tepat satu, dan teorema Berge menjamin hasilnya maksimum ketika tidak ada lagi jalur seperti itu.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Kuhn hanya dua puluh baris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Satu fungsi rekursif yang bertanya kepada pemilik simpul kanan apakah ia punya pilihan lain. Reset array lihat setiap ronde.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Konig mengubah dua soal sulit menjadi pencocokan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Tutup simpul minimum sama dengan pencocokan maksimum; himpunan bebas maksimum sama dengan n dikurangi pencocokan.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graf besar, pakai Dinic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Kuhn berjalan O(V E). Dinic pada graf bipartit berjalan O(E akar V) dan jauh lebih cepat pada batasan besar.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2026-09-11T16:59:28Z</dcterms:created>
  <dcterms:modified xsi:type="dcterms:W3CDTF">2026-09-11T16:59:28Z</dcterms:modified>
</cp:coreProperties>
</file>