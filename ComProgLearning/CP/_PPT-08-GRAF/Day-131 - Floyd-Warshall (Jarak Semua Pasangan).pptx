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 loop yang menjawab jarak antara semua pasangan simpul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131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 mengizinkan kota perantara satu per satu.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Awalnya kamu hanya tahu jarak jalan LANGSUNG antar kota. Belum ada rute yang lewat kota lain.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awal: nol pada diagonal, bobot sisi langsung, dan tak hingga untuk sisanya.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kamu izinkan singgah di kota 1. Untuk setiap pasangan, periksa apakah lewat kota 1 lebih murah.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k = 1: d[i][j] = min(d[i][j], d[i][1] + d[1][j]).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Lalu izinkan singgah di kota 1 DAN 2. Lalu 1, 2, dan 3. Begitu seterusnya sampai semua kota boleh disinggahi.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 berarti "perantara mana saja yang sudah diizinkan". Karena itu k WAJIB di paling luar.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urutannya kacau — misalnya kamu izinkan singgah di kota 5 padahal rute ke kota 5 sendiri belum selesai dihitung — hasilnya keliru.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urutan loop membuat sebagian pasangan memakai perantara yang belum selesai dihitung.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 sebenarnya DP dengan state (i, j, k) yang dimensi k-nya dibuang — persis rolling array.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 menjawab jarak terpendek antara SEMUA pasangan simpul dengan tiga baris loop. Kode terpendek di antara semua algoritma jarak terpendek.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loop, satu baris relaksasi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perantara k, untuk setiap pasangan (i, j), coba perbaiki jarak lewat k. Itulah seluruh algoritmanya.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 wajib di paling luar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 berarti "perantara mana saja yang sudah diizinkan". Menukar urutannya membuat sebagian pasangan memakai perantara yang belum selesai dihitung.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sebenarnya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(i, j, k), yaitu jarak i ke j lewat perantara 1..k. Dimensi k dibuang karena setiap lapis hanya butuh lapis sebelumnya — persis rolling array.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Harganya O(n³)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500 itu 1,25 x 10^8 operasi, masih lolos. Untuk n = 1000 sudah 10^9 dan hampir pasti TLE.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selalu sama: n kecil, dan banyak pertanyaan tentang pasangan simpul.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di bawah sekitar 500 dan ditanya jarak antar banyak pasangan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negatif tetapi tidak ada siklus negatif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transitive closure: siapa bisa mencapai siapa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minimax atau maximin: minimalkan sisi terbesar pada jalur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besar; O(n³) tumbuh sangat cepat dan tidak bisa ditawar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butuh jarak dari satu sumber — Dijkstra jauh lebih cepat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siklus negatif dan soal meminta jarak sebenarnya, bukan deteksi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nomor satu: menjumlahkan dua nilai tak hingga. Pakai INF = 1e18 dan lewati baris yang sudah tak terjangkau.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(Day 127)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(Day 129)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Transitive closure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Minimax path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graf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semua pasangan dengan tiga loop, boleh bobot negatif.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 adalah contoh DP yang paling ringkas di seluruh materi graf. Memahami arti loop k membuat konsep "urutan pengisian tabel" pada DP jauh lebih jelas.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Intinya — Tiga Loop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 Sebenarnya dari Loop 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Persiapan &amp; Jebakan INF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 Negatif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dengan Kerangka Sama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Intinya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algoritmanya muat dalam satu layar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Algoritmanya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keseluruhan Floyd-Warshall. Sisanya hanyalah persiapan tabel dan pembacaan hasil.</a:t>
            </a:r>
            <a:endParaRPr lang="en-US" sz="1300" dirty="0"/>
          </a:p>
        </p:txBody>
      </p:sp>
      <p:pic>
        <p:nvPicPr>
          <p:cNvPr id="4" name="Image 0" descr="/tmp/ppt/imgs/c6_8_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446520" cy="36457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hanya mengingat satu hal dari materi ini, ingatlah bahwa k berada di loop paling luar. Menukar urutannya menghasilkan jawaban yang salah tanpa peringatan apa pun.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Makna Setiap Iterasi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putaran ke-k selesai, d[i][j] berisi jalur terpendek yang simpul perantaranya hanya boleh diambil dari {1..k}. Kode ini mencetaknya tiap putaran.</a:t>
            </a:r>
            <a:endParaRPr lang="en-US" sz="1300" dirty="0"/>
          </a:p>
        </p:txBody>
      </p:sp>
      <p:pic>
        <p:nvPicPr>
          <p:cNvPr id="4" name="Image 0" descr="/tmp/ppt/imgs/c6_9_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2321" y="1993392"/>
            <a:ext cx="359690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d[1][4]: mulai dari 10, lalu turun menjadi 6 pada putaran k = 3 — persis saat simpul 3 mulai boleh dipakai sebagai perantara. Itulah arti loop k di luar.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 WAJIB di luar; menukarnya dengan i atau j membuat jawaban salah.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d[i][i] = 0 dan d[i][j] = INF bila tidak ada sisi langsung.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 + INF harus tetap muat di tipe datanya — 1e9 aman untuk int.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O(n^3), jadi n sampai sekitar 500 masih aman.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berarah dengan empat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simpul, lima sisi berarah. Perhatikan bahwa tidak ada sisi langsung dari 1 ke 4.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03120" y="2350008"/>
            <a:ext cx="21945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962656" y="22037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60551" y="2496783"/>
            <a:ext cx="2279698" cy="1443809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62656" y="30723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2624328"/>
            <a:ext cx="914" cy="118872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34256" y="30723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H="1">
            <a:off x="2103120" y="4087368"/>
            <a:ext cx="21945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62656" y="39410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828800" y="2624328"/>
            <a:ext cx="914" cy="118872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591056" y="30723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544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38130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554480" y="38130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55448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berarah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 bobot 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3  bobot 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2 -&gt; 3  bobot 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3 -&gt; 4  bobot 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4 -&gt; 1  bobot 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 dicari: jarak terpendek untuk SEMUA 16 pasangan (i, j)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graf ini berarah dan membentuk lingkaran 1 ke 3 ke 4 ke 1. Karena semua bobotnya positif, tidak ada siklus negatif.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Tabel Awal (k = 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awal: nol pada diagonal, bobot sisi langsung bila ada, dan tak hingga untuk sisanya.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05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05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93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593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37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737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305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305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449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449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593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593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737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737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70332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305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305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449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449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593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593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737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737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3251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305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305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449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449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593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593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737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737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belum ada perantara yang diizinkan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i kolom j berarti jarak dari i ke j. Diagonalnya nol karena tidak perlu bergerak untuk sampai ke diri sendiri.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Mengizinkan Perantara 1 dan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jalur boleh singgah di simpul 1 dan 2. Jarak 1 ke 3 membaik karena lewat 2 lebih murah daripada sisi langsung.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404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404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404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404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6974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0552" y="269748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0552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44952" y="2697480"/>
            <a:ext cx="91440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9352" y="2697480"/>
            <a:ext cx="91440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59352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3752" y="269748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73752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31927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30552" y="331927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30552" y="33192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44952" y="331927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44952" y="33192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59352" y="3319272"/>
            <a:ext cx="91440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59352" y="33192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73752" y="331927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73752" y="33192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94106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30552" y="3941064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30552" y="39410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44952" y="3941064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44952" y="39410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59352" y="3941064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59352" y="39410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73752" y="3941064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73752" y="39410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56285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30552" y="456285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30552" y="45628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44952" y="456285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44952" y="45628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59352" y="456285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59352" y="45628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73752" y="456285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73752" y="45628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 flipV="1">
            <a:off x="3502152" y="2697480"/>
            <a:ext cx="731520" cy="475488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4416552" y="2697480"/>
            <a:ext cx="914" cy="109728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67512" y="54498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41832" y="55412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d[1][3] = min( 9, d[1][2] + d[2][3] ) = min(9, 5 + 3) = 8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41832" y="58887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 juga berubah pada iterasi k = 1: d[4][2] = d[4][1] + d[1][2] = 1 + 5 = 6. Beberapa sel bisa membaik dalam satu iterasi yang sama.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Tabel 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keempat iterasi k selesai, setiap sel berisi jarak terpendek sebenarnya.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05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05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9352" y="2459736"/>
            <a:ext cx="91440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593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3752" y="2459736"/>
            <a:ext cx="91440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737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305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305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449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449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593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593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737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737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70332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305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305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449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449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593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593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737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737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3251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305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305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449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449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593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593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737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737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 flipV="1">
            <a:off x="4416552" y="2459736"/>
            <a:ext cx="731520" cy="475488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d[1][4] = d[1][3] + d[3][4] = 8 + 2 = 10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d[2][1] = 9, yaitu jalur 2 ke 3 ke 4 ke 1 = 3 + 2 + 1. Tidak ada satu pun sel yang tersisa INF karena graf ini kuat terhubung.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Persiapan &amp; Jebakan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submission biasanya gugur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Persiapan Tabel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loop utamanya sangat pendek, sehingga hampir semua bug justru berada di bagian persiapan ini.</a:t>
            </a:r>
            <a:endParaRPr lang="en-US" sz="1300" dirty="0"/>
          </a:p>
        </p:txBody>
      </p:sp>
      <p:pic>
        <p:nvPicPr>
          <p:cNvPr id="4" name="Image 0" descr="/tmp/ppt/imgs/c6_16_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193" y="1755648"/>
            <a:ext cx="609799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Diagonal wajib nol. Bila lupa, seluruh perhitungan akan memakai INF sebagai jarak ke diri sendiri dan hasilnya kacau.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min saat memasukkan sisi, jangan penugasan langsung. Soal sering punya beberapa sisi antara pasangan yang sama dengan bobot berbeda.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graf berarah, hapus baris kedua. Salah menerjemahkan berarah atau tidak berarah adalah kesalahan input, tetapi akibatnya sama dengan kesalahan algoritma.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selesai, sel yang masih bernilai INF berarti pasangan itu tidak terjangkau. Kebanyakan soal meminta -1 di sini.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input memuat self-loop bernilai negatif, jangan menimpanya ke diagonal — tangani sebagai kasus siklus negatif.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Overflow pada INF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 pada Floyd-Warshall. Menjumlahkan dua nilai tak hingga membuat hasilnya berputar menjadi negatif.</a:t>
            </a:r>
            <a:endParaRPr lang="en-US" sz="1300" dirty="0"/>
          </a:p>
        </p:txBody>
      </p:sp>
      <p:pic>
        <p:nvPicPr>
          <p:cNvPr id="4" name="Image 0" descr="/tmp/ppt/imgs/c6_17_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44" y="1993392"/>
            <a:ext cx="547645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Rekomendasi praktis: pakai INF = 1e18 dan tambahkan continue bila d[i][k] sudah INF. Selain aman, ini juga mempercepat karena melewatkan banyak iterasi tak berguna.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 Negatif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setelah semua iterasi ada simpul yang jarak ke dirinya sendiri menjadi negatif, simpul itu berada pada siklus negatif.</a:t>
            </a:r>
            <a:endParaRPr lang="en-US" sz="1300" dirty="0"/>
          </a:p>
        </p:txBody>
      </p:sp>
      <p:pic>
        <p:nvPicPr>
          <p:cNvPr id="4" name="Image 0" descr="/tmp/ppt/imgs/c6_18_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203" y="1993392"/>
            <a:ext cx="539913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kedua diperlukan bila soal menanyakan pasangan mana saja yang jaraknya minus tak hingga — yaitu pasangan yang jalurnya bisa melewati siklus negatif tersebut.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&amp; 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yang sama, arti yang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Varian yang Sering Keluar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yang berubah hanya operasi di dalam loop terdalam. Struktur tiga loopnya tidak pernah berubah.</a:t>
            </a:r>
            <a:endParaRPr lang="en-US" sz="1300" dirty="0"/>
          </a:p>
        </p:txBody>
      </p:sp>
      <p:pic>
        <p:nvPicPr>
          <p:cNvPr id="4" name="Image 0" descr="/tmp/ppt/imgs/c6_20_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410" y="1993392"/>
            <a:ext cx="448872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minimax sangat berguna: soal "lewati jalur yang jembatan terlemahnya sekuat mungkin" langsung selesai dengan mengganti satu baris.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dengan Dijkstra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ragu memilih, cocokkan batasan n dan banyaknya query pada soal.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dijalankan n 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x (n + m)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 yang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sekitar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10^5 untuk satu sumber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Boleh, asal tidak ada siklus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boleh sama sekali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Tiga baris loop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20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Kapan dipilih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kecil, banyak query 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besar, sumber sedikit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Graf padat n = 400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0,3 detik —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lambat karena beban priority 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Semua Kota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berarah dengan n kota dan m jalan berbobot. Keluarkan matriks n x n berisi jarak terpendek dari setiap kota ke setiap kota. Bila tidak terjangkau, keluarkan -1.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500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 &lt;= 10000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bobot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boleh ada sisi ganda</a:t>
            </a:r>
            <a:endParaRPr lang="en-US" sz="1200" dirty="0"/>
          </a:p>
        </p:txBody>
      </p:sp>
      <p:pic>
        <p:nvPicPr>
          <p:cNvPr id="9" name="Image 0" descr="/tmp/ppt/imgs/c6_22_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5163" y="1280160"/>
            <a:ext cx="212055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penambahan dibanding versi polos: min saat memasukkan sisi, dan continue saat baris sumber sudah tak terjangkau.</a:t>
            </a:r>
            <a:endParaRPr lang="en-US" sz="1300" dirty="0"/>
          </a:p>
        </p:txBody>
      </p:sp>
      <p:pic>
        <p:nvPicPr>
          <p:cNvPr id="4" name="Image 0" descr="/tmp/ppt/imgs/c6_23_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5672" y="1993392"/>
            <a:ext cx="323020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continue memindahkan pemeriksaan keluar dari loop terdalam, sehingga selain aman dari overflow, kodenya juga sekitar dua kali lebih cepat pada graf jarang.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Floyd-Warshall langsung; tiga berikutnya memakai varian.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Shortest Routes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 standar dengan banyak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High Score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Bellman-Ford dan penandaan siklus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25C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 dengan penambahan sisi bertahap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1334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tetangga dalam radius tertentu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295B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 terbalik: simpul dihapus, proses dari belakang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wajib di loop paling luar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 berarti "perantara mana saja yang sudah diizinkan". Menukarnya membuat sebagian pasangan memakai perantara yang belum selesai dihitung.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 itu DP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adalah (i, j, k), yaitu jarak i ke j lewat perantara 1..k. Dimensi k dibuang karena hanya butuh lapis sebelumnya — persis rolling array.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penjumlahan INF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INF = 1e18 dan lewati baris yang sudah tak terjangkau. Ini kesalahan nomor satu pada implementasi Floyd-Warshall.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hanya mengganti satu baris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Reachability, minimax, maximin, dan penghitungan jalur semuanya memakai tiga loop yang sama persis.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2026-09-05T08:51:30Z</dcterms:created>
  <dcterms:modified xsi:type="dcterms:W3CDTF">2026-09-05T08:51:30Z</dcterms:modified>
</cp:coreProperties>
</file>