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Menyambungkan semua titik dengan biaya sekecil mungkin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cara termurah menyambungkan semua titik.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Menyambungkan listrik ke semua rumah di desa dengan total kabel sependek mungkin.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spanning tree: semua simpul terhubung, tanpa siklus, total bobot terkecil.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 kabel dari yang termurah dulu. Lewati kabel yang menyambungkan dua rumah yang SUDAH terhubung — itu mubazir.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Kruskal: urutkan sisi termurah, ambil bila tidak membentuk siklus. DSU memeriksa siklusnya.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rumah, kamu selalu butuh tepat n-1 kabel. Lebih dari itu berarti ada lingkaran.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 pada n simpul selalu punya tepat n-1 sisi.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Kabel terpendek TOTAL belum tentu memberi jarak terpendek antara dua rumah tertentu — bisa saja harus memutar jauh.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bukan pohon jarak terpendek. Ini kesalahan konsep yang sangat sering terjadi.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juga otomatis meminimalkan sisi TERBERAT yang dipakai — sifat gratis yang sering menjadi kunci soal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cara termurah menyambungkan semua simpul tanpa membentuk lingkaran. Kruskal menyelesaikannya dengan sort ditambah DSU.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tree: semua terhubung, tanpa siklus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Akibatnya, sebuah spanning tree pada n simpul selalu punya tepat n - 1 sisi. Minimum spanning tree adalah yang total bobotnya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Kruskal: greedy termurah dulu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seluruh sisi dari termurah, lalu ambil setiap sisi yang tidak membentuk siklus. DSU memeriksa siklusnya dalam waktu hampir konstan.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Prim: Dijkstra yang diubah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dimasukkan ke priority queue adalah bobot sisi, bukan jarak kumulatif. Prim menumbuhkan satu pohon; Kruskal menggabungkan potongan yang tersebar.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bukan pohon jarak terpendek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TOTAL seluruh sisi. Jarak antar dua simpul di dalam MST bisa jauh lebih besar daripada jarak terpendek pada graf aslinya.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utamanya adalah "semua". Bila hanya dua titik yang harus terhubung, itu soal jarak terpendek.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Menghubungkan SEMUA titik dengan total biaya minimum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kabel, pipa, jalan, atau jaringan yang harus menjangkau semua lokasi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sisi TERBESAR yang dipakai — MST melakukannya secara gratis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berapa kelompok tersisa setelah k penggabungan termurah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jalur antara dua titik — itu jarak terpendek, bukan MST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berarah — MST didefinisikan untuk graf tak berarah; kasus berarah adalah arborescence yang jauh lebih sulit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batasan tambahan seperti derajat maksimum tiap simpul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sisi yang terkumpul kurang dari n - 1, grafnya tidak terhubung sehingga MST tidak ada. Banyak soal meminta -1 di situ.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(Day 134)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Second-best MST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cut &amp; cycle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clustering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dengan DSU, atau Prim dengan priority queue.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contoh greedy yang kebenarannya bisa dibuktikan dengan rapi. Bila kamu ingin melihat kenapa greedy kadang benar, inilah contoh terbaiknya.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Sifat MST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Greedy Kruskal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Kruskal Lengkap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&amp; Bedanya dengan Dijkstra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Kruskal atau Prim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Sifat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benar-benar jelas sebelum menulis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Spanning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syaratnya bisa diperiksa langsung dengan kode: memakai semua simpul, tepat n − 1 sisi, dan tidak ada satu pun sisi yang menutup siklus.</a:t>
            </a:r>
            <a:endParaRPr lang="en-US" sz="1300" dirty="0"/>
          </a:p>
        </p:txBody>
      </p:sp>
      <p:pic>
        <p:nvPicPr>
          <p:cNvPr id="4" name="Image 0" descr="/tmp/ppt/imgs/c8_8_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839" y="1993392"/>
            <a:ext cx="375386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saling terkait: begitu sebuah graf punya n simpul, n − 1 sisi, dan terhubung, ia otomatis tidak punya siklus. Memeriksa dua di antaranya sudah cukup.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 selalu punya tepat n - 1 sisi, apa pun grafnya.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satu sisi apa pun ke spanning tree pasti membuat tepat satu siklus.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grafnya terputus, yang ada adalah spanning forest, bukan tree.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spanning tree dengan jumlah bobot terkecil di antara semuanya.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MST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kata kunci yang hampir selalu menandakan soal MST.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"Hubungkan semua ... dengan biaya minimum"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"semua" adalah petunjuk utamanya. Bila hanya dua titik yang harus terhubung, itu soal jarak terpendek, bukan MST.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kabel / jalan / pipa paling sedikit"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jawabannya diukur dalam total panjang atau total biaya, dan syaratnya semua titik terjangkau, itu MST.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"Minimalkan sisi TERBESAR yang dipakai"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soal bottleneck. MST secara otomatis meminimalkan sisi terbesarnya, jadi jawabannya adalah sisi terberat di dalam MST.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kelompok tersisa setelah ..."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Kruskal yang dihentikan lebih awal. Bila kamu berhenti setelah k penggabungan, sisa komponennya adalah n - 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sisi termurah selama tidak membentuk siklus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adalah greedy paling sederhana yang bisa dibayangkan — dan ia terbukti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sisi dari termurah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sisi diurutkan menaik berdasarkan bobot. Inilah bagian yang menentukan kompleksitas, yaitu O(m log m).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bila tidak buat siklus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sisi, periksa apakah kedua ujungnya sudah terhubung. Bila belum, ambil sisi itu. Bila sudah, lewati.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(gabung(a,b))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n - 1 sisi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terkumpul n-1 sisi, pohonnya sudah lengkap. Bila sisi habis sebelum itu, berarti grafnya tidak terhubung.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dipakai == n - 1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Kruskal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sembilan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Semua Sisi Diurutkan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ada sisi yang dipilih. Daftar di kanan sudah diurutkan dari bobot terkecil.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terurut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2-4 (2)   5-6 (2)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1-2 (4)   3-4 (5)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4-5 (6)   2-5 (7)   4-6 (8)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6 - 1 = 5 sisi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urutkan m sisi  -&gt;  O(m log m)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inilah biaya terbesar Kruskal. Sisanya hampir gratis karena DSU berjalan mendekati konstan.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Tiga Sisi Termurah Langsung Diambil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1-3, 2-4, dan 5-6 tidak bersinggungan sama sekali, sehingga ketiganya aman diambil berturut-turut.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Diambil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gabung -&gt; true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 (2)   gabung -&gt; true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5-6 (2)   gabung -&gt; true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kelompok: {1,3} {2,4} {5,6}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5      dipakai = 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 + 2 + 2 = 5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pohon belum terbentuk. Yang ada masih tiga kelompok terpisah — dan itu normal pada pertengahan Kruskal.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Sisi yang Ditolak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2-3 menyatukan dua kelompok sehingga diambil. Tetapi sisi 1-2 berikutnya ditolak karena kedua ujungnya sudah sekelompok.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587752"/>
            <a:ext cx="1371600" cy="0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760354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Diproses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gabung -&gt; true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 (4)   gabung -&gt; FALSE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3-4 (5)   gabung -&gt; FALSE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kelompok: {1,2,3,4} {5,6}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8      dipakai = 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merah ditolak: 1 dan 2 sudah terhubung lewat 1-3-2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gunanya DSU. Memeriksa siklus dengan DFS setiap kali akan memakan O(n) per sisi; DSU melakukannya hampir konstan.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Pohon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4-5 menyatukan dua kelompok terakhir. Setelah lima sisi terkumpul, algoritma berhenti tanpa memeriksa sisa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587752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terbentuk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2-4 (2)   5-6 (2)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4-5 (6)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sisi = n - 1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54864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577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bobot MST = 1 + 2 + 2 + 3 + 6 = 14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59253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2-5 (7) dan 4-6 (8) tidak pernah diperiksa karena algoritma sudah berhenti. Inilah gunanya break saat dipakai mencapai n-1.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Kruskal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dari Day 134 dipakai apa adanya. Kruskal sendiri hanya sepuluh baris terakhir.</a:t>
            </a:r>
            <a:endParaRPr lang="en-US" sz="1300" dirty="0"/>
          </a:p>
        </p:txBody>
      </p:sp>
      <p:pic>
        <p:nvPicPr>
          <p:cNvPr id="4" name="Image 0" descr="/tmp/ppt/imgs/c8_17_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640" y="1755648"/>
            <a:ext cx="334110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sisi menyimpan kedua ujung dan bobotnya. Bila kamu memakai array&lt;ll,3&gt; dengan bobot di indeks nol, sort bawaan sudah cukup tanpa lambda.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inilah pemeriksa siklusnya. False berarti kedua ujung sudah terhubung, sehingga sisi ini akan membentuk lingkaran.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adalah bagian termahal: O(m log m). DSU di bawahnya praktis konstan, jadi total kompleksitasnya ditentukan oleh sort.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Inisialisasi DSU harus dilakukan setelah membaca n. Pada soal multi-testcase, ini wajib diulang setiap kasus.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 setelah n-1 sisi menghemat waktu, terutama bila m jauh lebih besar dari 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sisi terkumpul kurang dari n-1, grafnya tidak terhubung sehingga MST tidak ada. Banyak soal meminta -1 atau IMPOSSIBLE di sini.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mirip Dijkstra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Prim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hafal Dijkstra, Prim hanya berbeda pada satu baris. Perhatikan isi yang dimasukkan ke priority queue.</a:t>
            </a:r>
            <a:endParaRPr lang="en-US" sz="1300" dirty="0"/>
          </a:p>
        </p:txBody>
      </p:sp>
      <p:pic>
        <p:nvPicPr>
          <p:cNvPr id="4" name="Image 0" descr="/tmp/ppt/imgs/c8_19_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04" y="1993392"/>
            <a:ext cx="393093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menumbuhkan satu pohon dari satu titik, sementara Kruskal menggabungkan banyak potongan yang tersebar. Keduanya menghasilkan total bobot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vs Dijkstra — Satu Baris Pembeda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algoritma terlihat identik. Perbedaannya kecil tetapi mengubah arti jawabannya sepenuhnya.</a:t>
            </a:r>
            <a:endParaRPr lang="en-US" sz="1300" dirty="0"/>
          </a:p>
        </p:txBody>
      </p:sp>
      <p:pic>
        <p:nvPicPr>
          <p:cNvPr id="4" name="Image 0" descr="/tmp/ppt/imgs/c8_20_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18" y="1755648"/>
            <a:ext cx="613070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MST bukan pohon jarak terpendek. Jangan pernah menjawab soal jarak terpendek dengan MST, atau sebaliknya.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Kruskal atau Prim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Kruskal menang hampir selalu. Prim baru unggul pada satu situasi khusus.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O(m log 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O(m log n) dengan heap, O(n²) dengan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jarang (m kecil)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padat, m mendekati n², terutama bila diberi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apa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dan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list dan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 bila DSU sudah dihafal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 bila Dijkstra sudah dihafal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 sendiri: sisi terkumpul &lt; n-1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pemeriksaan tambahan setelah loop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 kontes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input berupa matriks jarak n x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sering muncul di Div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yang paling sering muncul ternyata cuma butuh membalik tanda perbandingan saat mengurutkan. Kode Kruskal-nya sama persis.</a:t>
            </a:r>
            <a:endParaRPr lang="en-US" sz="1300" dirty="0"/>
          </a:p>
        </p:txBody>
      </p:sp>
      <p:pic>
        <p:nvPicPr>
          <p:cNvPr id="4" name="Image 0" descr="/tmp/ppt/imgs/c8_23_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07" y="1993392"/>
            <a:ext cx="341893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lain juga hanya ubahan kecil: minimum bottleneck (ambil sisi terbesar pada jalur MST), MST kedua-terbaik, MST dengan sisi wajib, dan MST pada graf lengkap dari titik koordinat.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spanning tree: cukup urutkan menurun, sisanya identik.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bottleneck path selalu ada di dalam MST — sifat yang sering dipakai.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dengan sisi wajib: satukan dulu sisi wajibnya, baru jalankan Kruskal.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bobotnya jarak antar titik, bangun graf lengkapnya dulu (n &lt;= 1000).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Perbaikan Jalan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negara punya n kota dan m ruas jalan rusak, masing-masing dengan biaya perbaikan tertentu. Tentukan biaya minimum agar semua kota saling terhubung. Bila tidak mungkin,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biaya &lt;= 10^9</a:t>
            </a:r>
            <a:endParaRPr lang="en-US" sz="1200" dirty="0"/>
          </a:p>
        </p:txBody>
      </p:sp>
      <p:pic>
        <p:nvPicPr>
          <p:cNvPr id="9" name="Image 0" descr="/tmp/ppt/imgs/c8_24_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719" y="1280160"/>
            <a:ext cx="265344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trik pada baris pembacaan input: bobot disimpan di indeks nol agar sort bawaan langsung mengurutkan dengan benar.</a:t>
            </a:r>
            <a:endParaRPr lang="en-US" sz="1300" dirty="0"/>
          </a:p>
        </p:txBody>
      </p:sp>
      <p:pic>
        <p:nvPicPr>
          <p:cNvPr id="4" name="Image 0" descr="/tmp/ppt/imgs/c8_25_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972" y="1993392"/>
            <a:ext cx="306359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O(m log m) yang didominasi pengurutan. Total bobot bisa mencapai 10^5 x 10^9 = 10^14, jadi long long wajib dipakai untuk akumulatornya.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MST langsung; tiga berikutnya menuntut modifikasi.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Reparation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standar, deteksi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1245D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MST dengan simpul virtual (biaya membangun sendiri)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609E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Sisi wajib dipakai, hitung MST untuk tiap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parsial, laporkan komponen per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1108F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sisi yang harus dinaikkan agar MST tunggal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bukan jarak terpendek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total seluruh sisi. Jarak antar dua simpul di dalam MST bisa jauh lebih besar daripada jarak terpendek pada graf aslinya.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= sort + DSU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DSU sudah kamu hafal, Kruskal hanya tambahan sepuluh baris. Inilah alasan Day 134 dipelajari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adalah Dijkstra yang diubah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dimasukkan ke antrian adalah bobot sisi, bukan jarak kumulatif. Perbedaan kecil itulah yang mengubah artinya.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sisi terberatnya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ini gratis dan sering menjadi kunci soal bottleneck. Tidak perlu binary search atau pencarian tambahan.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