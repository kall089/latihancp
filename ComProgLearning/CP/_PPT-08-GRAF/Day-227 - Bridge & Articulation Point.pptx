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Bridge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Articulation Point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Menemukan titik lemah sebuah jaringan dengan satu kali DFS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· Day 227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227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Bridge dan articulation point: titik lemah sebuah jaringan.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Jaringan jalan antar pulau. Ada satu jembatan yang kalau putus, dua wilayah jadi terpisah sepenuhnya.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Bridge: sisi yang bila dihapus menambah jumlah komponen terhubung.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juga persimpangan yang kalau ditutup, jaringan terbelah.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Articulation point: simpul yang bila dihapus menambah jumlah komponen.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mendeteksinya: telusuri jaringan, lalu untuk tiap ruas tanyakan "dari seberang sana, adakah jalan lain kembali ke sini atau ke atasnya?"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low[v] = waktu masuk terkecil yang bisa dicapai dari subtree v lewat satu back edge.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dari seberang tidak ada jalan lain kembali, ruas itu jembatan.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(u, v) adalah bridge bila low[v] &gt; tin[u]. Satu perbandingan, dan itulah seluruh pemeriksaannya.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Konsep low-link ini juga dipakai pada Tarjan SCC dan biconnected component — satu ide, tiga algoritma.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Bridge dan articulation point adalah titik lemah jaringan: sisi atau simpul yang bila hilang membuat graf terpecah.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Bridge adalah sisi yang vital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yang bila dihapus menambah jumlah komponen terhubung. Artinya tidak ada jalan memutar melewatinya.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Articulation point adalah simpul yang vital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yang bila dihapus membuat graf terpecah. Konsepnya sejajar dengan bridge, tetapi untuk simpul.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dihitung dengan low-link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low[v] menyatakan waktu masuk tertinggi yang bisa dicapai dari subtree v lewat satu back edge. Satu DFS sudah cukup.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beda satu karakter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Bridge memakai low[u] &gt; tin[v]; articulation point memakai low[u] &gt;= tin[v]. Perbedaan itu berasal dari beda menghapus sisi dan menghapus simpul.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kata "titik lemah", "kalau kabel ini putus", atau "berapa pasangan yang terputus".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sisi atau simpul yang bila hilang memutus jaringan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bridge tree agar graf berubah menjadi pohon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"berapa pasangan simpul yang terputus bila sisi X hilang"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dasar block-cut tree dan biconnected component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 berarah — bridge dan articulation point didefinisikan untuk graf tak berarah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dicari komponen kuat terhubung — pakai SCC (Day 225)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perlu tahu jumlah komponen — DSU atau DFS biasa sudah cukup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graf boleh punya sisi ganda, pemeriksaan "jangan mundur ke ayah" WAJIB memakai indeks sisi, bukan nomor simpul.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Deteksi siklus (Day 118)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SCC (Day 225)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Bridge tree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Block-cut tree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2-SAT (Day 229)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Bridge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Articulation Point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Menemukan titik lemah jaringan dengan satu kali DFS.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Konsep low-link di sini sama persis dengan yang dipakai pada Tarjan SCC — satu ide, tiga algoritma berbeda.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Bridge &amp; Titik Potong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Konsep Low-Link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Mencari Bridge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Syaratnya Begitu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Articulation Point &amp; Kasus Akar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Aplikasi: Bridge Tree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jenis titik lemah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yang Dicari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jembatan dan titik artikulasi bisa diuji apa adanya: buang satu, lalu hitung ulang komponennya. Lambat, tetapi inilah artinya.</a:t>
            </a:r>
            <a:endParaRPr lang="en-US" sz="1300" dirty="0"/>
          </a:p>
        </p:txBody>
      </p:sp>
      <p:pic>
        <p:nvPicPr>
          <p:cNvPr id="4" name="Image 0" descr="/tmp/ppt/imgs/c10_8_7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9202" y="1993392"/>
            <a:ext cx="362314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 segitiga 1-2-3 lalu ekor 3-4-5. Sisi di dalam segitiga tidak pernah menjadi jembatan karena selalu ada jalan memutar; ekornya seluruhnya jembatan.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Jembatan: sisi yang bila dibuang menambah banyaknya komponen.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artikulasi: simpul yang bila dibuang menambah banyaknya komponen.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ini O(m * (n+m)) — hanya cocok untuk menguji kode cepatmu.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Ujung sebuah jembatan belum tentu titik artikulasi (lihat simpul 5).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Konsep Low-Link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low[u] adalah waktu-masuk terkecil yang bisa dicapai dari subtree u, boleh lewat satu sisi balik. Cetak tin dan low, lalu bandingkan.</a:t>
            </a:r>
            <a:endParaRPr lang="en-US" sz="1300" dirty="0"/>
          </a:p>
        </p:txBody>
      </p:sp>
      <p:pic>
        <p:nvPicPr>
          <p:cNvPr id="4" name="Image 0" descr="/tmp/ppt/imgs/c10_9_7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5740" y="1993392"/>
            <a:ext cx="399006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1, 2 dan 3 semuanya ber-low = 1 karena ketiganya ada di dalam segitiga — dari mana pun bisa kembali ke simpul 1. Simpul 4 dan 5 tidak punya jalan balik, jadi low-nya sama dengan tin-nya.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 = urutan pertama kali dikunjungi, low = seberapa "tinggi" bisa kembali.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balik memakai tin[v], bukan low[v] — memakai low bisa salah.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low[v] = tin[v] berarti subtree v tidak punya jalan keluar selain lewat ayah.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algoritma jembatan dan artikulasi hanya membaca dua array ini.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simpul: satu segitiga dan tiga cabang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Grafnya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Segitiga 1-2-3 punya jalan memutar. Cabang 4, 5, dan 6 masing-masing hanya punya satu penghubung.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463040" y="2532888"/>
            <a:ext cx="118872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flipV="1">
            <a:off x="2150766" y="2769334"/>
            <a:ext cx="636228" cy="108158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317071" y="2775329"/>
            <a:ext cx="566258" cy="106959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3174290" y="2649693"/>
            <a:ext cx="1058060" cy="49791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723001" y="2569799"/>
            <a:ext cx="1069599" cy="56625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4710871" y="3413433"/>
            <a:ext cx="1093858" cy="70779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14400" y="22585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22585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5176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37360" y="381304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37360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06240" y="29900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06240" y="2990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216712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399592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60720" y="3995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49440" y="2350008"/>
            <a:ext cx="4572000" cy="2286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segitiga: 1 - 2 - 3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cabang : 2 - 4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4 - 5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4 - 6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" y="53675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4589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yang dicari: sisi mana yang bila putus memecah jaringan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" y="58064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Tebakan intuitifnya: ketiga sisi segitiga aman karena ada jalan memutar; ketiga sisi cabang rawan karena tidak ada alternatif.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Sisi Segitiga Bukan Bridge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simpul 3 ada back edge kembali ke simpul 1, sehingga low[3] mencapai tin[1].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463040" y="2532888"/>
            <a:ext cx="118872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flipV="1">
            <a:off x="2150766" y="2769334"/>
            <a:ext cx="636228" cy="108158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317071" y="2775329"/>
            <a:ext cx="566258" cy="1069599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3174290" y="2649693"/>
            <a:ext cx="1058060" cy="49791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723001" y="2569799"/>
            <a:ext cx="1069599" cy="56625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4710871" y="3413433"/>
            <a:ext cx="1093858" cy="70779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14400" y="22585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8529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 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22585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5176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28529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 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37360" y="381304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37360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407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 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29900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06240" y="2990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60720" y="216712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60720" y="399592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760720" y="3995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low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tin[1] = 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tin[2] = 1  low[2] = 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tin[3] = 2  low[3] = 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low[3] = 0 &lt;= tin[2] = 1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sisi 2-3 BUKAN bridge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7512" y="563270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1832" y="57241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 jalan memutar lewat back edge 3 -&gt; 1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" y="60716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 edge hijau itulah yang menyelamatkan. Karena dari subtree 3 masih bisa kembali ke simpul 1, memutus sisi 2-3 tidak memisahkan apa pun.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Tiga Sisi Cabang Adalah Bridge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subtree 4 tidak ada back edge ke atas, sehingga sisi 2-4 satu-satunya penghubung. Begitu pula 4-5 dan 4-6.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463040" y="2770632"/>
            <a:ext cx="1188720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flipV="1">
            <a:off x="2150766" y="3007078"/>
            <a:ext cx="636228" cy="108158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317071" y="3013073"/>
            <a:ext cx="566258" cy="106959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3174290" y="2887437"/>
            <a:ext cx="1058060" cy="497911"/>
          </a:xfrm>
          <a:prstGeom prst="line">
            <a:avLst/>
          </a:prstGeom>
          <a:noFill/>
          <a:ln w="12700">
            <a:solidFill>
              <a:srgbClr val="F0736A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723001" y="2807543"/>
            <a:ext cx="1069599" cy="566258"/>
          </a:xfrm>
          <a:prstGeom prst="line">
            <a:avLst/>
          </a:prstGeom>
          <a:noFill/>
          <a:ln w="12700">
            <a:solidFill>
              <a:srgbClr val="F0736A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4710871" y="3651177"/>
            <a:ext cx="1093858" cy="707791"/>
          </a:xfrm>
          <a:prstGeom prst="line">
            <a:avLst/>
          </a:prstGeom>
          <a:noFill/>
          <a:ln w="12700">
            <a:solidFill>
              <a:srgbClr val="F0736A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14400" y="249631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496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249631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51760" y="2496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37360" y="4050792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37360" y="4050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06240" y="3227832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06240" y="3227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3822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 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2404872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29992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 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0" y="4233672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60720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48280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 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49440" y="2587752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78040" y="27706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low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tin[4] = 3  low[4] = 3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5387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tin[5] = 4  low[5] = 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39227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tin[6] = 5  low[6] = 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3068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6908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low[4] = 3 &gt; tin[2] = 1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50749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sisi 2-4 BRIDGE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bridge: (2,4), (4,5), (4,6)      simpul potong: 2 dan 4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simpul 4 juga articulation point: menghapusnya memisahkan 5 dan 6 dari sisa jaringan. Simpul 2 juga, karena memisahkan cabang 4 dari segitiga.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DFS untuk keduanya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Bridge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pembedaan back edge dan sisi pohon: keduanya memperbarui low[v] dengan nilai yang berbeda.</a:t>
            </a:r>
            <a:endParaRPr lang="en-US" sz="1300" dirty="0"/>
          </a:p>
        </p:txBody>
      </p:sp>
      <p:pic>
        <p:nvPicPr>
          <p:cNvPr id="4" name="Image 0" descr="/tmp/ppt/imgs/c10_15_7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4073" y="1755648"/>
            <a:ext cx="3716238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 dan low diisi bersamaan saat simpul dimasuki. Awalnya keduanya sama.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mundur ke ayah lewat sisi yang sama. Pada graf dengan sisi ganda, pemeriksaan ini WAJIB memakai indeks sisi, bukan nomor simpul.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tetangganya sudah dikunjungi, itu back edge. Pakai tin[u], BUKAN low[u] — memakai low di sini adalah kesalahan klasik.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belum dikunjungi, itu sisi pohon. Turun secara rekursif lebih dulu.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anak selesai, low[v] diperbarui dengan low anaknya. Inilah cara informasi merambat naik.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 low[u] &gt; tin[v] adalah seluruh pemeriksaan bridge-nya. Satu baris, satu perbandingan.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Syaratnya Begitu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Bedanya cuma satu karakter: jembatan memakai tanda lebih besar, titik artikulasi memakai lebih-besar-atau-sama. Kode ini menjalankan keduanya sekaligus.</a:t>
            </a:r>
            <a:endParaRPr lang="en-US" sz="1300" dirty="0"/>
          </a:p>
        </p:txBody>
      </p:sp>
      <p:pic>
        <p:nvPicPr>
          <p:cNvPr id="4" name="Image 0" descr="/tmp/ppt/imgs/c10_16_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0888" y="1993392"/>
            <a:ext cx="385976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04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Alasannya: low[v] &gt; tin[u] berarti subtree v sama sekali tidak bisa kembali ke u atau lebih atas — sisinya wajib. Tanda sama-dengan diperbolehkan untuk artikulasi karena kembali TEPAT ke u sudah cukup membuat u menjadi titik pemisah.</a:t>
            </a:r>
            <a:endParaRPr lang="en-US" sz="1075" dirty="0"/>
          </a:p>
        </p:txBody>
      </p:sp>
      <p:sp>
        <p:nvSpPr>
          <p:cNvPr id="9" name="Shape 6"/>
          <p:cNvSpPr/>
          <p:nvPr/>
        </p:nvSpPr>
        <p:spPr>
          <a:xfrm>
            <a:off x="7845552" y="3911147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80141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Jembatan: subtree v tidak bisa mencapai u sekalipun.</a:t>
            </a:r>
            <a:endParaRPr lang="en-US" sz="1025" dirty="0"/>
          </a:p>
        </p:txBody>
      </p:sp>
      <p:sp>
        <p:nvSpPr>
          <p:cNvPr id="11" name="Shape 8"/>
          <p:cNvSpPr/>
          <p:nvPr/>
        </p:nvSpPr>
        <p:spPr>
          <a:xfrm>
            <a:off x="7845552" y="4422217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31248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Artikulasi: subtree v paling jauh hanya bisa kembali sampai u.</a:t>
            </a:r>
            <a:endParaRPr lang="en-US" sz="1025" dirty="0"/>
          </a:p>
        </p:txBody>
      </p:sp>
      <p:sp>
        <p:nvSpPr>
          <p:cNvPr id="13" name="Shape 10"/>
          <p:cNvSpPr/>
          <p:nvPr/>
        </p:nvSpPr>
        <p:spPr>
          <a:xfrm>
            <a:off x="7845552" y="4933287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82355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"ayah &amp;&amp;" pada baris 19 mengecualikan akar — ditangani terpisah.</a:t>
            </a:r>
            <a:endParaRPr lang="en-US" sz="1025" dirty="0"/>
          </a:p>
        </p:txBody>
      </p:sp>
      <p:sp>
        <p:nvSpPr>
          <p:cNvPr id="15" name="Shape 12"/>
          <p:cNvSpPr/>
          <p:nvPr/>
        </p:nvSpPr>
        <p:spPr>
          <a:xfrm>
            <a:off x="7845552" y="5444357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3462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DFS menghasilkan kedua jawaban sekaligus, tanpa penelusuran kedua.</a:t>
            </a:r>
            <a:endParaRPr lang="en-US" sz="10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Articulation Point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Hampir sama dengan bridge. Dua perbedaannya: tanda pembanding, dan kasus khusus untuk akar.</a:t>
            </a:r>
            <a:endParaRPr lang="en-US" sz="1300" dirty="0"/>
          </a:p>
        </p:txBody>
      </p:sp>
      <p:pic>
        <p:nvPicPr>
          <p:cNvPr id="4" name="Image 0" descr="/tmp/ppt/imgs/c10_17_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6617" y="1755648"/>
            <a:ext cx="3368311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anak pada pohon DFS diperlukan hanya untuk kasus akar. Perhatikan bahwa yang dihitung adalah anak pada POHON DFS, bukan derajat simpulnya.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Khusus Akar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tidak punya ayah, jadi rumus low tidak berlaku untuknya. Aturannya diganti: akar adalah artikulasi bila punya lebih dari satu anak di pohon DFS.</a:t>
            </a:r>
            <a:endParaRPr lang="en-US" sz="1300" dirty="0"/>
          </a:p>
        </p:txBody>
      </p:sp>
      <p:pic>
        <p:nvPicPr>
          <p:cNvPr id="4" name="Image 0" descr="/tmp/ppt/imgs/c10_18_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1307" y="1993392"/>
            <a:ext cx="341893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13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rantai 1-2-3 akar hanya punya satu anak, jadi membuangnya tidak memecah apa pun. Pada bentuk 2-1-3 akar punya dua anak, dan membuangnya langsung memisahkan 2 dari 3.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45552" y="3775677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65949"/>
            <a:ext cx="3200400" cy="484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anak dihitung pada POHON DFS, bukan derajat di grafnya.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45552" y="4314775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05047"/>
            <a:ext cx="3200400" cy="484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balik tidak menambah hitungan anak — perhatikan baris 10 dan 11.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845552" y="4853874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44146"/>
            <a:ext cx="3200400" cy="484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aturan akar adalah bug artikulasi yang paling sering terjadi.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45552" y="5392972"/>
            <a:ext cx="73152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283244"/>
            <a:ext cx="3200400" cy="484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khusus ini tidak ada pada jembatan; rumus jembatan berlaku di akar juga.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mana konsep ini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terpentingnya: memampatkan setiap komponen 2-sisi-terhubung menjadi satu simpul. Hasilnya selalu pohon, dan soal jaringan jadi soal pohon biasa.</a:t>
            </a:r>
            <a:endParaRPr lang="en-US" sz="1300" dirty="0"/>
          </a:p>
        </p:txBody>
      </p:sp>
      <p:pic>
        <p:nvPicPr>
          <p:cNvPr id="4" name="Image 0" descr="/tmp/ppt/imgs/c10_20_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9828" y="1993392"/>
            <a:ext cx="356188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04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segitiga yang disambung satu sisi menghasilkan tepat satu jembatan dan dua komponen. Setelah dimampatkan, grafnya menjadi pohon dua simpul — dan soal seperti "berapa sisi yang harus ditambah agar tidak ada jembatan" jadi mudah.</a:t>
            </a:r>
            <a:endParaRPr lang="en-US" sz="1075" dirty="0"/>
          </a:p>
        </p:txBody>
      </p:sp>
      <p:sp>
        <p:nvSpPr>
          <p:cNvPr id="9" name="Shape 6"/>
          <p:cNvSpPr/>
          <p:nvPr/>
        </p:nvSpPr>
        <p:spPr>
          <a:xfrm>
            <a:off x="7845552" y="3911147"/>
            <a:ext cx="73152" cy="73152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80141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Menandai ayah dengan NOMOR SISI membuat sisi ganda tertangani benar.</a:t>
            </a:r>
            <a:endParaRPr lang="en-US" sz="1025" dirty="0"/>
          </a:p>
        </p:txBody>
      </p:sp>
      <p:sp>
        <p:nvSpPr>
          <p:cNvPr id="11" name="Shape 8"/>
          <p:cNvSpPr/>
          <p:nvPr/>
        </p:nvSpPr>
        <p:spPr>
          <a:xfrm>
            <a:off x="7845552" y="4422217"/>
            <a:ext cx="73152" cy="73152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31248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komponen 2-sisi = banyak jembatan + 1 (bila grafnya terhubung).</a:t>
            </a:r>
            <a:endParaRPr lang="en-US" sz="1025" dirty="0"/>
          </a:p>
        </p:txBody>
      </p:sp>
      <p:sp>
        <p:nvSpPr>
          <p:cNvPr id="13" name="Shape 10"/>
          <p:cNvSpPr/>
          <p:nvPr/>
        </p:nvSpPr>
        <p:spPr>
          <a:xfrm>
            <a:off x="7845552" y="4933287"/>
            <a:ext cx="73152" cy="73152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82355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lain: titik lemah jaringan, biconnected component, blok-cut tree.</a:t>
            </a:r>
            <a:endParaRPr lang="en-US" sz="1025" dirty="0"/>
          </a:p>
        </p:txBody>
      </p:sp>
      <p:sp>
        <p:nvSpPr>
          <p:cNvPr id="15" name="Shape 12"/>
          <p:cNvSpPr/>
          <p:nvPr/>
        </p:nvSpPr>
        <p:spPr>
          <a:xfrm>
            <a:off x="7845552" y="5444357"/>
            <a:ext cx="73152" cy="73152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3462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Juga dipakai untuk mengubah graf tak berarah menjadi berarah tanpa jembatan.</a:t>
            </a:r>
            <a:endParaRPr lang="en-US" sz="10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nomor simpul ayah pada sisi ganda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dua sisi antara u dan v, memeriksa u != ayah membuat kedua sisi dilewati. Gunakan INDEKS SISI, bukan nomor simpul.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low[u] pada back edge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back edge, perbarui dengan tin[u], bukan low[u]. Memakai low bisa membuat sisi yang bukan bridge ikut terlewat.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kasus akar pada articulation point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adalah titik potong bila punya lebih dari satu anak pada pohon DFS. Aturan low[u] &gt;= tin[v] tidak berlaku untuknya.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tanda antara bridge dan titik potong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Bridge memakai low[u] &gt; tin[v]; articulation point memakai low[u] &gt;= tin[v]. Satu karakter, arti yang berbeda.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Semua Jembatan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graf tak berarah dengan n simpul dan m sisi. Keluarkan banyaknya bridge, lalu setiap bridge sebagai sepasang simpul. Graf boleh punya sisi ganda dan boleh tidak terhubung.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m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boleh ada sisi ganda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boleh terdiri dari beberapa komponen</a:t>
            </a:r>
            <a:endParaRPr lang="en-US" sz="1200" dirty="0"/>
          </a:p>
        </p:txBody>
      </p:sp>
      <p:pic>
        <p:nvPicPr>
          <p:cNvPr id="9" name="Image 0" descr="/tmp/ppt/imgs/c10_23_8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7888" y="1280160"/>
            <a:ext cx="197510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18: pemeriksaan memakai INDEKS SISI, bukan nomor simpul ayah — inilah yang membuatnya benar pada sisi ganda.</a:t>
            </a:r>
            <a:endParaRPr lang="en-US" sz="1300" dirty="0"/>
          </a:p>
        </p:txBody>
      </p:sp>
      <p:pic>
        <p:nvPicPr>
          <p:cNvPr id="4" name="Image 0" descr="/tmp/ppt/imgs/c10_24_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7519" y="1993392"/>
            <a:ext cx="232650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+ m). Loop di baris 43 memanggil DFS dari setiap simpul yang belum dikunjungi, sehingga graf tak terhubung pun tertangani.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langsung; tiga berikutnya memakai bridge tree atau block-cut tree.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118E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Mengarahkan sisi agar kuat terhubung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Necessary Roads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Mencari semua bridge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Necessary Cities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Mencari semua articulation point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732F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Bridge tree ditambah pengarahan sisi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51F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Bridge tree, lalu diameter pohonnya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low[v] artinya "seberapa tinggi aku bisa melompat kembali"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itu dihitung dari tin sendiri, low anak-anaknya, dan tin dari back edge. Tiga sumber, tidak lebih.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Bridge memakai &gt;, titik potong memakai &gt;=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Menghapus sisi berbeda dari menghapus simpul. Back edge yang kembali tepat ke v menyelamatkan sisinya, tetapi tidak simpulnya.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punya aturan sendiri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adalah titik potong bila punya lebih dari satu anak pada pohon DFS. Melupakannya adalah kesalahan paling sering.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ganda menuntut indeks sisi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Memeriksa u != ayah membuat kedua sisi ganda dilewati. Selalu bandingkan indeks sisi, bukan nomor simpul.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2026-09-11T16:59:27Z</dcterms:created>
  <dcterms:modified xsi:type="dcterms:W3CDTF">2026-09-11T16:59:27Z</dcterms:modified>
</cp:coreProperties>
</file>