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pada graf berbobot — algoritma graf yang paling sering keluar di lomba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adalah BFS yang tahu bahwa tidak semua langkah sama beratnya.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seperti berjalan kaki: semua ruas jalan butuh waktu sama, jadi yang penting hanya banyaknya belokan.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menghitung jumlah SISI. Benar hanya bila semua bobotnya sama.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kendaraan: ada jalan tol cepat dan gang sempit. Yang penting bukan banyak belokan, tetapi total waktunya.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menghitung total BOBOT, dan mengembangkan simpul dengan total terkecil lebih dulu.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selalu melanjutkan perjalanan dari kota yang paling cepat dicapai. Kota itu sudah pasti tidak bisa dicapai lebih cepat lewat jalan lain.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dengan jarak sementara terkecil pasti sudah final — karena jalur lain harus lewat simpul yang lebih jauh.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jalan yang justru MENGEMBALIKAN waktumu, logika itu runtuh. Kota yang tadi kamu anggap final ternyata bisa lebih cepat.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negatif merusak asumsi Dijkstra. Satu sisi negatif saja sudah membuat jawabannya salah.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if (d &gt; dist[u]) continue; membuang entri usang di antrian — satu baris yang sering hilang dan menyebabkan TLE.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mencari jarak terpendek dari satu titik ke semua titik lain pada graf berbobot tak negatif. Ini algoritma graf yang paling sering keluar di lomba.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dengan antrian berprioritas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BFS mengembangkan simpul berdasarkan jumlah sisi, Dijkstra mengembangkannya berdasarkan total bobot terkecil. Perbedaannya hanya mengganti queue dengan min-heap.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terbukti benar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dengan jarak sementara terkecil pasti sudah final, karena jalur lain harus melewati simpul yang lebih jauh lalu ditambah bobot tak negatif.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 bobot tak negatif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kebenaran algoritma bertumpu pada asumsi ini. Satu sisi negatif saja sudah cukup membuat jawabannya salah tanpa peringatan apa pun.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adalah variannya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 terpendek, jalur dengan sisi paling sedikit, atau graf berlapis. Yang berubah hanya isi state dan cara membandingkan.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batasan soal. Bila bobotnya seragam, BFS biasa lebih cepat dan lebih pendek.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berbobot dengan semua bobot tak negatif, ditanya jarak dari satu sumber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sampai sekitar 2 x 10^5 dan m sampai 5 x 10^5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state tambahan seperti diskon, tiket, atau lapisan — graf berlapis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jalur termurah, bukan sekadar terhubung atau tidak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sisi berbobot negatif — pakai Bellman-Ford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bobot sama — BFS biasa lebih cepat dan kodenya lebih pendek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Bobotnya hanya 0 dan 1 — 0-1 BFS dengan deque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11112" y="498348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1111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semua pasangan dan n kecil — Floyd-Warshall lebih praktis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satu baris yang paling sering hilang: if (d &gt; dist[u]) continue; — pembuang entri basi yang mencegah TLE.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(Day 129)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Prim (Day 136)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Layered 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satu sumber pada graf berbobot tak negatif.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Dijkstra dipakai ulang pada Prim, pada 0-1 BFS, dan pada banyak soal graf berlapis. Menguasainya membuka lebih banyak soal daripada algoritma graf lain mana pun.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Dijkstra Dipakai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BFS Tidak Cukup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Greedy di Balik Dijkstra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Standar &amp; Entri Basi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Dijkstra Dipakai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soalnya dari pernyataan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Dijkstra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empat hal ini terpenuhi, hampir pasti jawabannya Dijkstra. Kenali polanya agar tidak membuang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pada 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kunci: biaya, jarak, waktu tempuh, harga tiket, panjang jalan. Bila semua bobotnya sama, cukup BFS biasa yang lebih cepat dan lebih pendek kodenya.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bobot tidak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syarat mutlak. Dijkstra memakai asumsi bahwa jarak tidak pernah bisa mengecil setelah difinalkan. Bila ada bobot negatif, gunakan Bellman-Ford.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jarak terpendek dari satu sumber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menghasilkan jarak dari satu titik ke SEMUA titik lain sekaligus. Bila yang ditanya semua pasang titik dan n kecil, Floyd-Warshall lebih praktis.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besar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2 x 10^5 dan m sampai 5 x 10^5, Dijkstra dengan priority queue berjalan sekitar 10^6 operasi — sangat aman.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Jarak Terpendek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ini menghemat banyak waktu saat kontes. Cocokkan batasan soal dengan barisnya.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194560"/>
                <a:gridCol w="3721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Algoritma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 penting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bobot 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cepat. Jangan pakai Dijkstra bila tidak perlu.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hanya 0 dan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BFS (deque)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heap. Bobot 0 masuk depan, bobot 1 masuk belakang.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tak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+ heap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O((V+E) log 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 pada mayoritas soal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x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Sekaligus mendeteksi siklus negatif.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pasang, n &lt;=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Kode paling pendek, tiga loop bersarang.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DAG (tanpa siklus)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Toposort +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bobot negatif. Sudah dibahas di Day 119.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BFS Tidak Bisa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menghitung banyaknya SISI, bukan jumlah bobot. Kode ini menjalankan keduanya pada graf yang sama supaya bedanya terlihat.</a:t>
            </a:r>
            <a:endParaRPr lang="en-US" sz="1300" dirty="0"/>
          </a:p>
        </p:txBody>
      </p:sp>
      <p:pic>
        <p:nvPicPr>
          <p:cNvPr id="4" name="Image 0" descr="/tmp/ppt/imgs/c4_10_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237" y="1993392"/>
            <a:ext cx="367107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mengunci simpul 2 pada 10 karena ia sampai lebih dulu lewat satu sisi. Dijkstra memproses simpul berjarak terkecil lebih dulu, jadi jalur 1→3→2 sempat ditemukan.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benar HANYA bila seluruh bobot sisinya sama.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15 adalah kesalahannya: b[v] dikunci pada kunjungan pertama.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menyusun ulang urutan lewat priority_queue.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bobotnya hanya 0 dan 1, pakai BFS 0-1 dengan deque — lebih cepat.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Dijkstra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terbukti benar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adalah greedy, dan ia benar justru karena syarat bobot tak negatif.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terdekat dulu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semua simpul yang belum final, ambil yang jarak sementaranya paling kecil. Priority queue melakukan ini untukmu.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pq.top()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Jaraknya sudah pasti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itu tidak mungkin dicapai lebih murah lewat jalur lain, sebab jalur lain harus melewati simpul yang jaraknya sudah lebih besar, lalu ditambah bobot tak negatif.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dist[u] final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Sebarkan ke tetangga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perbaiki jarak setiap tetangga lewat simpul ini. Bila lebih murah, perbarui dan masukkan kembali ke antrian. Langkah ini disebut relaksasi.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dist[u] + w &lt; dist[v]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Dijkstra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sembilan sisi, mulai dari simpul 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Keadaan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sumber yang berjarak nol. Sisanya dianggap tak hingga karena belum ada jalur yang ditemukan.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(0, 1)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[0, INF, INF, INF, INF, INF]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dist[1] = 0     seluruh dist lain = INF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bawah simpul adalah jarak sementara. Kuning berarti sedang diproses, hijau berarti sudah final.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Relaksasi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 keluar dari antrian dan menjadi final. Kedua tetangganya diperbarui.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   &lt;- terkecil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(4, 2)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0 + 4 = 4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dist[3] = 0 + 2 = 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keluar berikutnya: simpul 3, karena 2 &lt; 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dist[2] = 4 belum final. Nanti akan terbukti ada jalur yang lebih murah lewat simpul 3.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Jarak Lama Diperbaiki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3 difinalkan. Dari sini simpul 2 ternyata bisa dicapai dengan biaya 3, lebih murah dari 4.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2)   &lt;- diperbaiki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2)   &lt;- entri BASI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(10, 4)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(12, 5)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min( 4, dist[3] + 1 ) = min(4, 3) = 3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Entri lama (4, 2) tetap tertinggal di antrian. Inilah entri basi yang harus dibuang saat keluar nanti — bukan dihapus, karena heap tidak mendukung penghapusan.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Menembus ke Sisi 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2 lalu simpul 4 difinalkan. Perhatikan bahwa dist[4] juga sempat diperbaiki dari 10 menjadi 8.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5)  &lt;- diperbaiki dari 12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5)  &lt;- basi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(14, 6)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dist[4] = 3 + 5 = 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dist[5] = min( 12, 8 + 2 ) = 10      dist[6] = 8 + 6 = 14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simpul boleh masuk antrian berkali-kali. Yang penting adalah entri dengan jarak terkecil selalu keluar lebih dulu.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5 — Semua Final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difinalkan pada jarak 10, lalu memperbaiki simpul 6 dari 14 menjadi 13.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dist[1] = 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dist[3] = 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dist[4] = 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dist[5] = 10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dist[6] = 13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hijau membentuk pohon jarak terpendek dari simpul 1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Gabungan seluruh jalur terpendek dari satu sumber selalu membentuk pohon, karena setiap simpul hanya punya satu orang tua terbaik.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/ 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Standar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yang bisa langsung dipakai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dengan Priority Queue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kerangka ini. Lima baris yang ditandai adalah tempat sebagian besar bug muncul.</a:t>
            </a:r>
            <a:endParaRPr lang="en-US" sz="1300" dirty="0"/>
          </a:p>
        </p:txBody>
      </p:sp>
      <p:pic>
        <p:nvPicPr>
          <p:cNvPr id="4" name="Image 0" descr="/tmp/ppt/imgs/c4_20_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425" y="1755648"/>
            <a:ext cx="436153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diisi 4e18, bukan LLONG_MAX. Alasannya agar dist[u] + w tidak overflow saat dijumlahkan pada simpul yang belum terjangkau.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menyimpan pasangan {tetangga, bobot}. Untuk graf tak berarah, setiap sisi dimasukkan dua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greater&lt;&gt; mengubah priority queue menjadi min-heap. Tanpa ini kamu mendapat max-heap dan hasilnya salah total.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entri basi. Tanpa baris ini kode tetap memberi jawaban benar, tetapi bisa jauh lebih lambat dan pada kasus terburuk menjadi TLE.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Relaksasi: perbarui hanya bila benar-benar lebih murah. Setelah diperbarui, simpul itu harus dimasukkan ulang ke antrian.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Entri Basi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simpul bisa masuk antrean berkali-kali. Kode ini menghitung berapa entri yang akhirnya dilewati, supaya baris continue itu terasa masuk akal.</a:t>
            </a:r>
            <a:endParaRPr lang="en-US" sz="1300" dirty="0"/>
          </a:p>
        </p:txBody>
      </p:sp>
      <p:pic>
        <p:nvPicPr>
          <p:cNvPr id="4" name="Image 0" descr="/tmp/ppt/imgs/c4_21_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727" y="1993392"/>
            <a:ext cx="418409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2 masuk antrean dua kali: pertama dengan jarak 4, lalu diperbaiki jadi 2. Entri lama tetap ada di antrean dan baru dibuang saat dikeluarkan — itulah entri basi.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standar C++ tidak bisa mengubah prioritas entri lama.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entri lama dibiarkan menumpuk dan dibuang saat keluar.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disebut lazy deletion; total entri tetap O(m).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Alternatifnya array sudah[] yang di-set saat simpul pertama kali keluar.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Mengembalikan Jalurnya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urutan simpul, bukan hanya jaraknya. Cukup satu array tambahan.</a:t>
            </a:r>
            <a:endParaRPr lang="en-US" sz="1300" dirty="0"/>
          </a:p>
        </p:txBody>
      </p:sp>
      <p:pic>
        <p:nvPicPr>
          <p:cNvPr id="4" name="Image 0" descr="/tmp/ppt/imgs/c4_22_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431" y="1755648"/>
            <a:ext cx="554668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menyimpan "dari mana keputusan terbaik datang" sama persis dengan rekonstruksi jalur pada DP. Bila sudah paham yang satu, yang lain otomatis ikut.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di Kontes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Modifikasi kecil, soal yang sama sekali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hanya mengubah bagian relaksasi. Kerangka priority queue-nya tetap sama.</a:t>
            </a:r>
            <a:endParaRPr lang="en-US" sz="1300" dirty="0"/>
          </a:p>
        </p:txBody>
      </p:sp>
      <p:pic>
        <p:nvPicPr>
          <p:cNvPr id="4" name="Image 0" descr="/tmp/ppt/imgs/c4_24_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86" y="1755648"/>
            <a:ext cx="602877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membedakan varian hanyalah: apa yang disimpan di dist, dan bagaimana dua kandidat dibandingkan. Selalu mulai dari dua pertanyaan itu.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BFS — Dijkstra Tanpa Heap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bobotnya hanya 0 dan 1, deque menggantikan priority queue dan kompleksitasnya turun menjadi linear.</a:t>
            </a:r>
            <a:endParaRPr lang="en-US" sz="1300" dirty="0"/>
          </a:p>
        </p:txBody>
      </p:sp>
      <p:pic>
        <p:nvPicPr>
          <p:cNvPr id="4" name="Image 0" descr="/tmp/ppt/imgs/c4_25_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13" y="1755648"/>
            <a:ext cx="562671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Alasannya: deque tetap terurut karena hanya ada dua tingkat jarak yang aktif pada satu waktu. Soal "berapa tembok minimum yang harus dihancurkan" hampir selalu 0-1 BFS.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Menjatuhkan Submission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kesalahan yang paling sering terjadi pada implementasi Dijkstra.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long long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10^9 dikali 2 x 10^5 simpul menghasilkan 2 x 10^14. Dengan int, jawabanmu akan negatif dan tampak acak.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diisi LLONG_MAX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dist[u] + w akan overflow menjadi negatif dan lolos dari kondisi relaksasi. Pakai 4e18 atau periksa dist[u] != INF sebelum menjumlahkan.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max-heap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default C++ adalah max-heap. Tanpa greater&lt;&gt;, algoritmanya memproses simpul terjauh lebih dulu dan hasilnya kacau.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tak berarah tapi sisi dimasukkan sekali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tak berarah, wajib push ke g[a] dan g[b]. Ini kesalahan pembacaan input, bukan kesalahan algoritma, tetapi akibatnya sama.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ulang batasan. Bila ada sisi negatif satu saja, Dijkstra bisa memberi jawaban salah tanpa peringatan apa pun. Gunakan Bellman-Ford.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Termurah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 berbobot. Keluarkan jarak terpendek dari simpul 1 ke setiap simpul. Bila sebuah simpul tidak terjangkau,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500000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bobot &lt;= 10^9</a:t>
            </a:r>
            <a:endParaRPr lang="en-US" sz="1200" dirty="0"/>
          </a:p>
        </p:txBody>
      </p:sp>
      <p:pic>
        <p:nvPicPr>
          <p:cNvPr id="9" name="Image 0" descr="/tmp/ppt/imgs/c4_28_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932" y="1280160"/>
            <a:ext cx="25730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bisa langsung disalin sebagai template kontesmu. Perhatikan baris entri basi dan penanganan simpul tak terjangkau.</a:t>
            </a:r>
            <a:endParaRPr lang="en-US" sz="1300" dirty="0"/>
          </a:p>
        </p:txBody>
      </p:sp>
      <p:pic>
        <p:nvPicPr>
          <p:cNvPr id="4" name="Image 0" descr="/tmp/ppt/imgs/c4_29_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466" y="1993392"/>
            <a:ext cx="301461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m) log n), sekitar 10^7 operasi pada batas terbesar. Untuk n = 2 x 10^5, tambahkan ios::sync_with_stdio(false); cin.tie(nullptr); di awal main agar pembacaan cin tidak menjadi hambatan.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Dua soal terakhir memerlukan varian, bukan Dijkstra polos.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Shortest Routes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standar, perhatikan long long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Discount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Node splitting: dua lapis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Investigation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banyak jalur terpendek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20C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dengan rekonstruksi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 lalu BFS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= BFS dengan antrian berprioritas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paham BFS, Dijkstra hanya mengganti queue biasa dengan min-heap dan mengganti "jumlah sisi" dengan "total bobot".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 bobot tak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kebenaran algoritma bertumpu pada asumsi ini. Periksa batasan soal sebelum menulis satu baris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Entri basi itu normal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Membiarkan entri lama menumpuk lalu membuangnya saat keluar jauh lebih sederhana daripada mencoba menghapusnya dari heap.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adalah varian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kontes jarang meminta Dijkstra polos. Yang berubah biasanya isi state atau cara membandingkan dua kandidat — kerangkanya tetap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2026-09-05T08:51:30Z</dcterms:created>
  <dcterms:modified xsi:type="dcterms:W3CDTF">2026-09-05T08:51:30Z</dcterms:modified>
</cp:coreProperties>
</file>