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Negatif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saat Dijkstra tidak lagi bisa dipercaya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tidak mencoba pintar, dan justru karena itu ia tetap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memilih kota terdekat, kamu memeriksa SEMUA ruas jalan berulang kali, memperbaiki catatan setiap kali menemukan yang lebih murah.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Relaksasi semua sisi, diulang n-1 kali. Tanpa priority queue, tanpa asumsi cerdas.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putaran pertama, semua rute yang cuma satu ruas sudah pasti benar. Setelah putaran kedua, semua rute dua ruas benar.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ke-k menjamin semua jalur sepanjang paling banyak k sisi sudah benar.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terpendek tidak mungkin melewati kota yang sama dua kali, jadi paling panjang ia melewati n-1 ruas.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n-1 putaran sudah pasti cukup.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lingkaran jalan yang justru MEMBERI uang setiap kali diputari, tidak ada "termurah" — kamu bisa berputar selamanya.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pada putaran ke-n masih ada perbaikan, berarti ada siklus negatif.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"putaran ke-k = paling banyak k sisi" gratis, dan langsung menjawab soal yang membatasi jumlah perhentian.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mencari jarak terpendek meskipun ada sisi bernilai negatif, sekaligus mendeteksi apakah ada siklus yang membuat jaraknya tidak pernah stabil.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relaksasi berulang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perbaiki semua sisi, ulangi n-1 kali. Tidak ada priority queue, tidak ada urutan khusus, tidak ada asumsi cerdas — dan justru karena itu ia tetap benar pada bobot negatif.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ke-k = jalur paling panjang k 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putaran ke-k, jarak yang benar adalah jarak yang jalurnya memakai paling banyak k sisi. Sifat ini gratis dan sering langsung menjawab soal.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ke-n adalah alat deteksi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masih ada perbaikan setelah n-1 putaran, jaraknya tidak akan pernah stabil. Itulah tanda adanya siklus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Harganya: O(V x E)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lambat daripada Dijkstra. Karena itu ia hanya dipakai bila memang ada bobot negatif atau siklus negatif yang perlu dicari.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di soal: keuntungan, bonus, diskon, arbitrase, atau skor yang bisa dibuat tak terbatas.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sisi berbobot negatif pada graf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apakah ada siklus yang menguntungkan tanpa batas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jarak terpendek dengan batasan jumlah sisi atau perhentian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x E masih di bawah sekitar 10^7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bobot tak negatif — Dijkstra jauh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x E terlalu besar; graf besar tidak akan lolos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semua pasangan dan n kecil — Floyd-Warshall lebih pendek dan sekaligus mendeteksi siklus negatif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mendeteksi siklus negatif di SELURUH graf, isi dist dengan nol untuk semua simpul. Efeknya seperti ada sumber maya yang terhubung ke semua simpul.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graf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(Day 131)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Arbitrase &amp; aplikasi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Negatif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pada bobot negatif, sekaligus pendeteksi siklus merugi.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"putaran ke-k = paling banyak k sisi" adalah bentuk DP yang sangat jelas. Bellman-Ford sering dipakai sebagai contoh DP pada graf.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Dijkstra Gagal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Relaksasi Berulang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n-1 Putaran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Mengeluarkan Siklusnya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 &amp; Peringatannya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Dijkstra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contoh tandingan sudah cukup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Tandingan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mengunci sebuah simpul begitu ia dikeluarkan dari antrean. Dengan satu sisi bernilai negatif, penguncian itu bisa terjadi terlalu cepat.</a:t>
            </a:r>
            <a:endParaRPr lang="en-US" sz="1300" dirty="0"/>
          </a:p>
        </p:txBody>
      </p:sp>
      <p:pic>
        <p:nvPicPr>
          <p:cNvPr id="4" name="Image 0" descr="/tmp/ppt/imgs/c5_8_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559" y="1993392"/>
            <a:ext cx="337242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1→3→2 berbiaya 5 + (−4) = 1, lebih murah daripada 1→2 yang berbiaya 2. Dijkstra sudah terlanjur mengunci simpul 2 pada 2 sebelum jalur itu sempat ditemukan.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bertumpu pada asumsi jarak tidak pernah mengecil setelah dikunci.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sisi negatif saja sudah cukup mematahkan asumsi itu.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tidak mengunci apa pun; ia hanya mengulang n-1 kali.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negatif TIDAK bisa diperbaiki dengan menambah konstanta ke semua sisi.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Bellman-Ford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situasi yang menandakan soal ini, bukan Dijkstra.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di soal: keuntungan, diskon, bonus, atau nilai yang boleh minus. Bila satu sisi saja negatif, Dijkstra tidak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apakah ada siklus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seperti "apakah pemain bisa mendapat skor tak terbatas?" atau "apakah ada arbitrase mata uang?" adalah deteksi siklus negatif.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O(V x E). Untuk n = 2500 dan m = 5000 itu sekitar 1,25 x 10^7 — aman. Untuk n = 10^5 sudah jelas tidak mungkin.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jarak dengan batas jumlah 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putaran ke-k memberi jarak terbaik memakai paling banyak k sisi, soal "jarak terpendek dengan paling banyak k perhentian" langsung selesai dengan menghentikan loop di 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Relaksasi Berulang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sampai tidak ada lagi yang membaik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tidak mencoba pintar. Ia hanya mengulang hal yang sama sampai tidak ada perbaikan.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Relaksasi semua sisi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sisi (a, b, w), coba perbaiki dist[b] lewat dist[a]. Tidak ada urutan khusus, tidak ada priority queue.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dist[a] + w &lt; dist[b]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n - 1 kali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 menjamin satu sisi tambahan pada jalur terpendek sudah benar. Karena jalur terpendek paling panjang n-1 sisi, sebanyak itulah putarannya.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putaran = 1..n-1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putaran ekstra untuk memeriksa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pada putaran ke-n masih ada yang membaik, jaraknya tidak pernah stabil — artinya ada siklus negatif.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masih membaik -&gt; siklus negatif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Sederhana sampai terasa terlalu mudah. Perhatikan pemeriksaan dist[a] &lt; INF sebelum penjumlahan.</a:t>
            </a:r>
            <a:endParaRPr lang="en-US" sz="1300" dirty="0"/>
          </a:p>
        </p:txBody>
      </p:sp>
      <p:pic>
        <p:nvPicPr>
          <p:cNvPr id="4" name="Image 0" descr="/tmp/ppt/imgs/c5_12_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398" y="1755648"/>
            <a:ext cx="588874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break saat tidak ada perubahan sangat berguna: pada graf biasa, Bellman-Ford sering stabil setelah beberapa putaran saja, jauh sebelum n-1.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n - 1 Putaran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terpendek paling panjang memuat n − 1 sisi. Kode ini sengaja mengurutkan sisinya terbalik supaya tiap putaran hanya maju satu langkah.</a:t>
            </a:r>
            <a:endParaRPr lang="en-US" sz="1300" dirty="0"/>
          </a:p>
        </p:txBody>
      </p:sp>
      <p:pic>
        <p:nvPicPr>
          <p:cNvPr id="4" name="Image 0" descr="/tmp/ppt/imgs/c5_13_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821" y="1993392"/>
            <a:ext cx="452790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putaran hanya menambah satu simpul yang selesai, jadi rantai sepanjang 5 simpul memang butuh tepat 4 putaran. Dengan urutan sisi yang beruntung, satu putaran saja sudah cukup.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putaran ke-k, semua jalur terpendek dengan &lt;= k sisi sudah benar.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terpendek tidak pernah memuat siklus, jadi paling banyak n-1 sisi.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ke-n yang masih memperbaiki nilai = ada siklus negatif.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putaran penuh tidak mengubah apa pun, boleh berhenti lebih awal.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Bellman-Ford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simpul dengan sisi negatif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sisi 2 ke 3 yang bernilai -2, dan lingkaran 2 - 3 - 4 - 2 yang totalnya negatif.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3172968"/>
            <a:ext cx="146304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231136" y="3026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3728616" y="2453875"/>
            <a:ext cx="1503888" cy="615227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42816" y="2615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2624328"/>
            <a:ext cx="914" cy="11887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486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H="1" flipV="1">
            <a:off x="3724452" y="3286482"/>
            <a:ext cx="1512217" cy="68737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2816" y="34838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30538" y="3233763"/>
            <a:ext cx="3488363" cy="79281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36976" y="34838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88720" y="28986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986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berarah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 bobot 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3  bobot -2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3 -&gt; 4  bobot  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2  bobot -1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4  bobot  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lingkaran 2 -&gt; 3 -&gt; 4 -&gt; 2 bernilai -2 + 1 + (-1) = -2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totalnya negatif, berputar sekali lagi selalu membuat jaraknya lebih kecil. Jarak terpendek ke simpul 2, 3, dan 4 tidak terdefinisi.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1 — Jalur Sepanjang Satu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satu putaran, jarak yang benar adalah jarak yang jalurnya hanya memakai satu sisi.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9192" y="2286000"/>
            <a:ext cx="117043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dist[1] + 1 = 1      dist[4] = dist[1] + 5 =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dist[3] masih INF pada putaran ini bila sisi diproses dalam urutan yang kurang beruntung. Urutan pemrosesan sisi memang memengaruhi kecepatan, tetapi tidak memengaruhi kebenaran akhir.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2 — Jalur Sepanjang Dua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negatif mulai bekerja. Simpul 3 terjangkau, dan simpul 4 membaik lewat jalur 1-2-3-4.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9624" y="2286000"/>
            <a:ext cx="117043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dist[3] = dist[2] + (-2) = 1 - 2 = -1      dist[4] = -1 + 1 = 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dist[4] turun dari 5 menjadi 0. Inilah yang tidak bisa dilakukan Dijkstra — memperbaiki simpul yang sudah pernah "selesai".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3 dan Seterusnya — Tidak Pernah Berhenti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putaran, ketiga simpul pada lingkaran turun sebesar 2. Nilainya tidak akan pernah stabil.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3849624" y="2286000"/>
            <a:ext cx="234086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dist[4] + (-1) = 0 - 1 = -1      lalu terus turun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masih ada perbaikan pada putaran ke-n, algoritma menyimpulkan adanya siklus negatif. Simpul terakhir yang membaik dipakai sebagai titik masuk untuk menelusuri lingkarannya.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3+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Negatif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dan mengeluarkannya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putaran tambahan setelah n-1 putaran. Bila masih ada perbaikan, jawabannya sudah pasti.</a:t>
            </a:r>
            <a:endParaRPr lang="en-US" sz="1300" dirty="0"/>
          </a:p>
        </p:txBody>
      </p:sp>
      <p:pic>
        <p:nvPicPr>
          <p:cNvPr id="4" name="Image 0" descr="/tmp/ppt/imgs/c5_20_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729" y="1755648"/>
            <a:ext cx="503492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tepat satu putaran tambahan. Bila tidak ada satu pun sisi yang bisa direlaksasi, jaraknya sudah stabil dan tidak ada siklus negatif.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simpul terakhir yang berhasil diperbaiki. Simpul ini pasti terjangkau dari sebuah siklus negatif, meski belum tentu berada di dalamnya.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korban tetap -1, berarti aman. Perhatikan kata "terjangkau dari sumber" pada komentarnya.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penting: bila soal meminta deteksi siklus negatif di SELURUH graf, isi dist dengan nol untuk semua simpul. Efeknya seolah ada sumber maya yang terhubung ke semua simpul dengan bobot nol.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pemeriksaan dist[a] &lt; INF. Tanpa itu, sisi dari simpul tak terjangkau bisa memicu deteksi palsu.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Mengeluarkan Siklusnya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urutan simpul pada siklusnya, bukan sekadar ya atau tidak. Trik mundur n kali menjamin kita sudah masuk ke dalam lingkaran.</a:t>
            </a:r>
            <a:endParaRPr lang="en-US" sz="1300" dirty="0"/>
          </a:p>
        </p:txBody>
      </p:sp>
      <p:pic>
        <p:nvPicPr>
          <p:cNvPr id="4" name="Image 0" descr="/tmp/ppt/imgs/c5_21_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281" y="1993392"/>
            <a:ext cx="423098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mundur n kali? Karena korban mungkin berada di luar siklus, tetapi terhubung ke sana lewat paling banyak n langkah. Setelah n langkah mundur, kita dijamin berada di dalam lingkaran.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 — Versi Berantrian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populer: hanya relaksasi dari simpul yang jaraknya baru saja berubah. Rata-rata jauh lebih cepat, tetapi ada peringatannya.</a:t>
            </a:r>
            <a:endParaRPr lang="en-US" sz="1300" dirty="0"/>
          </a:p>
        </p:txBody>
      </p:sp>
      <p:pic>
        <p:nvPicPr>
          <p:cNvPr id="4" name="Image 0" descr="/tmp/ppt/imgs/c5_22_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610" y="1993392"/>
            <a:ext cx="415232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 sering dijebak dengan tes khusus pada kontes Codeforces. Aturan praktisnya: bobot tak negatif pakai Dijkstra, bobot negatif pakai Bellman-Ford biasa, dan pakai SPFA hanya bila batasnya longgar.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Sekali Lagi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lengkap ketiga algoritma jarak terpendek yang sudah dipelajari.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2560320"/>
                <a:gridCol w="3081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O((V+E) log 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x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terdeteksi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Terdeteksi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Terdeteksi lewat diagonal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Sumber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 sampai 2 x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 x E sampai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 sampai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jumlah sisi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node splitting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Gratis: hentikan di putaran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Lingkaran Merugi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berarah berbobot yang boleh bernilai negatif. Tentukan apakah ada siklus dengan total bobot negatif. Bila ada, keluarkan urutan simpul pada siklus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5000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-10^9 &lt;= bobot &lt;= 10^9</a:t>
            </a:r>
            <a:endParaRPr lang="en-US" sz="1200" dirty="0"/>
          </a:p>
        </p:txBody>
      </p:sp>
      <p:pic>
        <p:nvPicPr>
          <p:cNvPr id="9" name="Image 0" descr="/tmp/ppt/imgs/c5_25_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4425" y="1280160"/>
            <a:ext cx="288202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keputusan penting: dist diisi nol untuk semua simpul, dan par dicatat saat relaksasi agar siklusnya bisa ditelusuri.</a:t>
            </a:r>
            <a:endParaRPr lang="en-US" sz="1300" dirty="0"/>
          </a:p>
        </p:txBody>
      </p:sp>
      <p:pic>
        <p:nvPicPr>
          <p:cNvPr id="4" name="Image 0" descr="/tmp/ppt/imgs/c5_26_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5523" y="1993392"/>
            <a:ext cx="249049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dist dengan nol setara dengan menambahkan sumber maya yang terhubung ke semua simpul. Tanpa trik ini, siklus negatif yang tidak terjangkau dari simpul 1 akan terlewat.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Bellman-Ford langsung; tiga berikutnya memakai sifat "paling banyak k sisi".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Cycle Finding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Deteksi dan pengeluaran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High Score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 dengan penandaan simpul terpengaruh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787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terpendek dengan paling banyak k perhentian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1473E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Kombinasi Dijkstra dan node splitting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Arbitrase mata uang (klasik)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Ubah perkalian kurs menjadi penjumlahan dengan logaritma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tidak mencoba pintar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hanya merelaksasi semua sisi berulang kali. Justru karena tidak ada asumsi cerdas, ia tetap benar pada bobot negatif.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ke-k = jalur paling panjang k 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ini gratis dan langsung menjawab soal yang membatasi jumlah perhentian. Cukup hentikan loop lebih awal.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ke-n adalah alat deteksi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masih ada perbaikan setelah n-1 putaran, jaraknya tidak akan pernah stabil — artinya ada siklus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Sumber maya untuk deteksi menyeluruh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dist dengan nol untuk semua simpul membuat siklus negatif di bagian graf mana pun ikut terdeteksi.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2026-09-05T08:51:30Z</dcterms:created>
  <dcterms:modified xsi:type="dcterms:W3CDTF">2026-09-05T08:51:30Z</dcterms:modified>
</cp:coreProperties>
</file>