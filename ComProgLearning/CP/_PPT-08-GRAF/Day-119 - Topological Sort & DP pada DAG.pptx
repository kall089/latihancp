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DP pada DAG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terakhir sebelum masuk ke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119–120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menyusun urutan yang menghormati semua prasyarat.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jadwal kuliah: Kalkulus 2 tidak boleh diambil sebelum Kalkulus 1. Kamu perlu urutan yang menghormati semua prasyarat.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topologis: setiap sisi berarah selalu menunjuk ke depan dalam urutan itu.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Mulailah dari mata kuliah yang tidak punya prasyarat sama sekali. Setelah diambil, prasyarat mata kuliah lain berkurang satu.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Kahn: masukkan semua simpul berderajat masuk nol ke antrian, lalu kurangi derajat tetangganya.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 syarat B, B syarat C, dan C syarat A — tidak ada urutan yang mungkin. Kurikulumnya cacat.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toposort kurang dari n simpul, berarti ada siklus. Toposort sekaligus alat deteksi siklus.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urutannya ada, menghitung "jalur studi terpanjang" jadi mudah karena semuanya sudah berurutan.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DAG: urutan topologis langsung memberi urutan pengisian tabel DP.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adalah bentuk paling murni dari dynamic programming — state adalah simpul, transisi adalah sisi.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mengurutkan simpul pada graf berarah sehingga setiap sisi selalu menunjuk ke depan. Urutan itulah yang membuat DP pada graf menjadi mungkin.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pada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hanya ada bila graf berarah dan tidak punya siklus. Bila hasil toposort kurang dari n simpul, berarti ada siklus.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menghitungnya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Kahn memakai antrian dan derajat masuk; DFS memakai urutan selesai yang dibalik. Keduanya O(V + E) dan sama-sama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Gunanya: memberi urutan pengisian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menuntut sub-masalah dihitung lebih dulu. Pada DAG, urutan topologis adalah jawaban langsung untuk pertanyaan "mana yang harus dihitung duluan".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bobot negatif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Dijkstra, DP pada DAG tetap benar pada sisi negatif — karena urutannya sudah ditentukan lebih dulu, bukan ditebak secara greedy.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"prasyarat", "harus dikerjakan sebelum", atau adanya ketergantungan berarah.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ketergantungan berarah: prasyarat kuliah, urutan kompilasi, urutan pekerjaan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ketergantungannya melingkar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graf berarah tanpa siklus: jalur terpanjang, banyaknya jalur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DAG, termasuk yang berbobot negatif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tak berarah — urutan topologis tidak terdefinisi di situ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dan soal tetap meminta urutan — jawabannya memang tidak ada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jarak terpendek pada graf berarah dengan siklus — pakai Dijkstra atau Bellman-Ford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Toposort sekaligus alat deteksi siklus: bila jumlah simpul yang keluar dari antrian kurang dari n, grafnya punya siklus.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&amp; condensation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DP pada DAG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membuat setiap sisi menunjuk ke depan — dan DP menjadi mungkin.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adalah bentuk paling murni dari dynamic programming: state adalah simpul, transisi adalah sisi, dan urutan pengisian diberikan langsung oleh toposort.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pekerjaan sesuai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daftar pekerjaan dan prasyaratnya. Susun urutan pengerjaan yang tidak melanggar satu pun prasyarat.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formal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seluruh simpul sedemikian rupa sehingga setiap sisi berarah u ke v selalu menempatkan u sebelum v.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harus berarah dan TIDAK boleh punya siklus. Bila ada siklus, urutan seperti itu mustahil dibuat.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tidak unik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ada banyak urutan yang sah. Soal biasanya menerima yang mana pun, kecuali diminta yang leksikografis terkecil.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penerapan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mata kuliah dengan prasyarat, urutan kompilasi modul, penjadwalan tugas yang saling bergantung.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DP. Setelah simpul terurut, dp bisa dihitung dari kiri ke kanan tanpa khawatir membaca nilai yang belum siap.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Berbasis BFS. Sekaligus mendeteksi siklus secara gratis.</a:t>
            </a:r>
            <a:endParaRPr lang="en-US" sz="1300" dirty="0"/>
          </a:p>
        </p:txBody>
      </p:sp>
      <p:pic>
        <p:nvPicPr>
          <p:cNvPr id="4" name="Image 0" descr="/tmp/ppt/imgs/c73_9_4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296" y="1755648"/>
            <a:ext cx="393236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mata kuliah dengan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Hitung Derajat Masuk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adalah banyaknya prasyarat yang belum terpenuhi.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berisi simpul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dengan derajat masuk 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[1]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simpul 1 yang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punya prasyarat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indeg[v] = banyaknya sisi yang MASUK ke 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derajat masuk nol siap dikerjakan sekarang juga.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Ambil dari Queue, Kurangi Tetangga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1 dikerjakan, prasyarat simpul 2 dan 3 berkurang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[2, 3]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masuk 2 dan 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menjadi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sehingga keduanya masuk queue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kali indeg[v] mencapai 0, masukkan v ke queue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4 masih menunggu, karena derajat masuknya masih 2.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berlanjut sampai queue kosong.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[1, 2, 3, 4, 5]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 hasil = 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tidak ada siklus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 panjangnya &lt; n,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berarti ada siklus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valid: 1, 2, 3, 4, 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1, 3, 2, 4, 5 juga sah. Yang penting setiap prasyarat muncul sebelum yang membutuhkannya.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lebih pendek, tetapi tidak sepraktis Kahn untuk mendeteksi siklus.</a:t>
            </a:r>
            <a:endParaRPr lang="en-US" sz="1300" dirty="0"/>
          </a:p>
        </p:txBody>
      </p:sp>
      <p:pic>
        <p:nvPicPr>
          <p:cNvPr id="4" name="Image 0" descr="/tmp/ppt/imgs/c73_14_4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62" y="1755648"/>
            <a:ext cx="690322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sesungguhnya materi ini penting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DAG Cocok untuk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syarat DAG dan syarat DP sesungguhnya adalah hal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siklus berarti ada 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bisa dihitung setelah seluruh pendahulunya selesai. Inilah langkah keempat dari empat langkah merancang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adalah satu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dp[v] menjawab pertanyaan soal untuk simpul v. Persis seperti dp[i] pada DP 1D.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u ke v berarti dp[v] bisa dihitung dari dp[u]. Bobot sisi menjadi biaya transisinya.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O(V + E) — setiap simpul dan sisi diproses tepat sekali. Ini sama efisiennya dengan DP 1D.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 penting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DP sebenarnya adalah DP pada DAG. State-nya simpul, transisinya sisi. DP 1D, knapsack, dan grid semuanya bisa dipandang begitu.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kemiripannya dengan DP grid di Day 150.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350" dirty="0"/>
          </a:p>
        </p:txBody>
      </p:sp>
      <p:pic>
        <p:nvPicPr>
          <p:cNvPr id="5" name="Image 0" descr="/tmp/ppt/imgs/c73_17_4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6061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1350" dirty="0"/>
          </a:p>
        </p:txBody>
      </p:sp>
      <p:pic>
        <p:nvPicPr>
          <p:cNvPr id="7" name="Image 1" descr="/tmp/ppt/imgs/c73_17_4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7974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 dari simpul 1 ke setiap simpul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cara[1] = 1  (base case)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cara[2] = cara[1] =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cara[3] = cara[1] =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cara[4] = cara[2] + cara[3]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 + 1 =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cara[5] = cara[4] =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cara[v] += cara[u]     untuk setiap sisi u -&gt; 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diproses dalam urutan topologis, saat menghitung cara[4] nilai cara[2] dan cara[3] dijamin sudah final.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Schedule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Urutan Mata Kuliah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Urutan Pengambilan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mata kuliah dan m pasangan prasyarat. Pasangan (u, v) berarti mata kuliah u harus diambil sebelum v.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salah satu urutan pengambilan yang sah. Bila tidak mungkin, cetak IMPOSSIBLE.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boleh membentuk siklus</a:t>
            </a:r>
            <a:endParaRPr lang="en-US" sz="1200" dirty="0"/>
          </a:p>
        </p:txBody>
      </p:sp>
      <p:pic>
        <p:nvPicPr>
          <p:cNvPr id="9" name="Image 0" descr="/tmp/ppt/imgs/c73_20_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883" y="1280160"/>
            <a:ext cx="28511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E). Deteksi siklus didapat gratis.</a:t>
            </a:r>
            <a:endParaRPr lang="en-US" sz="1300" dirty="0"/>
          </a:p>
        </p:txBody>
      </p:sp>
      <p:pic>
        <p:nvPicPr>
          <p:cNvPr id="4" name="Image 0" descr="/tmp/ppt/imgs/c73_21_5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049" y="1755648"/>
            <a:ext cx="298828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dihitung saat membaca input, tanpa loop terpisah.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diisi seluruh simpul yang tidak punya prasyarat sama sekali.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sebuah simpul dikeluarkan, derajat masuk tetangganya dikurangi. Yang mencapai nol berarti seluruh prasyaratnya sudah lunas.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panjang hasil kurang dari n, berarti ada simpul yang derajat masuknya tidak pernah mencapai nol — itulah tanda adanya siklus.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urutan leksikografis terkecil, ganti queue dengan priority_queue minimum. Kompleksitasnya menjadi O((V + E) log V).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deck terakhir sebelum Day 141. Perhatikan bagaimana semuanya bertemu.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= urutan evaluasi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keempat dari empat langkah merancang DP. Pada DP tabel, urutannya kita rancang sendiri. Pada DAG, algoritma yang menyediakannya.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= DP tidak berlaku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 bisa saling bergantung melingkar, tidak ada urutan yang sah. Di situlah DP gagal dan kita butuh Dijkstra, Bellman-Ford, atau sistem persamaan.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yang simpulnya adalah state dan sisinya adalah transisi. Graf itu selalu DAG bila DP-nya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= menghitung cara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menghitung jalur pada DAG identik dengan kode menghitung jalur pada grid di Day 150, dan dengan coin change di Day 143.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 ke Day 141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rekursi, enumerasi, prefix sum, greedy, dan DAG di tangan, seluruh bahan untuk memahami DP sudah lengkap.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Course Schedule, Longest Flight Route, Game Routes, Investigation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Course Schedule I dan II, Alien Dictionary, Parallel Courses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topological sort versi Kahn dan versi DFS,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jalur terpanjang pada DAG, lalu rekonstruksi jalurnya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 jalur dari simpul 1 ke simpul n pada DAG, modulo 10^9+7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state untuk soal coin change, dan buktikan bahwa grafnya memang DAG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butuh DAG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siklus, urutan yang sah mustahil dibuat. Algoritma Kahn mendeteksinya secara gratis.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terurut, dp dihitung dari kiri ke kanan tanpa masalah.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simpul, transisi menjadi sisi. Cara pandang ini sangat membantu di soal yang sulit.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 Programming. Seluruh fondasinya sudah kamu miliki.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