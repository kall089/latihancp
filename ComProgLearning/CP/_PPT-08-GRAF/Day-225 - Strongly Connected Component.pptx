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Strongly Connected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Component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Mengerutkan graf berarah menjadi DAG — pintu masuk banyak soal Div 2 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225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SCC mengelompokkan kota-kota yang bisa saling dikunjungi.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kota dengan jalan satu arah: sekelompok jalan bisa membentuk lingkaran, sehingga dari mana pun kamu mulai, kamu bisa sampai ke semuanya dan kembali.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Strongly connected component: kelompok simpul yang saling bisa mencapai pada graf berarah.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setiap lingkaran seperti itu kamu anggap sebagai SATU kota besar, peta yang tersisa tidak punya lingkaran lagi.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Condensation graph: kerutkan setiap SCC menjadi satu simpul, dan hasilnya SELALU DAG.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pasti tidak melingkar? Karena kalau dua kota besar bisa saling dicapai, seharusnya keduanya satu kota besar sejak awal.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condensation punya siklus, SCC di dalamnya seharusnya satu SCC — bertentangan dengan definisinya.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petanya tidak melingkar, mencari "rute dengan total keuntungan terbesar" jadi mudah.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DAG, topological sort dan DP langsung bisa dipakai. Itulah nilai tambah terbesar SCC.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Kebanyakan soal SCC sebenarnya soal DAG yang menunggu grafnya dikerutkan lebih dulu.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SCC mengelompokkan simpul yang saling bisa mencapai pada graf berarah, dan setelah dikerutkan graf apa pun berubah menjadi DAG.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Definisinya dua arah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simpul berada di SCC yang sama bila u bisa mencapai v DAN v bisa mencapai u. Berbeda dengan graf tak berarah, di mana DFS biasa sudah cukup.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Condensation selalu DAG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setiap SCC dikerutkan menjadi satu simpul, hasilnya pasti tanpa siklus. Bila ada siklus, seluruh SCC di dalamnya seharusnya satu SCC — bertentangan.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Kosaraju: dua kali DFS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pertama pada graf asli mencatat urutan selesai; DFS kedua pada graf dibalik, dijalankan pada urutan terbalik, menyapu satu SCC per pemanggilan.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SCC-nya sudah topologis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Kosaraju memberikannya gratis, sehingga DP pada condensation graph bisa langsung dijalankan tanpa topological sort tambahan.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graf berarah yang punya siklus, dan pertanyaan yang menyangkut keterjangkauan dua arah.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berarah punya siklus dan soal berbicara tentang saling mencapai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menyederhanakan graf berarah menjadi DAG sebelum menjalankan DP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2-SAT: memeriksa apakah sekumpulan syarat logika bisa dipenuhi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sisi minimum agar seluruh graf menjadi kuat terhubung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tak berarah — pakai DFS biasa atau DSU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sudah DAG — langsung topological sort saja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perlu tahu apakah satu simpul bisa mencapai satu simpul lain — BFS sudah cukup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 besar soal SCC sebenarnya soal DAG yang menunggu grafnya dikerutkan. Setelah condensation dibangun, soalnya biasanya menjadi jalur terpanjang atau penghitungan jalur.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Topological sort (Day 119)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Deteksi siklus (Day 118)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2-SAT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Bridge &amp; articulation point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Block-cut tree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Strongly Connected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Component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Mengerutkan graf berarah menjadi DAG dengan dua kali DFS.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SCC adalah materi graf pertama yang benar-benar terasa sebagai "alat pemrosesan awal": ia jarang menjadi jawaban akhir, tetapi membuka pintu untuk teknik lain.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&amp; Condensation Graph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Condensation Selalu DAG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Kosaraju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Kosaraju Benar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Condensation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&amp; 2-SAT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Saling mencapai pada graf berarah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SCC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Definisinya bisa diperiksa langsung: dua simpul sekelompok bila saling bisa dicapai. Kode ini memakai definisi itu apa adanya, tanpa algoritma cepat.</a:t>
            </a:r>
            <a:endParaRPr lang="en-US" sz="1300" dirty="0"/>
          </a:p>
        </p:txBody>
      </p:sp>
      <p:pic>
        <p:nvPicPr>
          <p:cNvPr id="4" name="Image 0" descr="/tmp/ppt/imgs/c9_8_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194" y="1993392"/>
            <a:ext cx="346715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dua segitiga berarah yang disambung satu sisi searah 3→4. Karena sisi itu tidak bisa dilalui balik, keduanya menjadi dua SCC terpisah. Cara ini O(n^2 (n+m)) — benar tetapi lambat.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28 adalah definisinya persis: saling mencapai dua arah.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simpul tanpa siklus tetap membentuk SCC sendiri berukuran 1.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Kosaraju dan Tarjan menghasilkan kelompok yang sama, hanya jauh lebih cepat.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versi lambat ini sebagai pembanding saat menguji kode cepatmu.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SCC-nya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1, 2, 3 saling mencapai lewat lingkaran. Begitu pula 4, 5, 6. Tetapi dari 4 tidak ada jalan kembali ke 1.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63040" y="2679192"/>
            <a:ext cx="1188720" cy="914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H="1">
            <a:off x="2157069" y="2911815"/>
            <a:ext cx="623621" cy="997794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 flipV="1">
            <a:off x="1323208" y="2918283"/>
            <a:ext cx="553983" cy="984859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00400" y="2679192"/>
            <a:ext cx="118872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57414" y="2873166"/>
            <a:ext cx="892213" cy="892213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4261536" y="4095453"/>
            <a:ext cx="1443887" cy="825078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4094676" y="2944080"/>
            <a:ext cx="497448" cy="1847665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240487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240487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867912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3736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240487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0" y="368503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0" y="3685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49040" y="4782312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49040" y="4782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2587752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78040" y="27706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SCC 1 (hijau)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154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{1, 2, 3}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5387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2 -&gt; 3 -&gt; 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9227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3068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SCC 2 (kuning)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690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{4, 5, 6}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50749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4 -&gt; 5 -&gt; 6 -&gt; 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" y="574243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338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sisi 2 -&gt; 4 menghubungkan kedua SCC, tetapi tidak ada jalan kembali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" y="6181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dikerutkan, tersisa dua simpul dengan satu sisi berarah di antaranya — sebuah DAG. Inilah condensation graph-nya.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Kosaraju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kali DFS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Kosaraju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fungsi DFS: satu pada graf asli untuk mencatat urutan selesai, satu pada graf dibalik untuk menandai komponen.</a:t>
            </a:r>
            <a:endParaRPr lang="en-US" sz="1300" dirty="0"/>
          </a:p>
        </p:txBody>
      </p:sp>
      <p:pic>
        <p:nvPicPr>
          <p:cNvPr id="4" name="Image 0" descr="/tmp/ppt/imgs/c9_11_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214" y="1993392"/>
            <a:ext cx="436511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urutan dicatat SETELAH seluruh keturunan selesai, bukan saat simpul dimasuki. Ini yang disebut urutan pasca-kunjungan.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Menjalankannya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loop. Yang kedua berjalan pada urutan TERBALIK dari yang dicatat pada langkah pertama.</a:t>
            </a:r>
            <a:endParaRPr lang="en-US" sz="1300" dirty="0"/>
          </a:p>
        </p:txBody>
      </p:sp>
      <p:pic>
        <p:nvPicPr>
          <p:cNvPr id="4" name="Image 0" descr="/tmp/ppt/imgs/c9_12_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1632" y="1755648"/>
            <a:ext cx="475827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Bonus di baris terakhir sangat berguna: nomor SCC dari Kosaraju sudah tersusun dalam urutan topologis, sehingga DP pada condensation bisa langsung dijalankan tanpa toposort tambahan.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Kosaraju Benar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urutan selesai DFS. Jalankan kode ini dan bandingkan urutan yang tercetak dengan pengelompokan akhirnya.</a:t>
            </a:r>
            <a:endParaRPr lang="en-US" sz="1300" dirty="0"/>
          </a:p>
        </p:txBody>
      </p:sp>
      <p:pic>
        <p:nvPicPr>
          <p:cNvPr id="4" name="Image 0" descr="/tmp/ppt/imgs/c9_13_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1307" y="1993392"/>
            <a:ext cx="341893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yang SELESAI paling akhir (di sini 1) pasti berada di SCC "paling hulu". Menelusuri graf terbalik dari situ hanya bisa menjangkau SCC-nya sendiri — itulah alasan kebenarannya.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Putaran pertama hanya menentukan urutan, bukan kelompoknya.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Membalik graf memutus arah keluar SCC, jadi DFS kedua terkurung.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komponen yang dihasilkan otomatis urut topologis pada DAG kondensasi.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Tarjan melakukan hal yang sama dengan satu kali DFS dan sebuah stack.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Kosaraju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simpul, dua komponen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DFS pada Graf Asli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dari simpul 1 menelusuri seluruh graf. Urutan selesai dicatat saat rekursi kembali naik.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63040" y="2441448"/>
            <a:ext cx="1188720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H="1">
            <a:off x="2157069" y="2674071"/>
            <a:ext cx="623621" cy="99779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 flipV="1">
            <a:off x="1323208" y="2680539"/>
            <a:ext cx="553983" cy="984859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00400" y="2441448"/>
            <a:ext cx="1188720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57414" y="2635422"/>
            <a:ext cx="892213" cy="892213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4261536" y="3857709"/>
            <a:ext cx="1443887" cy="82507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4094676" y="2706336"/>
            <a:ext cx="497448" cy="1847665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216712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2167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5176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37360" y="36301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3736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2167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34472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0" y="4544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selesai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6, 5, 4, 3, 2, 1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yang selesai TERAKHIR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adalah simpul 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1 ada di SCC sumber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57332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8247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urutan = [6, 5, 4, 3, 2, 1]      diproses terbalik: 1, 2, 3, 4, 5, 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6172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pastinya bergantung pada urutan tetangga di adjacency list, tetapi sifat "yang selesai terakhir ada di SCC sumber" selalu berlaku.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DFS pada Graf Dibalik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sisi dibalik arahnya. DFS dimulai dari simpul 1, yaitu yang selesai paling akhir tadi.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H="1">
            <a:off x="1463040" y="2441448"/>
            <a:ext cx="1188720" cy="914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2157069" y="2674071"/>
            <a:ext cx="623621" cy="997794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323208" y="2680539"/>
            <a:ext cx="553983" cy="984859"/>
          </a:xfrm>
          <a:prstGeom prst="line">
            <a:avLst/>
          </a:prstGeom>
          <a:noFill/>
          <a:ln w="19050">
            <a:solidFill>
              <a:srgbClr val="3ECF9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3200400" y="2441448"/>
            <a:ext cx="1188720" cy="914"/>
          </a:xfrm>
          <a:prstGeom prst="line">
            <a:avLst/>
          </a:prstGeom>
          <a:noFill/>
          <a:ln w="1905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 flipV="1">
            <a:off x="4857414" y="2635422"/>
            <a:ext cx="892213" cy="892213"/>
          </a:xfrm>
          <a:prstGeom prst="line">
            <a:avLst/>
          </a:prstGeom>
          <a:noFill/>
          <a:ln w="1905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4261536" y="3857709"/>
            <a:ext cx="1443887" cy="825078"/>
          </a:xfrm>
          <a:prstGeom prst="line">
            <a:avLst/>
          </a:prstGeom>
          <a:noFill/>
          <a:ln w="1905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4094676" y="2706336"/>
            <a:ext cx="497448" cy="1847665"/>
          </a:xfrm>
          <a:prstGeom prst="line">
            <a:avLst/>
          </a:prstGeom>
          <a:noFill/>
          <a:ln w="1905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216712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216712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5176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37360" y="36301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73736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216712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34472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0" y="45445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graf DIBALIK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dari 1 bisa dicapai: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 (lewat 1-&gt;3)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 (lewat 3-&gt;2)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simpul 4, 5, 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TIDAK terjangkau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57332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8247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SCC pertama = {1, 2, 3}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6172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2 ke 4 pada graf asli menjadi 4 ke 2 setelah dibalik, sehingga dari simpul 1 tidak ada jalan menuju 4. Itulah yang mengurung DFS di dalam satu SCC.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Komponen Berikutnya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berikutnya pada urutan terbalik yang belum tertandai adalah 4. DFS kedua menyapu SCC sisanya.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H="1">
            <a:off x="1463040" y="2441448"/>
            <a:ext cx="1188720" cy="914"/>
          </a:xfrm>
          <a:prstGeom prst="line">
            <a:avLst/>
          </a:prstGeom>
          <a:noFill/>
          <a:ln w="1905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2157069" y="2674071"/>
            <a:ext cx="623621" cy="997794"/>
          </a:xfrm>
          <a:prstGeom prst="line">
            <a:avLst/>
          </a:prstGeom>
          <a:noFill/>
          <a:ln w="1905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323208" y="2680539"/>
            <a:ext cx="553983" cy="984859"/>
          </a:xfrm>
          <a:prstGeom prst="line">
            <a:avLst/>
          </a:prstGeom>
          <a:noFill/>
          <a:ln w="1905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3200400" y="2441448"/>
            <a:ext cx="1188720" cy="914"/>
          </a:xfrm>
          <a:prstGeom prst="line">
            <a:avLst/>
          </a:prstGeom>
          <a:noFill/>
          <a:ln w="19050">
            <a:solidFill>
              <a:srgbClr val="DDE1E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 flipV="1">
            <a:off x="4857414" y="2635422"/>
            <a:ext cx="892213" cy="892213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4261536" y="3857709"/>
            <a:ext cx="1443887" cy="82507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>
            <a:off x="4094676" y="2706336"/>
            <a:ext cx="497448" cy="1847665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216712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216712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5176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630168"/>
            <a:ext cx="548640" cy="548640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37360" y="3630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216712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2761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34472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0" y="45445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4544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SCC kedua = {4, 5, 6}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 akhir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komp[1] = komp[2] = komp[3] = 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komp[4] = komp[5] = komp[6] = 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banyak SCC = 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" y="57332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582472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condensation: SCC 0  -&gt;  SCC 1      (sebuah DAG)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6172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SCC yang dihasilkan sudah dalam urutan topologis: SCC 0 berada sebelum SCC 1. Sifat ini gratis dan sangat memudahkan DP setelahnya.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Condensation &amp; 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bisa dilakukan setelah dikerutkan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Condensation Graph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setiap simpul punya nomor SCC, membangun graf antar-SCC hanya butuh satu penyapuan sisi.</a:t>
            </a:r>
            <a:endParaRPr lang="en-US" sz="1300" dirty="0"/>
          </a:p>
        </p:txBody>
      </p:sp>
      <p:pic>
        <p:nvPicPr>
          <p:cNvPr id="4" name="Image 0" descr="/tmp/ppt/imgs/c9_19_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188" y="1755648"/>
            <a:ext cx="481316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Waspadai sisi ganda: dua SCC bisa terhubung oleh banyak sisi asli. Bila soal peduli pada banyaknya sisi, buang duplikatnya dengan sort dan unique.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paling sering: mampatkan setiap SCC menjadi satu simpul, hasilnya DAG, lalu jalankan DP biasa di atasnya.</a:t>
            </a:r>
            <a:endParaRPr lang="en-US" sz="1300" dirty="0"/>
          </a:p>
        </p:txBody>
      </p:sp>
      <p:pic>
        <p:nvPicPr>
          <p:cNvPr id="4" name="Image 0" descr="/tmp/ppt/imgs/c9_20_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194" y="1993392"/>
            <a:ext cx="346715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04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dikondensasi, soal "jalur terpanjang" yang mustahil pada graf bersiklus menjadi DP satu baris pada DAG. Lima aplikasi utamanya: kondensasi, 2-SAT, komponen wajib, deteksi siklus, dan menghitung simpul yang bisa dicapai semua.</a:t>
            </a:r>
            <a:endParaRPr lang="en-US" sz="1075" dirty="0"/>
          </a:p>
        </p:txBody>
      </p:sp>
      <p:sp>
        <p:nvSpPr>
          <p:cNvPr id="9" name="Shape 6"/>
          <p:cNvSpPr/>
          <p:nvPr/>
        </p:nvSpPr>
        <p:spPr>
          <a:xfrm>
            <a:off x="7845552" y="3911147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80141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dimampatkan, hasilnya dijamin DAG — tidak mungkin bersiklus.</a:t>
            </a:r>
            <a:endParaRPr lang="en-US" sz="1025" dirty="0"/>
          </a:p>
        </p:txBody>
      </p:sp>
      <p:sp>
        <p:nvSpPr>
          <p:cNvPr id="11" name="Shape 8"/>
          <p:cNvSpPr/>
          <p:nvPr/>
        </p:nvSpPr>
        <p:spPr>
          <a:xfrm>
            <a:off x="7845552" y="4422217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31248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SCC dengan derajat masuk 0 adalah kandidat "titik awal" pada soal jangkauan.</a:t>
            </a:r>
            <a:endParaRPr lang="en-US" sz="1025" dirty="0"/>
          </a:p>
        </p:txBody>
      </p:sp>
      <p:sp>
        <p:nvSpPr>
          <p:cNvPr id="13" name="Shape 10"/>
          <p:cNvSpPr/>
          <p:nvPr/>
        </p:nvSpPr>
        <p:spPr>
          <a:xfrm>
            <a:off x="7845552" y="4933287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82355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DAG-nya punya tepat satu SCC berderajat keluar 0, ia bisa dicapai semua.</a:t>
            </a:r>
            <a:endParaRPr lang="en-US" sz="1025" dirty="0"/>
          </a:p>
        </p:txBody>
      </p:sp>
      <p:sp>
        <p:nvSpPr>
          <p:cNvPr id="15" name="Shape 12"/>
          <p:cNvSpPr/>
          <p:nvPr/>
        </p:nvSpPr>
        <p:spPr>
          <a:xfrm>
            <a:off x="7845552" y="5444357"/>
            <a:ext cx="73152" cy="73152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34629"/>
            <a:ext cx="3200400" cy="456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2-SAT memakai SCC untuk memeriksa x dan bukan-x sekelompok atau tidak.</a:t>
            </a:r>
            <a:endParaRPr lang="en-US" sz="10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Kosaraju atau Tarjan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O(V + E). Pilih berdasarkan mana yang lebih mudah kamu ingat dengan benar.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4087368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Aspek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Kosaraju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Tarjan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Banyaknya DFS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kali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 kali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Butuh graf dibalik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Ya, memori dua kali lipat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Kemudahan diingat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mudah; idenya jelas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memahami low-link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Urutan hasil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Sudah topologis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Terbalik dari topologis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Kecepatan praktis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Sedikit lebih lambat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Sedikit lebih cepat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Rekomendasi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Pilihan bawaan saat kontes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Bila memori ketat atau sudah terbiasa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Komponen Kuat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graf berarah dengan n simpul dan m sisi. Keluarkan banyaknya strongly connected component, lalu nomor komponen setiap simpul. Simpul dalam komponen yang sama harus bernomor sama.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m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boleh punya sisi ganda dan self-loop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9_23_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2466" y="1280160"/>
            <a:ext cx="216594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graf dibalik dibangun langsung saat membaca input — tidak perlu penyapuan tambahan.</a:t>
            </a:r>
            <a:endParaRPr lang="en-US" sz="1300" dirty="0"/>
          </a:p>
        </p:txBody>
      </p:sp>
      <p:pic>
        <p:nvPicPr>
          <p:cNvPr id="4" name="Image 0" descr="/tmp/ppt/imgs/c9_24_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5793" y="1755648"/>
            <a:ext cx="240995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+ m). Untuk n = 2 x 10^5, DFS rekursif pada graf berbentuk rantai berisiko stack overflow — pada kontes, pertimbangkan versi iteratif atau naikkan batas stack.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SCC langsung; tiga berikutnya memakai condensation graph.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Planets and Kingdoms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SCC standar dengan penomoran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Coin Collector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Kerutkan SCC lalu DP jalur terpanjang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Flight Routes Check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Memeriksa apakah seluruh graf satu SCC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Giant Pizza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2-SAT dengan implication graph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427C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SCC dengan penghitungan cara memilih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Condensation selalu berupa DAG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nilai tambah terbesar SCC: graf berarah apa pun berubah menjadi DAG, tempat toposort dan DP langsung bisa dipakai.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Kosaraju: dua DFS, satu dibalik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pertama mencatat urutan selesai; DFS kedua pada graf dibalik menyapu satu SCC per pemanggilan.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SCC-nya sudah topologis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Kosaraju memberikannya gratis, sehingga DP pada condensation bisa langsung dijalankan tanpa topological sort tambahan.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Kebanyakan soal SCC adalah soal DAG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dikerutkan, soalnya biasanya menjadi jalur terpanjang, penghitungan jalur, atau pemeriksaan sumber dan tujuan.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2026-09-11T16:59:27Z</dcterms:created>
  <dcterms:modified xsi:type="dcterms:W3CDTF">2026-09-11T16:59:27Z</dcterms:modified>
</cp:coreProperties>
</file>