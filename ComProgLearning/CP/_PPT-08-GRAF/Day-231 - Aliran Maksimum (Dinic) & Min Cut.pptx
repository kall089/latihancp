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Aliran Maksimum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Min Cut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Dinic, sisi balik, dan teorema yang menghubungkan aliran dengan potongan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· Day 231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231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jaringan pipa air dari sebuah waduk menuju sebuah kota.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Pipa air dengan diameter tertentu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23744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berarah dengan kapasitas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898648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898648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Waduk sebagai sumber air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14553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898648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898648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sumber 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520440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520440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 yang menerima air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76732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520440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520440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muara 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142232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142232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Berapa liter per detik maksimum?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38912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142232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142232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aliran maksimum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4764024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4764024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23544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Pipa mana yang harus diputus agar air berhenti?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86984" y="501091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858000" y="4764024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4764024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114032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Potongan minimum (min cut)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" y="55321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" y="5532120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41832" y="5678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41832" y="59161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Aliran maksimum dan potongan minimum adalah dua cara melihat hal yang sama: seberapa besar air yang bisa lewat sama dengan seberapa murah memutusnya.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Aliran maksimum menghitung berapa banyak yang bisa dialirkan dari sumber ke muara melalui jaringan berkapasitas — dan sekaligus menjawab berapa murah memutusnya.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syarat mendefinisikan aliran yang sah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melebihi kapasitas tiap sisi, dan pada setiap simpul selain sumber dan muara aliran masuk sama dengan aliran keluar.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balik adalah kunci kebenarannya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Ia memberi algoritma kemampuan membatalkan keputusan lama. Tanpanya, hasilnya hanya greedy yang bisa terjebak pada pilihan pertama yang salah.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Dinic memakai dua lapis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membangun graf tingkat, DFS mengalirkan sebanyak mungkin di atasnya. Pada graf bipartit ia berjalan O(E akar V).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Aliran maksimum sama dengan potongan minimum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Teorema itu membuat banyak soal yang tampak tidak berhubungan dengan aliran ternyata bisa diselesaikan dengannya.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kata "sebanyak mungkin dialirkan", "biaya minimum memisahkan", atau "memasangkan tanpa bentrok".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berapa banyak yang bisa dialirkan lewat jaringan berkapasitas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biaya termurah untuk memisahkan dua bagian graf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Pencocokan bipartit dengan batasan jumlah pada tiap sisi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Project selection: memilih proyek untung dengan biaya prasyarat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dicari jarak terpendek, bukan kapasitas — pakai Dijkstra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biaya per unit aliran — itu min cost max flow, algoritma berbeda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Grafnya sangat besar; aliran umumnya berat untuk n di atas beberapa ribu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sisi WAJIB punya sisi balik berkapasitas nol, dan pada kode Dinic penunjuk iter_[u] wajib diambil sebagai referensi. Dua hal itu paling sering salah ditulis.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&amp; DFS (Day 113)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berbobot (Day 127)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Pencocokan bipartit (Day 233)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 cost max flow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Aliran dengan batas bawah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Project selection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Aliran Maksimum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Min Cut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Dinic, sisi balik, dan teorema max-flow min-cut.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tersulitnya bukan menulis Dinic — kodenya bisa disalin — melainkan mengenali bahwa sebuah soal sebenarnya soal aliran atau potongan.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 Aliran Maksimum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Sisa &amp; Sisi Balik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Dinic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Lengkap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Teorema Max-Flow Min-Cut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Aplikasi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Kapasitas, kekekalan, dan aliran terbesar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 Aliran Maksimum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Sebuah aliran sah bila memenuhi dua syarat saja. Kode ini memeriksanya untuk aliran yang sudah diusulkan, lalu menghitung nilainya.</a:t>
            </a:r>
            <a:endParaRPr lang="en-US" sz="1300" dirty="0"/>
          </a:p>
        </p:txBody>
      </p:sp>
      <p:pic>
        <p:nvPicPr>
          <p:cNvPr id="4" name="Image 0" descr="/tmp/ppt/imgs/c12_8_9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0681" y="1993392"/>
            <a:ext cx="3320183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3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aliran diukur dari yang keluar sumber, dan karena kekekalan berlaku di setiap simpul tengah, angkanya pasti sama dengan yang masuk ke muara. Di sini 5 sekaligus nilai maksimumnya.</a:t>
            </a:r>
            <a:endParaRPr lang="en-US" sz="1175" dirty="0"/>
          </a:p>
        </p:txBody>
      </p:sp>
      <p:sp>
        <p:nvSpPr>
          <p:cNvPr id="9" name="Shape 6"/>
          <p:cNvSpPr/>
          <p:nvPr/>
        </p:nvSpPr>
        <p:spPr>
          <a:xfrm>
            <a:off x="7845552" y="3794362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684634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1: aliran tiap sisi tidak boleh melebihi kapasitasnya.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7845552" y="4342804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233076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2: di simpul selain sumber dan muara, masuk harus sama dengan keluar.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7845552" y="4891245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781517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aliran = total keluar sumber = total masuk muara.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7845552" y="5439686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29958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Aliran sah belum tentu maksimum — maksimum harus dibuktikan lewat potongan.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Sisa &amp; Sisi Balik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balik berkapasitas nol adalah cara algoritma "membatalkan" keputusan sebelumnya. Kode ini menunjukkan angkanya bergerak.</a:t>
            </a:r>
            <a:endParaRPr lang="en-US" sz="1300" dirty="0"/>
          </a:p>
        </p:txBody>
      </p:sp>
      <p:pic>
        <p:nvPicPr>
          <p:cNvPr id="4" name="Image 0" descr="/tmp/ppt/imgs/c12_9_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7364" y="1993392"/>
            <a:ext cx="3806816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disimpan berpasangan, jadi pasangan sebuah sisi bernomor i selalu i XOR 1 — trik ini yang dipakai di semua implementasi aliran maksimum.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598164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48843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Kapasitas sisa maju + sisa balik selalu tetap sama dengan kapasitas asli.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155948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0462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Mengalirkan lewat sisi balik artinya membatalkan aliran sebelumnya.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713732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60400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sisi balik, algoritma bisa terjebak pada pilihan awal yang buruk.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271516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1617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Pasangan sisi i dan i^1 hanya berlaku bila penomorannya mulai dari 0.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simpul, lima sisi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Jaringannya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1 adalah sumber dan simpul 4 adalah muara. Angka pada sisi adalah kapasitasnya.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272022" y="2517246"/>
            <a:ext cx="1570756" cy="71708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819656" y="27294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83080" y="27386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269812" y="3482095"/>
            <a:ext cx="1575177" cy="753345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819656" y="371246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83080" y="3721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08960" y="2688336"/>
            <a:ext cx="914" cy="138074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71216" y="323240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34640" y="32415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75142" y="2517246"/>
            <a:ext cx="1570756" cy="71708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922776" y="27294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86200" y="27386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flipV="1">
            <a:off x="3372932" y="3482095"/>
            <a:ext cx="1575177" cy="753345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922776" y="371246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86200" y="3721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3232" y="30632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" y="3063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" y="36941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sumber 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816352" y="210312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816352" y="2103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816352" y="406908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816352" y="4069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19472" y="30632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919472" y="3063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36941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muara 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949440" y="2350008"/>
            <a:ext cx="4572000" cy="2286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atas jawaban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keluar dari s : 3 + 2 = 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masuk ke t    : 2 + 3 = 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jadi aliran &lt;= 5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7512" y="545896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55040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kapasitas: 1-&gt;2 = 3   1-&gt;3 = 2   2-&gt;3 = 1   2-&gt;4 = 2   3-&gt;4 = 3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8978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Melihat batas atas lebih dulu sangat membantu. Bila kita berhasil mencapai 5, kita langsung tahu itu maksimum tanpa perlu bukti tambahan.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Dua Jalur Pertama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1-2-4 membawa 2 unit, jalur 1-3-4 membawa 2 unit. Totalnya sudah 4.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272022" y="2517246"/>
            <a:ext cx="1570756" cy="717084"/>
          </a:xfrm>
          <a:prstGeom prst="line">
            <a:avLst/>
          </a:prstGeom>
          <a:noFill/>
          <a:ln w="19050">
            <a:solidFill>
              <a:srgbClr val="3ECF9E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819656" y="27294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83080" y="27386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2/3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269812" y="3482095"/>
            <a:ext cx="1575177" cy="753345"/>
          </a:xfrm>
          <a:prstGeom prst="line">
            <a:avLst/>
          </a:prstGeom>
          <a:noFill/>
          <a:ln w="19050">
            <a:solidFill>
              <a:srgbClr val="3ECF9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819656" y="371246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83080" y="3721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2/2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08960" y="2688336"/>
            <a:ext cx="914" cy="138074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71216" y="323240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34640" y="32415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0/1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75142" y="2517246"/>
            <a:ext cx="1570756" cy="717084"/>
          </a:xfrm>
          <a:prstGeom prst="line">
            <a:avLst/>
          </a:prstGeom>
          <a:noFill/>
          <a:ln w="19050">
            <a:solidFill>
              <a:srgbClr val="F0736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922776" y="27294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86200" y="27386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2/2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flipV="1">
            <a:off x="3372932" y="3482095"/>
            <a:ext cx="1575177" cy="753345"/>
          </a:xfrm>
          <a:prstGeom prst="line">
            <a:avLst/>
          </a:prstGeom>
          <a:noFill/>
          <a:ln w="19050">
            <a:solidFill>
              <a:srgbClr val="3ECF9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922776" y="371246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86200" y="3721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2/3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3232" y="306324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" y="3063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16352" y="210312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16352" y="2103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816352" y="406908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816352" y="4069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19472" y="306324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19472" y="3063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sesudah dua jalur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1-&gt;2 sisa 1   (pakai 2)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1-&gt;3 sisa 0   (pakai 2)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2-&gt;4 sisa 0   (PENUH)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3-&gt;4 sisa 1   (pakai 2)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aliran sementara 4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7512" y="563270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72414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sisi dibaca TERPAKAI / KAPASITAS      2-&gt;4 sudah penuh, tetapi 1-&gt;2 dan 3-&gt;4 masih bersisa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607161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merah sudah tidak bisa dipakai lagi. Pertanyaannya: apakah masih ada jalur lain dari 1 ke 4 pada graf sisa?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Jalur Ketiga Lewat 2 ke 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1-2-3-4 masih bisa dilewati satu unit, memakai sisi 2 ke 3 yang belum tersentuh.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272022" y="2517246"/>
            <a:ext cx="1570756" cy="717084"/>
          </a:xfrm>
          <a:prstGeom prst="line">
            <a:avLst/>
          </a:prstGeom>
          <a:noFill/>
          <a:ln w="19050">
            <a:solidFill>
              <a:srgbClr val="F0736A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819656" y="27294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83080" y="27386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3/3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269812" y="3482095"/>
            <a:ext cx="1575177" cy="753345"/>
          </a:xfrm>
          <a:prstGeom prst="line">
            <a:avLst/>
          </a:prstGeom>
          <a:noFill/>
          <a:ln w="19050">
            <a:solidFill>
              <a:srgbClr val="F0736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819656" y="371246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83080" y="3721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2/2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08960" y="2688336"/>
            <a:ext cx="914" cy="1380744"/>
          </a:xfrm>
          <a:prstGeom prst="line">
            <a:avLst/>
          </a:prstGeom>
          <a:noFill/>
          <a:ln w="19050">
            <a:solidFill>
              <a:srgbClr val="F0736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71216" y="323240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34640" y="32415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1/1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75142" y="2517246"/>
            <a:ext cx="1570756" cy="717084"/>
          </a:xfrm>
          <a:prstGeom prst="line">
            <a:avLst/>
          </a:prstGeom>
          <a:noFill/>
          <a:ln w="19050">
            <a:solidFill>
              <a:srgbClr val="F0736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922776" y="27294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86200" y="27386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2/2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flipV="1">
            <a:off x="3372932" y="3482095"/>
            <a:ext cx="1575177" cy="753345"/>
          </a:xfrm>
          <a:prstGeom prst="line">
            <a:avLst/>
          </a:prstGeom>
          <a:noFill/>
          <a:ln w="19050">
            <a:solidFill>
              <a:srgbClr val="F0736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922776" y="371246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86200" y="3721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3/3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3232" y="3063240"/>
            <a:ext cx="585216" cy="585216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" y="3063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" y="36941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816352" y="210312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816352" y="2103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468880" y="27340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816352" y="406908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816352" y="40690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468880" y="47000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19472" y="306324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19472" y="3063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0" y="36941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49440" y="2350008"/>
            <a:ext cx="4572000" cy="299923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178040" y="25328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aliran maksimum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28620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1-2-4       : 2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319125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1-3-4       : 2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7178040" y="35204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1-2-3-4     : 1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7178040" y="38496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      : 5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7178040" y="41788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7178040" y="45079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cut = {1} | {2,3,4}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7178040" y="48371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kapasitas 3 + 2 = 5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67512" y="557784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41832" y="566928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seluruh sisi keluar dari simpul 1 kini PENUH (3/3 dan 2/2)  -&gt;  BFS dari 1 tidak mencapai apa pun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941832" y="601675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BFS pada graf sisa tidak bisa keluar dari simpul 1, potongan minimumnya adalah S = {1}. Kapasitasnya 3 + 2 = 5, sama persis dengan aliran maksimumnya.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Dinic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membangun tingkat, DFS mengalirkan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Dinic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membedakan Dinic dari Ford-Fulkerson adalah graf berlapis: BFS memberi level tiap simpul, lalu aliran hanya boleh maju satu level.</a:t>
            </a:r>
            <a:endParaRPr lang="en-US" sz="1300" dirty="0"/>
          </a:p>
        </p:txBody>
      </p:sp>
      <p:pic>
        <p:nvPicPr>
          <p:cNvPr id="4" name="Image 0" descr="/tmp/ppt/imgs/c12_15_9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0624" y="1993392"/>
            <a:ext cx="3060296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3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level terbentuk, DFS hanya boleh melangkah dari level L ke level L+1. Jarak S ke T selalu bertambah tiap fase, dan itulah yang membatasi jumlah fase menjadi O(V).</a:t>
            </a:r>
            <a:endParaRPr lang="en-US" sz="1175" dirty="0"/>
          </a:p>
        </p:txBody>
      </p:sp>
      <p:sp>
        <p:nvSpPr>
          <p:cNvPr id="9" name="Shape 6"/>
          <p:cNvSpPr/>
          <p:nvPr/>
        </p:nvSpPr>
        <p:spPr>
          <a:xfrm>
            <a:off x="7845552" y="3794362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684634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fase = satu BFS untuk level, lalu banyak DFS blocking flow.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7845552" y="4342804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233076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yang kapasitas sisanya nol tidak ikut membentuk level.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7845552" y="4891245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781517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 O(V^2 E), dan O(E akar E) pada graf berkapasitas satu.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7845552" y="5439686"/>
            <a:ext cx="73152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29958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lengkapnya ada di slide berikutnya; di sini yang penting idenya.</a:t>
            </a:r>
            <a:endParaRPr lang="en-US" sz="11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Dinic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penyimpanan sisi berpasangan di baris 5 membuat sisi balik cukup dicari dengan XOR 1.</a:t>
            </a:r>
            <a:endParaRPr lang="en-US" sz="1300" dirty="0"/>
          </a:p>
        </p:txBody>
      </p:sp>
      <p:pic>
        <p:nvPicPr>
          <p:cNvPr id="4" name="Image 0" descr="/tmp/ppt/imgs/c12_16_9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8163" y="1755648"/>
            <a:ext cx="2568059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disimpan berpasangan pada satu vector, sehingga sisi balik dari indeks i selalu berada di indeks i XOR 1.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balik diberi kapasitas nol. Ia baru terisi ketika ada aliran yang melewati sisi majunya.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hanya menelusuri sisi yang masih punya sisa kapasitas, dan mencatat jarak terpendeknya sebagai level.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iter_[u] diambil sebagai REFERENSI, sehingga kemajuannya tersimpan antar pemanggilan. Ini bagian yang paling sering salah ditulis.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Aliran hanya boleh mengikuti sisi yang naik tepat satu tingkat. Syarat itu yang menjaga jalurnya tetap terpendek.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unit yang mengalir mengurangi sisi maju dan menambah sisi baliknya. Dua baris ini adalah inti seluruh algoritma.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 Cut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lain dari mata uang yang sama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Teorema Max-Flow Min-Cut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aliran maksimum selesai, simpul yang masih bisa dicapai dari sumber pada graf SISA membentuk potongan minimumnya. Kode ini membuktikan angkanya sama.</a:t>
            </a:r>
            <a:endParaRPr lang="en-US" sz="1300" dirty="0"/>
          </a:p>
        </p:txBody>
      </p:sp>
      <p:pic>
        <p:nvPicPr>
          <p:cNvPr id="4" name="Image 0" descr="/tmp/ppt/imgs/c12_18_9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5879" y="1993392"/>
            <a:ext cx="2809785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894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Angkanya sama persis, dan itulah teoremanya: nilai aliran maksimum selalu sama dengan kapasitas potongan minimum. Sisi pemotongnya adalah sisi yang menyeberang dari sisi-S ke sisi-T dan pasti sudah jenuh.</a:t>
            </a:r>
            <a:endParaRPr lang="en-US" sz="1125" dirty="0"/>
          </a:p>
        </p:txBody>
      </p:sp>
      <p:sp>
        <p:nvSpPr>
          <p:cNvPr id="9" name="Shape 6"/>
          <p:cNvSpPr/>
          <p:nvPr/>
        </p:nvSpPr>
        <p:spPr>
          <a:xfrm>
            <a:off x="7845552" y="3756991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647263"/>
            <a:ext cx="3200400" cy="474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Sisi-S = simpul yang masih terjangkau dari sumber setelah aliran selesai.</a:t>
            </a:r>
            <a:endParaRPr lang="en-US" sz="1075" dirty="0"/>
          </a:p>
        </p:txBody>
      </p:sp>
      <p:sp>
        <p:nvSpPr>
          <p:cNvPr id="11" name="Shape 8"/>
          <p:cNvSpPr/>
          <p:nvPr/>
        </p:nvSpPr>
        <p:spPr>
          <a:xfrm>
            <a:off x="7845552" y="4286747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177019"/>
            <a:ext cx="3200400" cy="474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muara masih terjangkau, aliran itu belum maksimum.</a:t>
            </a:r>
            <a:endParaRPr lang="en-US" sz="1075" dirty="0"/>
          </a:p>
        </p:txBody>
      </p:sp>
      <p:sp>
        <p:nvSpPr>
          <p:cNvPr id="13" name="Shape 10"/>
          <p:cNvSpPr/>
          <p:nvPr/>
        </p:nvSpPr>
        <p:spPr>
          <a:xfrm>
            <a:off x="7845552" y="4816503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706775"/>
            <a:ext cx="3200400" cy="474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Teorema ini dipakai soal "buang sisi paling murah agar terputus".</a:t>
            </a:r>
            <a:endParaRPr lang="en-US" sz="1075" dirty="0"/>
          </a:p>
        </p:txBody>
      </p:sp>
      <p:sp>
        <p:nvSpPr>
          <p:cNvPr id="15" name="Shape 12"/>
          <p:cNvSpPr/>
          <p:nvPr/>
        </p:nvSpPr>
        <p:spPr>
          <a:xfrm>
            <a:off x="7845552" y="5346258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236530"/>
            <a:ext cx="3200400" cy="474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Simpan salinan kapasitas asli; matriks kerjanya sudah berubah jadi graf sisa.</a:t>
            </a:r>
            <a:endParaRPr lang="en-US" sz="10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Aplikasi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paling sering: pencocokan bipartit ditulis ulang menjadi aliran maksimum. Sumber ke kiri, kiri ke kanan, kanan ke muara — semua kapasitas satu.</a:t>
            </a:r>
            <a:endParaRPr lang="en-US" sz="1300" dirty="0"/>
          </a:p>
        </p:txBody>
      </p:sp>
      <p:pic>
        <p:nvPicPr>
          <p:cNvPr id="4" name="Image 0" descr="/tmp/ppt/imgs/c12_19_1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1616" y="1993392"/>
            <a:ext cx="3018313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722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semua kapasitasnya satu, setiap jalur penambah menambah tepat satu pasangan. Ini persis algoritma Kuhn, hanya ditulis dalam bahasa aliran.</a:t>
            </a:r>
            <a:endParaRPr lang="en-US" sz="1175" dirty="0"/>
          </a:p>
        </p:txBody>
      </p:sp>
      <p:sp>
        <p:nvSpPr>
          <p:cNvPr id="9" name="Shape 6"/>
          <p:cNvSpPr/>
          <p:nvPr/>
        </p:nvSpPr>
        <p:spPr>
          <a:xfrm>
            <a:off x="7845552" y="3584150"/>
            <a:ext cx="73152" cy="731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474422"/>
            <a:ext cx="3200400" cy="703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aplikasi: pencocokan, penugasan, kapasitas simpul, banyak sumber, min cut, project selection.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7845552" y="4342804"/>
            <a:ext cx="73152" cy="731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233076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Kapasitas pada SIMPUL dibuat dengan memecah simpul menjadi masuk dan keluar.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7845552" y="4891245"/>
            <a:ext cx="73152" cy="731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781517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sumber ditangani dengan satu super-sumber berkapasitas tak hingga.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7845552" y="5439686"/>
            <a:ext cx="73152" cy="731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29958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kapasitasnya semua satu, Dinic berjalan O(E akar V) — sangat cepat.</a:t>
            </a:r>
            <a:endParaRPr lang="en-US" sz="11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menambahkan sisi balik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sisi wajib punya pasangan berkapasitas nol. Tanpanya algoritma menjadi greedy biasa dan hasilnya bisa kurang dari maksimum.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iter_[u] tidak diambil sebagai referensi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Menulis int i = iter_[u] alih-alih int &amp;i membuat kemajuannya hilang, dan kompleksitasnya melonjak drastis.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Kapasitas memakai int padahal totalnya besar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seluruh kapasitas bisa melampaui dua miliar. Gunakan long long untuk sisa kapasitas maupun nilai alirannya.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Salah arah pada sisi tak berarah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graf tak berarah, kedua arah diberi kapasitas penuh — bukan satu maju dan satu nol seperti pada graf berarah.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Aliran Maksimum dari Simpul 1 ke Simpul 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jaringan berarah dengan n simpul dan m sisi berkapasitas. Hitung aliran maksimum dari simpul 1 ke simpul n. Boleh ada beberapa sisi antara pasangan simpul yang sama.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&lt;= n &lt;= 500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m &lt;= 10000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kapasitas &lt;= 10^9</a:t>
            </a:r>
            <a:endParaRPr lang="en-US" sz="1200" dirty="0"/>
          </a:p>
        </p:txBody>
      </p:sp>
      <p:pic>
        <p:nvPicPr>
          <p:cNvPr id="9" name="Image 0" descr="/tmp/ppt/imgs/c12_22_1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1268" y="1280160"/>
            <a:ext cx="212834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39: iter_[u] diambil sebagai referensi, sehingga kemajuannya tersimpan antar pemanggilan.</a:t>
            </a:r>
            <a:endParaRPr lang="en-US" sz="1300" dirty="0"/>
          </a:p>
        </p:txBody>
      </p:sp>
      <p:pic>
        <p:nvPicPr>
          <p:cNvPr id="4" name="Image 0" descr="/tmp/ppt/imgs/c12_23_1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2106" y="1993392"/>
            <a:ext cx="1537333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O(V² E) pada kasus umum, tetapi Dinic hampir selalu jauh lebih cepat daripada itu pada soal nyata. Perhatikan seluruh nilai memakai long long.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memakai aliran langsung; tiga berikutnya perlu pemodelan lebih dulu.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Download Speed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Aliran maksimum dasar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Police Chase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Menemukan potongan minimum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School Dance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Pencocokan bipartit lewat aliran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1082G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Project selection dengan min cut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269C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Aliran dengan pengarahan sisi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balik adalah kunci kebenarannya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Ia memberi algoritma kemampuan membatalkan keputusan lama. Tanpanya, hasilnya hanya greedy yang bisa terjebak.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Dinic memakai dua lapis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membangun graf tingkat, DFS mengalirkan sebanyak mungkin di atasnya. Penunjuk iter[] menjaga kompleksitasnya tetap baik.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Aliran maksimum sama dengan potongan minimum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aliran selesai, BFS sekali lagi dari sumber memberi himpunan S; sisi dari S ke T adalah potongannya.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soal sebenarnya soal potongan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Pencocokan, pemilihan proyek, dan pemisahan wilayah semuanya berbentuk aliran. Mengenali polanya adalah separuh keterampilannya.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2026-09-11T16:59:28Z</dcterms:created>
  <dcterms:modified xsi:type="dcterms:W3CDTF">2026-09-11T16:59:28Z</dcterms:modified>
</cp:coreProperties>
</file>