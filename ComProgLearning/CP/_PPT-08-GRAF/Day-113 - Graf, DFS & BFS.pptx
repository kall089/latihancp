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sebelum DP pada DAG dan DP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113–116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dan BFS adalah dua gaya menjelajah yang sangat berbeda.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Menjelajah gua: DFS masuk sedalam mungkin ke satu lorong sampai buntu, baru balik dan coba lorong lain.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DFS: cocok untuk komponen terhubung, deteksi siklus, dan topological sort.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seperti tumpahan air: menyebar merata ke semua arah, satu lapis demi satu lapis.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BFS: mengunjungi tetangga terdekat lebih dulu, sehingga otomatis memberi jarak terpendek pada graf tak berbobot.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Menandai lorong dengan kapur agar tidak masuk dua kali. Tanpa itu kamu bisa berputar selamanya.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lihat[]: setiap simpul dikunjungi tepat sekali. Itulah yang membuat totalnya O(V + E).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 yang sangat dalam membuat kamu harus mengingat banyak persimpangan sekaligus.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rekursif pada graf sedalam sejuta bisa menyebabkan stack overflow. Untuk itu BFS lebih aman.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setiap algoritma graf setelah ini adalah DFS atau BFS yang dimodifikasi sedikit.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adalah kumpulan simpul yang dihubungkan sisi. DFS dan BFS adalah dua cara dasar menelusurinya, dan hampir semua algoritma graf dibangun di atas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(paling sering dipakai), adjacency matrix (untuk n kecil atau bila perlu cek sisi dalam O(1)), dan edge list (untuk Kruskal dan Bellman-Ford).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menelusuri sedalam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masuk ke satu cabang sampai buntu, baru kembali. Cocok untuk komponen terhubung, deteksi siklus, dan topological sort.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menelusuri selapis demi selapis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mengunjungi semua tetangga terdekat lebih dulu. Karena itu BFS otomatis memberi jarak terpendek pada graf tanpa bobot.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dikunjungi sekali dan setiap sisi diperiksa paling banyak dua kali. Inilah kenapa graf dengan ratusan ribu simpul tetap ringan.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DFS atau BFS berdasarkan apa yang ditanyakan, bukan berdasarkan kebiasaan.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DFS: komponen terhubung, deteksi siklus, topological sort, DP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BFS: jarak terpendek pada graf tanpa bobot, penyebaran selapis demi selapis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Keduanya: memeriksa keterjangkauan dari sebuah simpul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bila kedalamannya bisa mencapai ratusan ribu — tidak ada risiko stack overflow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Sisinya berbobot dan ditanya jarak terpendek — pakai Dijkstra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antar semua pasangan pada graf kecil — Floyd-Warshall lebih pendek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tahu apakah dua simpul sekelompok, dengan banyak penggabungan — DSU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BFS, tandai simpul SAAT MASUK antrian, bukan saat keluar. Ini aturan yang paling sering dilanggar dan membuat antrian membengkak.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&amp; queue (STL)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(Day 117)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siklus (Day 118)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 dan dua cara dasar menelusurinya.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fondasi seluruh bagian graf. Setiap algoritma graf setelah ini adalah DFS atau BFS yang dimodifikasi.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— Menelusuri Sedalam Mungkin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— Menelusuri Lapis demi Lapis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Dasar Graf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Kosakata yang dipakai di seluruh materi graf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Istilah yang Wajib Dipahami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adalah kumpulan simpul yang dihubungkan oleh sisi. Sederhana, tetapi memodelkan sangat banyak hal.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dan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adalah objeknya (kota, orang, keadaan). Sisi adalah hubungan antar objek (jalan, pertemanan, langkah).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Berarah dan tak berarah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tak berarah bisa dilalui dua arah. Sisi berarah hanya satu arah. Ini menentukan apakah kita menulis dua push_back atau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Terhubung dan komponen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terhubung bila ada jalur di antaranya. Satu komponen adalah kelompok simpul yang saling terhubung.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dan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adalah jalur yang kembali ke titik awal. Graf berarah tanpa siklus disebut DAG — dan DAG inilah yang bisa langsung dipakai untuk DP.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terhubung tanpa siklus, dengan tepat n − 1 sisi. Materi Day 160 sampai 162 seluruhnya bekerja pada pohon.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Cara Menyimpan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dipakai di 90 persen soal. Dua lainnya untuk kasus khusus.</a:t>
            </a:r>
            <a:endParaRPr lang="en-US" sz="1300" dirty="0"/>
          </a:p>
        </p:txBody>
      </p:sp>
      <p:pic>
        <p:nvPicPr>
          <p:cNvPr id="4" name="Image 0" descr="/tmp/ppt/imgs/c72_9_4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215" y="1755648"/>
            <a:ext cx="613252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Representasi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560320"/>
                <a:gridCol w="2807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Representasi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Cek sisi (u,v)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O(derajat 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hampir selalu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matrix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1.000, 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Edge 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Kruskal, 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sedalam mungkin sebelum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baris. Perhatikan: tandai sebagai dikunjungi SEBELUM menelusuri tetangganya.</a:t>
            </a:r>
            <a:endParaRPr lang="en-US" sz="1300" dirty="0"/>
          </a:p>
        </p:txBody>
      </p:sp>
      <p:pic>
        <p:nvPicPr>
          <p:cNvPr id="4" name="Image 0" descr="/tmp/ppt/imgs/c72_12_4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322" y="1755648"/>
            <a:ext cx="353630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dengan 6 simpul dan 4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menandai simpul awal, lalu langsung turun ke tetangga pertamanya.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turun ke tetangga pertama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yaitu simpul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dfs(1)  -&gt;  tandai 1, lalu panggil dfs(2)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tidak melihat seluruh tetangga sekaligus. Ia langsung masuk ke yang pertama.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Turun Sedalam Mungkin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2 buntu, DFS mundur ke 1 lalu turun ke cabang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visited = {1, 2, 3, 4}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kunjungan: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(mundur) -&gt; 3 -&gt;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636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27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2 tidak punya tetangga baru  -&gt;  mundur ke 1  -&gt;  turun ke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074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arti "sedalam mungkin dulu". DFS baru menoleh ke cabang lain setelah cabang sekarang benar-benar buntu.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Komponen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dan 6 tidak terhubung ke komponen pertama, jadi butuh pemanggilan DFS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dfs(1) selesai: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{1, 2, 3, 4}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belum dikunjungi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komponen baru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panggil dfs(5)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komponen = banyaknya pemanggilan dfs dari loop utama = 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cara standar menghitung komponen terhubung: loop seluruh simpul, panggil DFS pada yang belum dikunjungi.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lapis demi lapis, memberi jarak terpendek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queue. Perhatikan: tandai visited saat MEMASUKKAN ke queue, bukan saat mengeluarkan.</a:t>
            </a:r>
            <a:endParaRPr lang="en-US" sz="1300" dirty="0"/>
          </a:p>
        </p:txBody>
      </p:sp>
      <p:pic>
        <p:nvPicPr>
          <p:cNvPr id="4" name="Image 0" descr="/tmp/ppt/imgs/c72_18_4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351" y="1755648"/>
            <a:ext cx="3730249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BFS — Jarak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menyelesaikan seluruh simpul berjarak 1 sebelum menyentuh yang berjarak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03120" y="235000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82880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103120" y="3538728"/>
            <a:ext cx="91440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5120640" y="2624328"/>
            <a:ext cx="0" cy="6400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0756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32644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d=2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queue: 1  -&gt;  2, 3  -&gt;  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0: {1}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1: {2, 3}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lapis 2: {4}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5 dan 6 tak terjangkau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= dist[u] + 1     saat v pertama kali ditemukan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BFS memproses lapis demi lapis, jarak yang pertama kali ditemukan pasti jarak terpendek. Ini TIDAK berlaku untuk DFS.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vs BFS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280160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/ rekursi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sedalam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lapis demi lapis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bobot seragam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komponen, siklus, toposort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jarak, flood fill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Building Roads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Terhubung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sisi. Hitung ada berapa komponen terhubung di dalamnya.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berada dalam komponen yang sama bila ada jalur yang menghubungkan keduanya.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tidak terhubung</a:t>
            </a:r>
            <a:endParaRPr lang="en-US" sz="1200" dirty="0"/>
          </a:p>
        </p:txBody>
      </p:sp>
      <p:pic>
        <p:nvPicPr>
          <p:cNvPr id="9" name="Image 0" descr="/tmp/ppt/imgs/c72_22_4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 — setiap simpul dan sisi dikunjungi tepat sekali.</a:t>
            </a:r>
            <a:endParaRPr lang="en-US" sz="1300" dirty="0"/>
          </a:p>
        </p:txBody>
      </p:sp>
      <p:pic>
        <p:nvPicPr>
          <p:cNvPr id="4" name="Image 0" descr="/tmp/ppt/imgs/c72_23_4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521" y="1755648"/>
            <a:ext cx="371334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dideklarasikan sebagai array global, bukan lokal, agar tidak menabrak batas stack.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grafnya tak berarah, setiap sisi dimasukkan dua kali — dari u ke v dan dari v ke 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utama memeriksa setiap simpul. Simpul yang belum dikunjungi berarti awal dari komponen baru.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pemanggilan DFS menandai seluruh simpul dalam satu komponen, sehingga tidak dihitung dua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100.000 dengan graf berbentuk rantai, DFS rekursif berisiko stack overflow. Pertimbangkan versi iteratif atau BFS.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graf ini adalah jembatan langsung menuju beberapa hari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topological sort, DP bisa langsung dijalankan pada graf berarah tanpa siklus. Ini pola yang sangat sering muncul.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pada pohon — Day 160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DFS di sini persis sama dengan kerangka tree DP. Yang ditambahkan hanya penggabungan nilai dp dari anak ke induk.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BFS pada state — Day 156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bitmask, simpulnya adalah pasangan (mask, posisi). Cara berpikirnya sama: telusuri graf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graf — Day 150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simpul, setiap gerakan adalah sisi. Bila hanya boleh ke kanan dan bawah, grafnya DAG dan DP langsung bekerja.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menandai visited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mencegah pekerjaan yang sama dilakukan dua kali. Bedanya, memoisasi juga menyimpan hasilnya.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Rooms, Labyrinth, Building Roads, Message Route, Building Teams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Number of Islands, Clone Graph, Course Schedule, Rotting Oranges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DFS versi rekursif dan iteratif, uji dengan graf berbentuk rantai n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jalur pada BFS, lalu cetak jalur terpendek dari simpul 1 ke simpul 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flood fill pada grid, dan sadari bahwa grid adalah graf implisit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apakah sebuah graf tak berarah mengandung siklus, memakai DFS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untuk hampir semua soal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O(V + E), dan menelusuri tetangga sangat cepat.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sedalam mungkin, BFS lapis demi lapis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E), tetapi hanya BFS yang memberi jarak terpendek.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visited saat memasukkan ke queue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saat mengeluarkan. Kesalahan ini membuat simpul masuk queue berkali-kali.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dan DP pada DAG — jembatan terakhir sebelum Day 141.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