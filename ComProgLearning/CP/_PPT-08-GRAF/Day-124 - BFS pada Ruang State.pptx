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pada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State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posisi saja tidak cukup — pola favorit soal Div 2 C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124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124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posisi saja tidak cukup untuk memutuskan langkah berikutnya.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orang berdiri di pintu yang sama. Yang satu membawa kunci, yang satu tidak. Pilihan mereka jelas berbeda.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dua keadaan punya posisi sama tetapi pilihan berbeda, berarti ada informasi yang belum masuk ke state.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Jadi yang membedakan bukan hanya "di mana kamu berdiri", tetapi juga "apa yang kamu bawa".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menjadi (baris, kolom, barang yang dibawa) — bukan sekadar (baris, kolom).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Kunci-kunci yang dibawa bisa dicatat sebagai daftar centang: kunci merah ada, kunci biru tidak.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Kumpulan barang disimpan sebagai bitmask — satu bilangan bulat mewakili seluruh isi kantong.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Boleh saja melewati ruangan yang sama dua kali, asalkan kali kedua kamu sudah membawa kunci.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tidak boleh diulang adalah STATE, bukan posisi. Menandai berdasarkan posisi saja adalah kesalahan utama.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perancangnya selalu sama: apa yang harus saya ketahui agar bisa memutuskan langkah berikutnya dengan benar?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posisi saja tidak cukup untuk memutuskan langkah berikutnya, tambahkan informasi itu ke dalam state. BFS-nya sendiri tidak berubah sedikit pun.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bukan hanya koordinat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state adalah seluruh informasi yang menentukan apa yang boleh dilakukan selanjutnya: posisi, barang yang dibawa, sisa bahan bakar, arah menghadap, atau waktu modulo periode.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Kunjungan ulang menjadi wajar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yang sama boleh dikunjungi berkali-kali asalkan state-nya berbeda. Yang tidak boleh diulang adalah state, bukan posisi.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state harus dihitung dulu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Kalikan seluruh dimensi. Bila hasilnya melebihi sekitar sepuluh juta, rancangannya terlalu boros dan perlu dipangkas sebelum kode ditulis.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Kumpulan barang disimpan sebagai bitmask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kunci atau benda yang bisa dibawa, satu bilangan bulat sudah cukup. Mengambil dan memeriksa keduanya operasi konstan.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adalah pola favorit soal Div 2 C. Gejalanya selalu sama: BFS biasa memberi jawaban yang terlalu kecil atau -1 padahal jawabannya ada.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barang yang dibawa: kunci, senjata, tiket, bahan bakar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jatah kemampuan khusus: boleh menembus k tembok, boleh terbang dua kali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aturan yang bergantung pada langkah sebelumnya, misalnya larangan berbelok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Lingkungan berubah menurut waktu dengan periode tertentu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saja sudah cukup menentukan langkah berikutnya — BFS biasa lebih hemat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state-nya meledak, misalnya dua pemain pada grid besar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langkah punya biaya berbeda-beda — pakai Dijkstra pada graf state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perancangnya: bila dua orang berdiri di sel yang sama, apakah keduanya pasti punya pilihan langkah yang sama? Bila tidak, ada informasi yang harus masuk ke state.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 (Day 117)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(Day 60)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pada graf state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Layered graph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pada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State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dimensi pada state sehingga BFS tetap berlaku pada soal yang lebih rumit.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berpikir "apa yang harus saya ingat?" di materi ini persis sama dengan perancangan state pada DP. Keduanya melatih otot yang sama.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Posisi Saja Tidak Cukup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Dimensi pada State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Ukuran Ruang State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Simulasi: Grid dengan Kunci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 dengan Bitmask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BFS untuk Langkah Berbiaya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Posisi Tidak Cukup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Gejala yang harus kamu kenali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Soal Butuh State Tambahan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salah satu dari empat gejala ini muncul, BFS biasa akan memberi jawaban yang salah.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Kunjungan ulang ternyata berguna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BFS biasa, sel yang sudah dikunjungi tidak pernah dimasuki lagi. Bila soal memungkinkan kembali ke sel yang sama dengan kondisi berbeda dan itu menguntungkan, state-nya kurang lengkap.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barang yang dibawa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Kunci, senjata, bahan bakar, tiket, atau nyawa. Dua orang yang berdiri di sel yang sama tetapi membawa barang berbeda sebenarnya berada di keadaan yang berbeda.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aturan yang bergantung pada masa lalu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"Tidak boleh berbelok dua kali berturut-turut", "hanya boleh melompat tiga kali", "kecepatan bertambah tiap langkah" — semuanya memaksa informasi tambahan masuk ke state.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Lingkungan berubah menurut waktu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Rintangan yang berputar dengan periode k membuat waktu penting. State-nya menjadi (i, j, waktu mod k), bukan sekadar (i, j).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Intinya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Simpulnya bukan tempat, melainkan KEADAAN. Di sini keadaan = (ruang, himpunan kunci yang dipegang), dikemas jadi satu bilangan.</a:t>
            </a:r>
            <a:endParaRPr lang="en-US" sz="1300" dirty="0"/>
          </a:p>
        </p:txBody>
      </p:sp>
      <p:pic>
        <p:nvPicPr>
          <p:cNvPr id="4" name="Image 0" descr="/tmp/ppt/imgs/c3_9_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9828" y="1993392"/>
            <a:ext cx="356188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3 hanya tercapai dengan mask = 2, yaitu setelah kunci 1 diambil — dan biayanya 3 langkah. Tanpa kunci di dalam keadaan, BFS akan mengira ruang 3 tidak pernah bisa dicapai.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Nomor keadaan = ruang &lt;&lt; K | mask, jadi tetap muat di satu int.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jarak[] berukuran n * 2^K, bukan n — inilah yang sering terlupa.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= satu langkah sah; mengambil kunci mengubah mask, bukan biaya.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semua langkah berbiaya 1, BFS biasa sudah cukup — bukan Dijkstra.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Langkah Merancangnya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berurutan. Langkah kedua adalah yang paling sering dilewati orang, dan akibatnya TLE atau MLE.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Tentukan isi state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Tanyakan: informasi apa yang harus saya ketahui agar bisa memutuskan langkah berikutnya secara benar? Semua jawabannya masuk ke state.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(i, j, mask)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ukurannya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Kalikan seluruh dimensi. Bila hasilnya melebihi sekitar sepuluh juta, rancangan state-nya terlalu boros dan perlu dipangkas.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x m x 2^k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BFS seperti biasa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lihat dan jarak diberi dimensi tambahan. Antrian menyimpan state utuh. Sisa kodenya sama persis dengan BFS grid biasa.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q.push({i, j, mask})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Ruang State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yang paling sering dilewati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Hitung Sebelum Menulis Kode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Kalikan seluruh dimensinya sebelum mengetik satu baris pun. Kalau hasilnya lewat sekitar sepuluh juta, modelnya harus diganti — bukan kodenya dioptimalkan.</a:t>
            </a:r>
            <a:endParaRPr lang="en-US" sz="1300" dirty="0"/>
          </a:p>
        </p:txBody>
      </p:sp>
      <p:pic>
        <p:nvPicPr>
          <p:cNvPr id="4" name="Image 0" descr="/tmp/ppt/imgs/c3_12_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993392"/>
            <a:ext cx="6446520" cy="372501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baris terakhir adalah bentuk yang paling sering menjebak: modelnya terasa masuk akal, tetapi ruang keadaannya sudah miliaran sebelum satu baris BFS ditulis.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praktis sekitar 10^7 keadaan untuk BFS dalam satu detik.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kelewatan, kurangi dimensinya — bukan percepat loop-nya.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sampai 2^20 hampir selalu berarti modelnya salah arah.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long long saat mengalikan; 50*50*2^20 sudah lewat batas int.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Kumpulan Kunci sebagai Bitmask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Kumpulan barang yang dibawa disimpan sebagai satu bilangan bulat. Setiap bit mewakili satu jenis barang.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4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12280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9983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983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9983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79983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061704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 11 desimal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001011  -&gt;  membawa kunci a, b, dan d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yang dipakai: mengambil kunci c adalah mask |= (1 &lt;&lt; (c - a); memeriksa pintu C adalah (mask &gt;&gt; (C - A)) &amp; 1. Keduanya konstan dan sangat cepat.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kecil dengan satu kunci dan satu pintu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Peta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 adalah awal, T adalah tujuan, huruf a adalah kunci, huruf A adalah pintu, pagar adalah tembok.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843784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557016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270248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96712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4597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30552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30552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43784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43784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57016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57016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70248" y="2459736"/>
            <a:ext cx="713232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83480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96712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96712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9944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9944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" y="3063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30552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130552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43784" y="3063240"/>
            <a:ext cx="713232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57016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57016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70248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70248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83480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83480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96712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96712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9944" y="3063240"/>
            <a:ext cx="713232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7512" y="366674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130552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130552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843784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843784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557016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557016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270248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270248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983480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983480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696712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696712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09944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09944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67512" y="453542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41832" y="46268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 biasa akan menjawab -1, padahal jawabannya ada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941832" y="49743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tanpa state kunci berhenti di pintu A karena tidak tahu bahwa kunci a sudah bisa diambil di jalan. Posisi saja tidak cukup.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Lapisan mask = 000000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Selama belum mengambil kunci, pemain bergerak pada satu lapisan. Pintu A tetap tertutup.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843784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557016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270248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96712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4597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30552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30552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43784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43784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57016" y="2459736"/>
            <a:ext cx="713232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57016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70248" y="2459736"/>
            <a:ext cx="713232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83480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96712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96712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9944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9944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" y="3063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30552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130552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43784" y="3063240"/>
            <a:ext cx="713232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57016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57016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70248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70248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83480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83480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96712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96712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9944" y="3063240"/>
            <a:ext cx="713232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7512" y="366674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130552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130552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843784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843784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557016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557016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270248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270248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983480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983480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696712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696712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09944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09944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67512" y="453542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41832" y="46268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sampai di kunci a pada langkah ke-2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941832" y="49743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 menunjukkan jarak dari titik awal pada lapisan tanpa kunci. Tanda X berarti pintu yang masih tidak bisa dilewati di lapisan ini.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Pindah ke Lapisan mask = 000001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kunci a diambil, pemain melompat ke lapisan baru. Di lapisan ini pintu A terbuka.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843784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557016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270248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96712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4597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30552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30552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43784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43784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57016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57016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70248" y="2459736"/>
            <a:ext cx="713232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83480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96712" y="2459736"/>
            <a:ext cx="713232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96712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9944" y="2459736"/>
            <a:ext cx="713232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9944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" y="3063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30552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130552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43784" y="3063240"/>
            <a:ext cx="713232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57016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57016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70248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70248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83480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83480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96712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96712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9944" y="3063240"/>
            <a:ext cx="713232" cy="457200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7512" y="366674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130552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130552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843784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843784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557016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557016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270248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270248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983480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983480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696712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696712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09944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09944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 flipV="1">
            <a:off x="6053328" y="2459736"/>
            <a:ext cx="570586" cy="457200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67512" y="453542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41832" y="46268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= 10 langkah, tercapai pada lapisan mask = 000001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941832" y="49743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(0,2) muncul di kedua lapisan dengan jarak yang sama, tetapi maknanya berbeda: yang satu belum membawa kunci, yang satu sudah. Inilah alasan dimensi ketiga diperlukan.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Template yang bisa langsung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dengan Kunci dan Pintu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strukturnya identik dengan BFS grid biasa. Hanya array dan isi antrian yang bertambah satu dimensi.</a:t>
            </a:r>
            <a:endParaRPr lang="en-US" sz="1300" dirty="0"/>
          </a:p>
        </p:txBody>
      </p:sp>
      <p:pic>
        <p:nvPicPr>
          <p:cNvPr id="4" name="Image 0" descr="/tmp/ppt/imgs/c3_19_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6107" y="1993392"/>
            <a:ext cx="3152171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jarak menjadi tiga dimensi: baris, kolom, dan kumpulan kunci. Untuk enam kunci, dimensi ketiganya berukuran 64.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8224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82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627376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awal adalah posisi mula-mula dengan mask nol, karena pemain belum membawa kunci apa pun.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32536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325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270504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Antrian menyimpan tiga angka. array&lt;int,3&gt; lebih ringan daripada struct dan langsung bisa di-destructure.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968496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913632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Mengambil kunci berarti menyalakan satu bit. Perhatikan bahwa nm dihitung terlebih dahulu, sebelum pemeriksaan pintu — sehingga kunci yang baru diambil langsung berlaku.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611624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611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556760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Pintu diperiksa terhadap nm, bukan mask. Bila selnya adalah pintu dan bit yang bersesuaian mati, langkah ini dibatalkan.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54752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5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99888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Pemeriksaan sudah-dikunjungi dilakukan pada state utuh, bukan hanya posisi. Sel yang sama boleh dikunjungi ulang asalkan kumpulan kuncinya berbeda.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Varian: Langkah Berbiaya 0 dan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langkah gratis dan langkah berbayar, ganti antrian dengan deque. Kompleksitasnya tetap linear.</a:t>
            </a:r>
            <a:endParaRPr lang="en-US" sz="1300" dirty="0"/>
          </a:p>
        </p:txBody>
      </p:sp>
      <p:pic>
        <p:nvPicPr>
          <p:cNvPr id="4" name="Image 0" descr="/tmp/ppt/imgs/c3_20_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9018" y="1755648"/>
            <a:ext cx="414350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soalnya: "berapa tembok minimum yang harus dihancurkan agar sampai ke tujuan". Berjalan di lorong gratis, menembus tembok berbiaya satu.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Katalog State yang Sering Dipakai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kalimat pada soal dengan barisnya. Ini menghemat banyak waktu berpikir saat kontes.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291840"/>
                <a:gridCol w="41788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Kalimat di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Ukuran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"membawa kunci a sampai f"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(i, j, mask)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x m x 2^k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"punya bensin sebanyak F"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(i, j, sisa)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x m x (F+1)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"tidak boleh berbelok dua kali"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(i, j, arah, lurus)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x m x 4 x 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"boleh menembus k tembok"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(i, j, sisaTembok)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x m x (k+1)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"rintangan berputar tiap k detik"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(i, j, waktu mod k)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x m x 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"dua pemain bergerak bersama"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(i1, j1, i2, j2)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(n x m)² — hati-hati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Labirin Berkunci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labirin dengan titik awal S dan tujuan T. Huruf kecil a sampai f adalah kunci; huruf besar A sampai F adalah pintu yang hanya bisa dilewati bila kunci sehurufnya sudah diambil. Cari jumlah langkah minimum dari S ke 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m &lt;=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banyak 6 jenis kunci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keluarkan -1 bila mustahil</a:t>
            </a:r>
            <a:endParaRPr lang="en-US" sz="1200" dirty="0"/>
          </a:p>
        </p:txBody>
      </p:sp>
      <p:pic>
        <p:nvPicPr>
          <p:cNvPr id="9" name="Image 0" descr="/tmp/ppt/imgs/c3_23_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640" y="1280160"/>
            <a:ext cx="298159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state-nya 100 x 100 x 64 = 640.000, dikali empat arah menjadi sekitar 2,5 juta operasi. Sangat aman.</a:t>
            </a:r>
            <a:endParaRPr lang="en-US" sz="1300" dirty="0"/>
          </a:p>
        </p:txBody>
      </p:sp>
      <p:pic>
        <p:nvPicPr>
          <p:cNvPr id="4" name="Image 0" descr="/tmp/ppt/imgs/c3_24_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9636" y="1993392"/>
            <a:ext cx="254227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pemeriksaan sampai-tujuan dilakukan saat state keluar dari antrian, bukan saat masuk. Karena BFS memproses menurut jarak menaik, state pertama yang menyentuh T pasti yang terpendek.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berurutan. Kelimanya memakai kerangka yang sama dengan isi state yang berbeda.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yang dipakai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864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(i, j, mask kunci) — persis contoh di atas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1293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(i, j, sisa jatah menembus)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Monsters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multi-sumber lalu BFS pemain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1064D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0-1 BFS dengan jatah gerakan mendatar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847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(simpul, mask simpul terkunjungi) — TSP kecil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Algoritmanya tidak berubah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Tetap BFS yang sama. Yang berubah hanya definisi satu simpul: dari (i, j) menjadi (i, j, informasi tambahan).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ruang state sebelum menulis kode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Kalikan semua dimensi. Bila melebihi sekitar sepuluh juta, rancangan state-nya perlu dipangkas sebelum satu baris pun ditulis.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Kumpulan barang disimpan sebagai bitmask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bilangan bulat mewakili kumpulan kunci. Mengambil dan memeriksa keduanya adalah operasi konstan.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boleh dikunjungi berkali-kali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tidak boleh diulang adalah STATE, bukan posisi. Menandai berdasarkan posisi saja adalah kesalahan paling sering pada soal jenis ini.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2026-09-05T08:51:29Z</dcterms:created>
  <dcterms:modified xsi:type="dcterms:W3CDTF">2026-09-05T08:51:29Z</dcterms:modified>
</cp:coreProperties>
</file>