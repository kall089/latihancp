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grid dengan domino — bitmask yang bergerak sel demi sel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profile: menutup papan sel demi sel.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Memasang ubin domino pada lantai sempit. Kamu memasang satu petak demi satu petak dari kiri atas.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Berpindah satu sel setiap langkah, bukan satu baris — sehingga transisinya jauh lebih sederhana.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antara bagian yang sudah terpasang dan yang belum tidak lurus, melainkan bergerigi.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Profil: bentuk batas bergerigi itu, disimpan sebagai bitmask selebar papan.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hanya perlu mengingat bentuk gerigi itu, bukan seluruh isi lantai yang sudah terpasang.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= (posisi sel, profil). Isi lantai yang jauh di belakang sudah tidak berpengaruh.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lantainya lebar dan pendek, putar dulu orientasinya agar sisi sempitnya yang jadi lebar profil.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bergantung pada 2 pangkat sisi yang lebih kecil. Untuk itu putar bila perlu.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materi DP paling teknis pada rangkaian ini — tetapi polanya sangat mekanis setelah ditulis dua atau tiga kali.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 menutup papan dengan potongan, dengan menelusuri sel demi sel dan menyimpan batas tidak rata antara bagian yang sudah dan belum terisi.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Profil adalah batas antara terisi dan kosong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kita mengisi sel demi sel, batasnya tidak lurus melainkan bergerigi. Bitmask menyimpan bentuk batas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(posisi sel, profil)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DP bitmask baris demi baris, di sini kita berpindah satu sel setiap langkah, sehingga transisinya jauh lebih sederhana.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 x m x 2^m)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lebar papan harus kecil, biasanya di bawah 16. Bila papannya lebih lebar daripada tinggi, tukar orientasinya lebih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khasnya: menutup dengan domino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banyak cara menutup papan n x m dengan domino berukuran 1 x 2. Ini soal baku yang selalu dipakai untuk memperkenalkan teknik ini.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sangat khas: papan dengan salah satu sisi sangat kecil.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atau mewarnai papan dengan potongan berbentuk sederhana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satu sisi papan kecil, biasanya di bawah 16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bersifat lokal: hanya bergantung pada sel yang bersebelahan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menghitung banyaknya konfigurasi yang sah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sisi papannya besar — 2^m tidak akan muat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Potongannya berbentuk rumit dan mencakup banyak baris sekaligus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global, misalnya menyangkut keterhubungan seluruh papan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papannya lebih lebar daripada tinggi, putar orientasinya. Kompleksitasnya bergantung pada 2 pangkat sisi yang lebih kecil.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Connected profile DP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 (Day 167)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(Day 168)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sel demi sel dengan batas bergerigi sebagai state.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adalah materi DP paling teknis pada rangkaian ini. Jangan berkecil hati bila butuh beberapa kali membaca — polanya sangat mekanis setelah terbiasa.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Pengubinan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 Baris Tidak Cukup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Profil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Implementasi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dan Variasi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Pengubinan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grid tanpa celah dan tanpa tumpang tindih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Klasik: berapa cara menutup grid R × C dengan domino berukuran 1 × 2?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domino menutup tepat dua sel bertetangga, boleh dipasang tegak atau datar. Seluruh sel harus tertutup, dan tidak boleh ada yang tumpang tindih.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sulit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tegak menempati dua baris sekaligus. Karena itu satu baris tidak bisa diselesaikan tanpa memikirkan baris berikutnya.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batasan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Biasanya R sampai 1.000 tetapi C hanya sampai 10 atau 11. Kolom yang sempit itulah petunjuk bahwa bitmask atas kolom bisa dipakai.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target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O(R × 2^C × C). Untuk R = 1.000 dan C = 10, itu sekitar 10^7 — aman.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mustahil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 × C ganjil, jawabannya pasti nol. Domino selalu menutup dua sel.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Pendekatan Per Baris Polos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banyaknya state yang jadi masalah, melainkan banyaknya TRANSISI. Kode ini menghitung keduanya supaya bedanya terlihat jelas.</a:t>
            </a:r>
            <a:endParaRPr lang="en-US" sz="1300" dirty="0"/>
          </a:p>
        </p:txBody>
      </p:sp>
      <p:pic>
        <p:nvPicPr>
          <p:cNvPr id="4" name="Image 0" descr="/tmp/ppt/imgs/c40_9_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926" y="1993392"/>
            <a:ext cx="502169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pembalikannya: broken profile punya state LEBIH BANYAK, tetapi transisinya 170 kali lebih sedikit. Yang menentukan waktu jalan adalah transisi, bukan state.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 baris polos harus mencoba setiap pasangan pola lama dan baru.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memproses satu petak sekaligus: hanya dua pilihan.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state ditambah satu dimensi justru membuatnya lebih cepat.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Pelajaran umum: state lebih halus sering menurunkan biaya transisi.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Profil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tonjolan yang masuk ke baris berikutnya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Disimpan dalam 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inti seluruh teknik: mask bukan menyimpan isi baris, melainkan tonjolan ke baris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 bit ke-j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ke-j bernilai 1 berarti sel pada kolom j di baris berikutnya SUDAH terisi, karena ada domino tegak yang menonjol dari baris 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hanya menjangkau satu baris ke bawah. Jadi informasi tentang baris-baris sebelumnya tidak lagi dibutuhkan.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dp[i][mask] = banyaknya cara menutup seluruh baris 0 sampai i−1 secara penuh, dengan mask menandai sel baris i yang sudah terisi tonjolan.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baris i dari kolom kiri ke kanan. Setiap sel kosong bisa diisi domino tegak (menonjol ke bawah) atau datar (memakai sel kanannya).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dp[R][0] — seluruh baris tertutup, dan tidak ada tonjolan yang keluar dari grid.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Sebuah Profil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untuk grid dengan 4 kolom.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biner 0101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j = 1  berarti  sel (baris berikutnya, kolom j) sudah terisi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0 dan 2 sudah tertutup tonjolan domino tegak dari baris sebelumnya. Kolom 1 dan 3 masih kosong dan harus diisi.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2 × 3, mengisi baris demi baris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Baris 0 Kosong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mask 0: tidak ada tonjolan dari atas, seluruh baris 0 harus diisi.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2 x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8231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31729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0487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4151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242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dp[0][000] = 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4590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belum ada baris yang diisi, dan tidak ada tonjolan masuk.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Salah Satu Cara Mengisi Baris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datar di kolom 0 dan 1, lalu domino tegak di kolom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2 x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8231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1729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0487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V="1">
            <a:off x="2999232" y="2459736"/>
            <a:ext cx="2139696" cy="56692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4187952" y="2459736"/>
            <a:ext cx="950976" cy="56692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4151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4242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baris 0 selesai  -&gt;  next mask = 100  (kolom 2 menonjol)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590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B dipasang tegak, sehingga sel (1, 2) sudah terisi sebelum baris 1 diproses. Itulah yang dicatat mask.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Baris 1 Menyesuaikan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2 sudah terisi, jadi hanya kolom 0 dan 1 yang perlu diisi.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2 x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8231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1729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04872" y="3172968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04872" y="31729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93592" y="317296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93592" y="31729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2761488" y="3172968"/>
            <a:ext cx="1426464" cy="56692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7512" y="4151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242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dp[2][000] += 1     -&gt;  satu susunan lengkap ditemukan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4590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Susunan ini adalah salah satu dari tiga cara menutup grid 2 x 3. Dua cara lainnya berasal dari cabang transisi yang berbeda.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 sel, atau per baris dengan rekursi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Gaya 1 — Per Baris dengan Rekursi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mudah dipahami. Rekursi mengisi satu baris dari kiri ke kanan.</a:t>
            </a:r>
            <a:endParaRPr lang="en-US" sz="1300" dirty="0"/>
          </a:p>
        </p:txBody>
      </p:sp>
      <p:pic>
        <p:nvPicPr>
          <p:cNvPr id="4" name="Image 0" descr="/tmp/ppt/imgs/c40_18_2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1067" y="1755648"/>
            <a:ext cx="532681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Pengisi Baris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punya paling banyak dua pilihan. Rekursi mencoba keduanya.</a:t>
            </a:r>
            <a:endParaRPr lang="en-US" sz="1300" dirty="0"/>
          </a:p>
        </p:txBody>
      </p:sp>
      <p:pic>
        <p:nvPicPr>
          <p:cNvPr id="4" name="Image 0" descr="/tmp/ppt/imgs/c40_19_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418" y="1755648"/>
            <a:ext cx="4673549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kolom sudah mencapai C, baris ini selesai — simpan hasilnya ke dp baris berikutnya dengan mask next.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yang sudah terisi tonjolan dari atas dilewati begitu saja, tanpa memasang domino baru.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tegak menandai bit j pada mask next, karena ia akan menonjol ke baris berikutnya.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datar memakai dua sel di baris yang sama, jadi kolom melompat dua dan mask next tidak berubah.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i + 1 &lt; R mencegah domino tegak keluar dari grid pada baris terakhir.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Gaya 2 — Per Sel (Broken Profile Murni)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efisien tetapi lebih sulit dibaca. Mask digeser setiap kali satu sel diproses.</a:t>
            </a:r>
            <a:endParaRPr lang="en-US" sz="1300" dirty="0"/>
          </a:p>
        </p:txBody>
      </p:sp>
      <p:pic>
        <p:nvPicPr>
          <p:cNvPr id="4" name="Image 0" descr="/tmp/ppt/imgs/c40_20_2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6039" y="1755648"/>
            <a:ext cx="351687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Counting Tilings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Menghitung Pengubinan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Grid dengan Domino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grid berukuran R × C. Hitung banyaknya cara menutup seluruh grid dengan domino berukuran 1 × 2, yang boleh dipasang tegak maupun datar.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jawabannya modulo 10^9 + 7.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R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C ≤ 10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modulo 10^9 + 7</a:t>
            </a:r>
            <a:endParaRPr lang="en-US" sz="1200" dirty="0"/>
          </a:p>
        </p:txBody>
      </p:sp>
      <p:pic>
        <p:nvPicPr>
          <p:cNvPr id="9" name="Image 0" descr="/tmp/ppt/imgs/c40_22_2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4257" y="1280160"/>
            <a:ext cx="37023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O(R × 2^C × C) = 1.000 × 1.024 × 10 ≈ 10^7 — aman.</a:t>
            </a:r>
            <a:endParaRPr lang="en-US" sz="1300" dirty="0"/>
          </a:p>
        </p:txBody>
      </p:sp>
      <p:pic>
        <p:nvPicPr>
          <p:cNvPr id="4" name="Image 0" descr="/tmp/ppt/imgs/c40_23_2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321" y="1755648"/>
            <a:ext cx="343174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R dan C bila perlu, agar C selalu menjadi dimensi yang lebih kecil. Ini menekan 2^C secara drastis.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dp[0][0] = 1: belum ada baris terisi, dan tidak ada tonjolan masuk.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atas baris, loop dalam atas seluruh kemungkinan mask.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yang bernilai nol dilewati, karena tidak menyumbang apa pun.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dp[R][0]: seluruh baris tertutup dan tidak ada tonjolan yang keluar dari grid.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Soal Pengubinan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kerangka profil yang sama.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72160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Perubahan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Domino 1 ×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dibahas di sini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sel terlarang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tandai sel sebagai sudah terisi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tambahkan pengecekan grid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Ubin berbentuk 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 pilihan transisi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mask perlu lebih dari 1 bit per kolom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Ubin 1 ×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profil menjangkau k−1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 mask menjadi k^C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Maksimum ubin, bukan banyak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ganti + menjadi max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case menjadi −INF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tidak dibuat sekecil mungkin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2^C tumbuh sangat cepat. Untuk grid 10 × 1.000, memproses per kolom membuat 2^1000 — mustahil. Selalu tukar agar C yang lebih 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tegak keluar dari grid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baris terakhir, domino tegak tidak boleh dipasang. Penjagaan i + 1 &lt; R wajib 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diambil dari mask yang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Harus dp[R][0]. Mask bukan nol berarti ada tonjolan yang keluar dari grid — susunan itu tidak 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modulo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grid besar, banyaknya susunan tumbuh eksponensial. Terapkan modulo di setiap penjumlahan.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bit tertukar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sejak awal apakah bit ke-0 mewakili kolom paling kiri atau kanan, lalu konsisten di seluruh kode.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Counting Tilings — soal yang dibahas di atas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Q dan soal lain yang memakai profil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versi dengan sel terlarang, misalnya grid berisi lubang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manual banyaknya pengubinan grid 2 × 2, 2 × 3, dan 2 × 4, lalu bandingkan dengan program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pengubinan dengan ubin berbentuk L pada grid kecil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gaya per baris dan per sel: ukur waktu jalannya untuk R = 1.000, C = 10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menyimpan tonjolan, bukan isi baris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ke-j berarti sel kolom j di baris berikutnya sudah terisi.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buat C sekecil mungkin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ukuran state adalah 2^C, menukar R dan C bisa membuat perbedaan antara lolos dan mustahil.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 dp[R][0]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baris tertutup, tanpa tonjolan yang keluar dari grid.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 DP menengah.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