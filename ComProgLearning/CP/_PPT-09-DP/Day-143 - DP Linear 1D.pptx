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Climbing Stairs, House Robber, dan Coin Change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satu dimensi: satu deret keputusan, satu tabel.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Menaiki tangga, boleh melangkah 1 atau 2 anak tangga. Berapa cara mencapai anak tangga ke-n?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banyaknya cara mencapai posisi i. Satu dimensi sudah cukup.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sampai di anak tangga ke-10, kamu pasti datang dari tangga ke-9 atau ke-8. Tidak ada kemungkinan lain.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melihat sedikit ke belakang: dp[i] = dp[i-1] + dp[i-2].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tidak perlu mengingat cara mencapai tangga ke-3 lagi setelah sampai di tangga ke-10.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dp[i] hanya butuh beberapa nilai terakhir, arraynya sering bisa diganti dua variabel.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Merampok rumah berjajar tanpa boleh dua rumah bersebelahan — bentuknya sama: di tiap rumah ada dua pilihan.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yang sama muncul pada banyak soal: di setiap posisi, daftar pilihannya, lalu ambil yang terbaik.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Tuliskan arti dp[i] dalam satu kalimat lengkap sebelum menulis kode. Kalimat yang sulit disusun menandakan state yang salah.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satu dimensi adalah bentuk DP paling sederhana: satu tabel, satu loop, dan setiap posisi hanya bergantung pada beberapa posisi sebelumnya.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satu angka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biasanya berarti "jawaban terbaik bila kita sudah sampai di posisi i" atau "banyaknya cara mencapai i". Cukup satu dimensi.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Transisinya melihat sedikit ke belakang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dihitung dari dp[i-1], dp[i-2], atau beberapa langkah sebelumnya. Bila jumlah pilihannya tetap, kompleksitasnya O(n).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khasnya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Menaiki tangga, memotong tongkat, rumah perampok (tidak boleh dua rumah bersebelahan), dan berbagai soal deret keputusan.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Sering bisa dipadatkan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dp[i] hanya butuh beberapa nilai terakhir, arraynya sering bisa diganti dua atau tiga variabel — itulah rolling array.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bentuk DP yang paling sering muncul di soal Div 2 A dan B, jadi harus bisa ditulis tanpa ragu.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deretan posisi atau waktu, dan setiap posisi punya keputusan sendiri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Keputusan di posisi i hanya bergantung pada beberapa posisi tepat sebelumnya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menghitung banyaknya cara menyusun sebuah deret dengan aturan tertentu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memilih sebagian elemen dengan larangan bersebelahan atau syarat jarak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Keputusan bergantung pada banyak informasi lain — butuh dimensi tambahan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Urutannya tidak linear, misalnya struktur pohon atau graf — pakai DP pada DAG atau pohon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kapasitas atau anggaran yang harus dilacak — itu keluarga knapsack, minimal dua dimensi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Tuliskan arti dp[i] dalam satu kalimat lengkap sebelum menulis kode. Bila kalimatnya sulit disusun, rancangan state-mu belum benar.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 (Day 141)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(Day 35)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 (Day 148)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tabel, satu loop, dan transisi yang melihat beberapa langkah ke belakang.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DP yang lebih rumit dibangun dari pola ini. Bila DP 1D sudah otomatis, menambah dimensi terasa sebagai langkah kecil.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 DP 1D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1 — Menghitung Cara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2 — Memilih Maksimum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House Robber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3 — Coin Change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Kombinasi vs Permutasi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 DP 1D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DP paling sederhana: state hanya satu angka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DP 1D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empat ciri ini muncul bersamaan, hampir pasti DP 1D.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berupa barisan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Array, deret angka, atau urutan kejadian. Keputusan diambil satu per satu dari kiri ke kanan.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 per posisi terbatas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setiap indeks hanya ada beberapa kemungkinan: ambil atau lewati, melangkah 1 atau 2, memilih koin mana.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melihat beberapa langkah ke belakang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cukup dihitung dari dp[i−1], dp[i−2], atau dp[i−k]. Riwayat lengkap tidak perlu disimpan.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Pertanyaannya khas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“Berapa banyak cara”, “nilai maksimum/minimum yang bisa dicapai”, atau “bisa atau tidak”.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Pola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Ketiganya memakai kerangka yang sama, hanya operatornya berbeda.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91840"/>
                <a:gridCol w="2926080"/>
                <a:gridCol w="207568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Operator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Base case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cara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= dp[i−1] + dp[i−2]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tambah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dp[0] =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Memilih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= max(dp[i−1], dp[i−2]+a[i])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dp[0] = a[0]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Memilih minimum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= min(dp[i−j] + biaya)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dp[0] = 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Bisa / tidak bisa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|= dp[i−j]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atau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dp[0] = true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1 — Climbing Stairs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cara mencapai suatu posisi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sampai di tangga ke-i, langkah terakhir hanya bisa berasal dari i−1 atau i−2. Jumlahkan keduanya.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dp[i-1] + dp[i-2]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7512" y="2212848"/>
            <a:ext cx="969264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28216" y="2212848"/>
            <a:ext cx="969264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28216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728216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2212848"/>
            <a:ext cx="969264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9624" y="2212848"/>
            <a:ext cx="969264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9624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49624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10328" y="2212848"/>
            <a:ext cx="969264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10328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910328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71032" y="2212848"/>
            <a:ext cx="9692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71032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71032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31736" y="2212848"/>
            <a:ext cx="9692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31736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031736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92440" y="2212848"/>
            <a:ext cx="9692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92440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092440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94960" y="2139696"/>
            <a:ext cx="1005840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334256" y="3163824"/>
            <a:ext cx="2121408" cy="914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71032" y="2212848"/>
            <a:ext cx="969264" cy="566928"/>
          </a:xfrm>
          <a:prstGeom prst="rect">
            <a:avLst/>
          </a:prstGeom>
          <a:solidFill>
            <a:srgbClr val="FFF7E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71032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" y="35844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 hanya dihitung SEKALI. Karena dp[5] cuma butuh dp[4] dan dp[3], kita bisa membuang sisanya dan memakai dua variabel saja (memori O(1)).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Climbing Stairs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base case: dp[0] = 1 berarti “ada satu cara untuk tidak melangkah sama sekali”.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dp[0] = 1 dan bukan 0?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dp[0] mewakili “sudah berada di tujuan”. Kalau diisi 0, seluruh perhitungan di atasnya ikut menjadi nol.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umum: untuk soal menghitung cara, kasus kosong bernilai 1.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133088"/>
            <a:ext cx="44805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 persis Fibonacci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 langkah, kompleksitas menjadi O(n·k)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Tangga rusak cukup di-set dp[i] = 0</a:t>
            </a:r>
            <a:endParaRPr lang="en-US" sz="1250" dirty="0"/>
          </a:p>
        </p:txBody>
      </p:sp>
      <p:pic>
        <p:nvPicPr>
          <p:cNvPr id="6" name="Image 0" descr="/tmp/ppt/imgs/c17_12_1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4136" y="1755648"/>
            <a:ext cx="5709880" cy="40600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2 — House Robber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nilai maksimum tanpa mengambil dua tetangga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Pilihan di Setiap Rumah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Perampok berjalan dari rumah pertama ke rumah terakhir dan memutuskan satu per satu.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rumah i dirampok, rumah i−1 wajib dilewati, sehingga nilainya dp[i−2] + a[i].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rumah i dilewati, nilainya sama dengan dp[i−1].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yang lebih besar. Itu saja seluruh solusinya.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041648"/>
            <a:ext cx="44805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dp[0] = a[0], dp[1] = max(a[0], a[1])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melingkar: jalankan dua kali — tanpa rumah pertama, lalu tanpa rumah terakhir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 ditekan menjadi O(1) memori</a:t>
            </a:r>
            <a:endParaRPr lang="en-US" sz="1250" dirty="0"/>
          </a:p>
        </p:txBody>
      </p:sp>
      <p:pic>
        <p:nvPicPr>
          <p:cNvPr id="6" name="Image 0" descr="/tmp/ppt/imgs/c17_14_1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3349" y="1755648"/>
            <a:ext cx="5291454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House Robber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[2, 7, 9, 3, 1] — satu sel per langkah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sel pertama ditentukan langsung, tanpa perbandingan yang rumit.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2      dp[1] = max(2, 7) = 7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[2, 7, 9, 3, 1]. Sampai rumah kedua, pilihan terbaik jelas hanya salah satu dari keduanya.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Rumah Ketiga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sini keputusan sesungguhnya mulai muncul.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73452" y="2286000"/>
            <a:ext cx="224942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98164" y="2084832"/>
            <a:ext cx="112471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dp[2] = max( dp[1] , dp[0] + 9 ) = max(7, 11) = 11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Merampok rumah ke-3 lebih menguntungkan, meskipun berarti melewatkan rumah ke-2 yang bernilai 7.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Rumah Keempat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 ini melewati lebih menguntungkan daripada mengambil.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98164" y="2286000"/>
            <a:ext cx="224942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22876" y="2084832"/>
            <a:ext cx="112471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dp[3] = max( dp[2] , dp[1] + 3 ) = max(11, 10) = 11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3 terlalu kecil untuk menebus hilangnya rumah ke-3. Nilai dp tidak selalu naik.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ada di sel terakhir.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22876" y="2286000"/>
            <a:ext cx="224942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847588" y="2084832"/>
            <a:ext cx="112471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dp[4] = max( dp[3] , dp[2] + 1 ) = max(11, 12) = 12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12, berasal dari rumah ke-1, ke-3, dan ke-5. Perhatikan: dp[i] tidak selalu berarti rumah i ikut dirampok.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3 — Coin Change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Dan jebakan urutan loop yang paling sering menjatuhkan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Kombinasi vs Permutasi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posisi loop yang bertukar, tetapi jawabannya berbeda jauh.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94960" cy="35661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94960" cy="5029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" y="21214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Koin di loop LUAR  →  KOMBINASI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487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 = {1, 2},  amount =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23544" y="2852928"/>
            <a:ext cx="488289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78992" y="28529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+ 1 + 1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23544" y="3273552"/>
            <a:ext cx="488289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32735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23544" y="50017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2 cara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5352" y="1938528"/>
            <a:ext cx="5394960" cy="35661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5352" y="1938528"/>
            <a:ext cx="5394960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1384" y="21214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Amount di loop LUAR  →  PERMUTASI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501384" y="2487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 = {1, 2},  amount =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01384" y="2852928"/>
            <a:ext cx="488289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56832" y="28529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+ 1 + 1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01384" y="3273552"/>
            <a:ext cx="488289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56832" y="32735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01384" y="3694176"/>
            <a:ext cx="488289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56832" y="36941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+ 1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01384" y="50017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3 cara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573328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“berapa banyak cara” hampir selalu meminta KOMBINASI. Salah menaruh loop membuat jawaban terlalu besar.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Loop Terluarnya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soalnya baik-baik: “berapa banyak cara” hampir selalu berarti kombinasi.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Koin di LUAR — kombinasi</a:t>
            </a:r>
            <a:endParaRPr lang="en-US" sz="1350" dirty="0"/>
          </a:p>
        </p:txBody>
      </p:sp>
      <p:pic>
        <p:nvPicPr>
          <p:cNvPr id="5" name="Image 0" descr="/tmp/ppt/imgs/c17_22_1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17999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Amount di LUAR — permutasi</a:t>
            </a:r>
            <a:endParaRPr lang="en-US" sz="1350" dirty="0"/>
          </a:p>
        </p:txBody>
      </p:sp>
      <p:pic>
        <p:nvPicPr>
          <p:cNvPr id="7" name="Image 1" descr="/tmp/ppt/imgs/c17_22_13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20103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Urutan Loop Menentukan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lengkap dari perbedaan yang terlihat sepele tetapi mengubah jawaban.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Koin di loop luar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koin dipertimbangkan satu kali secara berurutan. Saat memproses koin 2, semua cara yang tercatat pasti hanya memakai koin yang urutannya lebih awal. Karena itu 1+2 dan 2+1 tidak pernah dihitung dua kali.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Amount di loop luar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nominal, semua koin dicoba sebagai koin TERAKHIR. Akibatnya 1+2 dan 2+1 dianggap dua cara berbeda karena koin terakhirnya berbeda.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cepat mengecek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dengan coins = {1,2} dan amount = 3. Kombinasi menghasilkan 2, permutasi menghasilkan 3. Kalau hasilmu 3 padahal soal minta kombinasi, tukar loopnya.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soal nyata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Coin Combinations I meminta permutasi, sedangkan Coin Combinations II meminta kombinasi. Soalnya nyaris identik.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House Robber — dari soal sampai kode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House Robber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Merampok Rumah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Terdapat n rumah berderet. Rumah ke-i menyimpan uang sebesar a[i]. Seorang perampok tidak boleh merampok dua rumah yang bersebelahan, karena alarm akan berbunyi.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jumlah uang maksimum yang bisa dirampok.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a[i]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17_25_1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9371" y="1280160"/>
            <a:ext cx="3772138" cy="38681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penanganan kasus khusus n = 1 — ini penyebab runtime error yang sering terlewat.</a:t>
            </a:r>
            <a:endParaRPr lang="en-US" sz="1300" dirty="0"/>
          </a:p>
        </p:txBody>
      </p:sp>
      <p:pic>
        <p:nvPicPr>
          <p:cNvPr id="4" name="Image 0" descr="/tmp/ppt/imgs/c17_26_1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815" y="1755648"/>
            <a:ext cx="600675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khusus n = 1 ditangani lebih dulu, karena dp[1] tidak ada bila hanya ada satu rumah.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dp[0] adalah rumah pertama, dp[1] adalah yang terbaik di antara dua rumah pertama.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menaik dari indeks 2 — inilah urutan evaluasi yang menjamin dp[i-1] dan dp[i-2] siap.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membandingkan dua pilihan: melewati rumah i, atau merampoknya lalu melompati tetangga.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long long: n = 100.000 dikali a[i] = 10^9 sudah jauh melampaui batas int.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berurutan, dari yang paling dasar.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10515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Dice Combinations, Minimizing Coins, Coin Combinations I dan II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Climbing Stairs, House Robber, House Robber II (melingkar), Delete and Earn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A (Frog 1) dan B (Frog 2)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manual coins = {1,2} amount = 4 dengan kedua urutan loop, bandingkan hasilnya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House Robber menjadi versi O(1) memori dan pastikan jawabannya tetap sama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tidak boleh merampok dua rumah dalam jarak kurang dari 3 — ubah transisinya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1D hanya butuh satu 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melihat beberapa langkah ke belakang. Pola paling sering muncul di kontes.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menentukan arti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 = 1 untuk menghitung cara, dp[0] = 0 untuk menjumlah nilai atau biaya.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loop = kombinasi atau permutasi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Koin di luar berarti kombinasi. Amount di luar berarti permutasi.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minimum dan unbounded knapsack.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