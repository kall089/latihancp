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versi boolean: bisa atau tidak bisa dibentuk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sum: knapsack yang jawabannya hanya ya atau tidak.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Sekumpulan batu dengan berat berbeda. Bisakah kamu memilih sebagian sehingga totalnya tepat 20 kg?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dp[w] = apakah jumlah w bisa dibentuk. Nilainya boolean, bukan angka.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jawabannya cuma ya atau tidak, operasinya bukan "ambil yang terbesar" melainkan "ada yang bisa atau tidak".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OR, bukan max. Itu perbedaannya dengan knapsack biasa.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batu jadi dua tumpukan yang sama berat = mencari subset yang totalnya setengah dari total keseluruhan.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 adalah kasus khusus subset sum dengan target total/2.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total beratnya ganjil, membaginya menjadi dua sama berat jelas mustahil — tanpa perlu menghitung apa pun.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gratis: total ganjil berarti langsung tidak mungkin.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nilainya boolean, seluruh tabel bisa dipadatkan ke bitset dan kecepatannya naik sekitar 64 kali.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menanyakan apakah sebagian bilangan bisa dijumlahkan menjadi nilai tertentu. Ia adalah knapsack yang jawabannya hanya benar atau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dengan nilai boolean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dp[w] berarti "apakah jumlah w bisa dibentuk". Karena hanya benar atau salah, operasinya OR, bukan max.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adalah kasus khususnya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menjadi dua bagian dengan jumlah sama berarti mencari subset dengan jumlah setengah total. Bila totalnya ganjil, jawabannya langsung tidak mungkin.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dipercepat dengan bitset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nilainya boolean, seluruh tabel bisa disimpan dalam bitset dan seluruh transisi menjadi satu operasi geser. Kecepatannya naik sekitar 64 kali lipat.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meminimalkan selisih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jumlah persis tidak bisa dicapai, cari jumlah yang paling dekat dengan setengah total. Tabelnya sama, hanya cara membaca hasilnya berbeda.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"bagi menjadi dua", "apakah bisa mencapai tepat", atau "selisih sekecil mungkin".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Menanyakan apakah suatu jumlah bisa dibentuk dari sebagian bilangan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sekumpulan bilangan menjadi dua bagian yang sedekat mungkin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jumlahnya cukup kecil untuk dijadikan indeks tabel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percepatan besar — nilai boolean sangat cocok untuk bitset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jumlahnya sangat besar sehingga tabelnya tidak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bagian yang diminta lebih dari dua dan bilangannya banyak — masalahnya jauh lebih sulit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nilai maksimum, bukan bisa atau tidak — pakai knapsack biasa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gratis di awal: bila total seluruh bilangan ganjil, pembagian menjadi dua bagian sama besar mustahil. Jawab langsung tanpa DP.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 (Day 164)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bernilai boolean, dan percepatannya dengan bitset.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adalah pintu masuk paling alami ke optimasi bitset, yang dibahas tuntas pada Day 164.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Subset Sum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Bitset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dp |= dp &lt;&lt; 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Subset Sum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Bisakah sejumlah elemen dipilih agar totalnya tepat S?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Solusinya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Strukturnya persis 0/1 knapsack, hanya nilainya boolean.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dp[s] = true bila jumlah s dapat dibentuk dari elemen-elemen yang sudah diproses.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elemen x, jumlah s bisa dibentuk bila s − x sudah bisa dibentuk sebelum x dimasukkan.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true. Jumlah nol selalu tercapai, yaitu dengan tidak memilih apa pun.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MUNDUR, sama seperti 0/1 knapsack, agar setiap elemen hanya terpakai satu kali.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· S). Untuk n = 100 dan S = 100.000, itu 10^7 — aman. Untuk S yang jauh lebih besar, pakai bitset.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loop: mundur, persis seperti 0/1 knapsack.</a:t>
            </a:r>
            <a:endParaRPr lang="en-US" sz="1300" dirty="0"/>
          </a:p>
        </p:txBody>
      </p:sp>
      <p:pic>
        <p:nvPicPr>
          <p:cNvPr id="4" name="Image 0" descr="/tmp/ppt/imgs/c20_9_1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185" y="1755648"/>
            <a:ext cx="803858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{2, 3, 5}, S = 8 — satu elemen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satu elemen pun diproses, hanya jumlah nol yang bisa dicapai.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true      sisanya false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berarti true (bisa dibentuk), F berarti false. Jumlah yang bisa dibentuk: { 0 }.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Memasukkan Elemen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jumlah yang tadinya bisa dibentuk, kini bisa digeser sejauh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82012" y="2286000"/>
            <a:ext cx="188366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 = dp[2 - 2] = dp[0] = true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yang bisa dibentuk: { 0, 2 }.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Memasukkan Elemen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jumlah baru muncul sekaligus: 0+3 dan 2+3.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65676" y="2286000"/>
            <a:ext cx="282549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dp[5] = dp[5 - 3] = dp[2] = true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yang bisa dibentuk: { 0, 2, 3, 5 }. Karena loopnya mundur, elemen 3 tidak mungkin terpakai dua kali.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Memasukkan Elemen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selesai. Tinggal membaca sel yang ditanyakan.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9866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4049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4049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8232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8232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07508" y="2286000"/>
            <a:ext cx="4709160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dp[8] = dp[8 - 5] = dp[3] = true      -&gt;  8 = 3 + 5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yang bisa dibentuk: { 0, 2, 3, 5, 7, 8 }. Perhatikan 1, 4, dan 6 tetap mustahil.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Bitset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yang mempercepat 64 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dp |= dp &lt;&lt; 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Menggeser seluruh kemungkinan sebesar x, lalu menggabungkannya dengan kemungkinan lama.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3639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0448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67258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08776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s=5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4496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51306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s=7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awal: dp[0] =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67512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67512" y="4773168"/>
            <a:ext cx="10853928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941832" y="477316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3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x;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satu baris ini memproses 64 kemungkinan sekaligus  →  O(n · S / 64)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Bisa Secepat 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Prosesor bekerja pada word 64 bit. Satu operasi bitset menangani 64 kemungkinan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vector&lt;bool&gt; memeriksa satu jumlah per iterasi, sehingga butuh n × S operasi.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bitset menggeser dan meng-OR seluruh array dalam satuan word, sehingga butuh n × S / 64 operasi.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Keterbatasannya: kita hanya tahu bisa atau tidak — bukan berapa elemen yang dipakai, apalagi elemen yang mana.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harus konstanta saat kompilasi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dipakai untuk rekonstruksi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dp.count() langsung memberi banyaknya jumlah yang bisa dibentuk</a:t>
            </a:r>
            <a:endParaRPr lang="en-US" sz="1250" dirty="0"/>
          </a:p>
        </p:txBody>
      </p:sp>
      <p:pic>
        <p:nvPicPr>
          <p:cNvPr id="6" name="Image 0" descr="/tmp/ppt/imgs/c20_17_1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6638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array menjadi dua kelompok seimbang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dua bagian dengan selisih total sekecil mungkin.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Hitung total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satu kelompok bernilai s, kelompok satunya otomatis bernilai total − s. Selisihnya adalah total − 2s.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Cari semua s yang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subset sum sampai batas total / 2. Setiap nilai true adalah kandidat.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Pilih s terbesar yang ≤ total /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Semakin dekat s ke setengah total, semakin kecil selisih kedua kelompok.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Periksa partisi sempurna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total genap dan dp[total/2] bernilai true, selisihnya nol. Inilah yang ditanya soal “Partition Equal Subset Sum”.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Partition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periksa sampai setengah total, karena kedua kelompok simetris.</a:t>
            </a:r>
            <a:endParaRPr lang="en-US" sz="1300" dirty="0"/>
          </a:p>
        </p:txBody>
      </p:sp>
      <p:pic>
        <p:nvPicPr>
          <p:cNvPr id="4" name="Image 0" descr="/tmp/ppt/imgs/c20_20_1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3898" y="1755648"/>
            <a:ext cx="612115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Equal Subset Sum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Partition Equal Subset Sum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Array Menjadi Dua Sama Besar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bilangan bulat positif. Tentukan apakah array tersebut dapat dibagi menjadi dua kelompok yang jumlahnya sama besar.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harus masuk ke tepat satu kelompok.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0233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a[i]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maksimum 20.000</a:t>
            </a:r>
            <a:endParaRPr lang="en-US" sz="1200" dirty="0"/>
          </a:p>
        </p:txBody>
      </p:sp>
      <p:pic>
        <p:nvPicPr>
          <p:cNvPr id="9" name="Image 0" descr="/tmp/ppt/imgs/c20_22_1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172" y="1280160"/>
            <a:ext cx="3528536" cy="42335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Kuncinya: pertanyaan “bagi dua sama besar” setara dengan “bisakah membentuk subset bernilai total/2”.</a:t>
            </a:r>
            <a:endParaRPr lang="en-US" sz="1300" dirty="0"/>
          </a:p>
        </p:txBody>
      </p:sp>
      <p:pic>
        <p:nvPicPr>
          <p:cNvPr id="4" name="Image 0" descr="/tmp/ppt/imgs/c20_23_1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40843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ganjil langsung mustahil dibagi dua sama besar — cek ini lebih dulu agar hemat waktu.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menjadi setengah total. Kalau subset senilai itu ada, sisanya otomatis bernilai 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true: jumlah nol selalu bisa dicapai.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MUNDUR, karena setiap elemen hanya boleh dipakai satu kali.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× total/2) = 200 × 10.000 = 2 × 10^6 — sangat aman. Dengan bitset bisa jauh lebih cepat lagi.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Pendekatan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Bergantung pada ukuran n dan besarnya total.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518464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Pendekatan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Enumerasi bitmask 2^n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bila nilainya sangat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40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2^(n/2) lalu binary search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× S ≤ 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boolean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sederhana ditulis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× S ≤ 10^10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Dibagi 64, sering menyelamatkan dari TLE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terbalik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membuat satu elemen terpakai berkali-kali, sehingga jawabannya menjadi unbounded. Untuk subset, wajib mundur. Versi bitset otomatis benar karena bekerja pada salinan.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salah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harus konstanta saat kompilasi dan lebih besar dari total maksimum. Saat menjumlahkan total, gunakan long long agar tidak overflow.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nol atau negatif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bernilai nol tidak mengubah jumlah, tetapi menambah banyaknya cara. Nilai negatif perlu offset agar indeks tidak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cek total ganjil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partisi sempurna, total ganjil pasti mustahil. Melewatkan cek ini membuat program tetap benar, tetapi membuang waktu.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Money Sums, Two Sets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Partition Equal Subset Sum, Last Stone Weight II, Target Sum, Ones and Zeroes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vector&lt;bool&gt; dan bitset untuk n = 100, S = 100.000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bagi menjadi dua kelompok dengan JUMLAH ELEMEN sama — tambah satu dimensi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salah satu subset yang membentuk jumlah target (butuh versi non-bitset)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= knapsack boolean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kodenya identik, hanya nilainya true/false. Loop tetap MUNDUR.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Partisi seimbang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jumlah yang paling dekat dengan total / 2. Selisih minimum = total − 2s.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mempercepat 64x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|= dp &lt;&lt; x. Pakai bila S besar dan tidak butuh rekonstruksi.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knapsack: barang tersedia terbatas, dan trik dekomposisi biner.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