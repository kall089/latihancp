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Game DP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DAG State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Menentukan pemenang permainan dua pemain yang bermain optimal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165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165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Game DP: menentukan pemenang bila keduanya bermain sempurna.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orang bergantian mengambil batu dari tumpukan. Yang tidak bisa mengambil lagi dinyatakan kalah.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keadaan permainan berstatus MENANG atau KALAH bagi pemain yang gilirannya.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MENANG bila ADA SATU langkah yang membuat lawan berada di keadaan kalah.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Keadaan menang: ada satu langkah menuju keadaan kalah.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KALAH bila SEMUA langkah justru membuat lawan berada di keadaan menang.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Keadaan kalah: semua langkah menuju keadaan menang. Perhatikan bedanya "ada satu" dan "semua".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Perhitungannya mundur dari keadaan akhir yang statusnya sudah pasti.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DAG keadaan: hitung mundur dari keadaan terminal.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permainan terdiri dari beberapa tumpukan yang berjalan bersamaan, nilai Grundy tiap bagian di-XOR-kan.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Game DP menghitung siapa yang menang bila kedua pemain bermain sempurna, dengan memandang seluruh permainan sebagai graf keadaan.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keadaan menang atau kalah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keadaan disebut menang bila ada SATU langkah menuju keadaan kalah. Ia disebut kalah bila SEMUA langkah menuju keadaan menang.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Perhitungannya mundur dari akhir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Keadaan akhir sudah pasti nilainya. Dari situ, nilai keadaan sebelumnya disimpulkan mundur — persis DP pada DAG.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 harus tanpa siklus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keadaan bisa berulang, permainan bisa seri atau tak berujung. Kasus ini butuh penanganan berbeda dari DP biasa.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permainan penjumlahan ada teori Sprague-Grundy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permainan terdiri dari beberapa bagian yang berjalan bersamaan, nilai Grundy setiap bagian di-XOR-kan untuk menentukan pemenangnya.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dua pemain yang bergantian dan bermain optimal.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pemain bergantian, keduanya bermain sempurna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Keadaan permainan bisa dijadikan indeks tabel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menentukan siapa yang menang, bukan berapa skornya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Permainan terdiri dari beberapa tumpukan atau bagian yang bebas — pakai Grundy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Keadaannya bisa berulang tanpa batas — grafnya bukan DAG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dicari adalah skor optimal, bukan menang atau kalah — itu minimax dengan nilai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keadaannya terlalu besar untuk ditabelkan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yang harus hafal: keadaan MENANG bila ada satu langkah ke keadaan KALAH. Perhatikan bedanya "ada satu" dan "semua".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DAG (Day 119)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Sprague-Grundy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Nim &amp; variannya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Minimax dengan nilai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Game DP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DAG State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Menang atau kalah, dihitung mundur dari keadaan akhir.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Game DP melatih cara berpikir "keadaan sebagai simpul graf". Cara pandang ini kembali berguna pada banyak soal yang bukan permainan.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Permainan Kombinatorial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Menang dan Kalah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Penentuan Posisi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Nim dan XOR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Sprague-Grundy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DAG State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Permainan Kombinatorial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agar teori ini berlaku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Syarat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keempatnya terpenuhi, pemenangnya bisa ditentukan sepenuhnya tanpa unsur keberuntungan.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pemain bergantian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pemain yang melangkah dua kali berturut-turut, dan tidak ada yang boleh melewatkan giliran kecuali soal mengizinkan.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Informasi lengkap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pemain melihat seluruh keadaan permainan. Tidak ada kartu tertutup atau informasi tersembunyi.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keberuntungan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dadu atau pengacakan. Hasil setiap langkah sepenuhnya ditentukan oleh pilihan pemain.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Berhingga dan pasti berakhir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Permainan selalu berakhir setelah sejumlah langkah. Karena state selalu mengecil, graf state-nya membentuk DAG.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Konsekuensinya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setiap posisi, hasilnya sudah tertentu: pemain yang bergiliran pasti menang, atau pasti kalah, bila keduanya bermain optimal.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Menang dan Kalah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aturan yang menentukan segalanya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Perhatikan: "menang" selalu berarti menang bagi pemain yang SEDANG bergiliran.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kalah (L)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langkah yang tersedia menuju posisi menang bagi lawan. Apa pun yang dilakukan, lawan akan menang.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menang (W)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setidaknya satu langkah menuju posisi kalah bagi lawan. Pemain cukup memilih langkah itu.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tanpa langkah yang tersedia adalah posisi KALAH, karena pemain yang bergiliran tidak bisa berbuat apa-apa.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menghitungnya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 dari base case lalu naik. Untuk setiap posisi, periksa seluruh langkah: bila ada satu yang menuju posisi kalah, posisi ini menang.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 Dasar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paling sederhana untuk permainan pengambilan batu.</a:t>
            </a:r>
            <a:endParaRPr lang="en-US" sz="1300" dirty="0"/>
          </a:p>
        </p:txBody>
      </p:sp>
      <p:pic>
        <p:nvPicPr>
          <p:cNvPr id="4" name="Image 0" descr="/tmp/ppt/imgs/c39_11_2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632" y="1755648"/>
            <a:ext cx="8597688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1, 3, atau 4 batu; yang tidak bisa melangkah kalah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Base 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0 adalah kalah, karena tidak ada batu yang bisa diambil.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61004" y="2286000"/>
            <a:ext cx="103327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win[2] : ambil 1 -&gt; posisi 1 (W). Tidak ada langkah lain. Jadi L.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 berarti pemain yang bergiliran KALAH, W berarti MENANG. Posisi 1 menang karena bisa menyisakan posisi 0 yang kalah.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Melanjutkan ke Kanan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posisi memeriksa seluruh langkah yang tersedia.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94276" y="2286000"/>
            <a:ext cx="3099816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560820" y="2084832"/>
            <a:ext cx="103327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win[5] : ambil 3 -&gt; posisi 2 (L). Ada langkah menuju kalah, jadi W.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 ada SATU langkah menuju posisi kalah agar posisi ini menjadi menang.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Pola Terlihat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himpunan langkah {1, 3, 4}, posisi kalah muncul berulang dengan periode tetap.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27548" y="2286000"/>
            <a:ext cx="4133088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627364" y="2084832"/>
            <a:ext cx="103327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win[7] : ambil 1 -&gt; 6 (W), ambil 3 -&gt; 4 (W), ambil 4 -&gt; 3 (W). Semua W, jadi L.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kalah: 0, 2, 7, 9, 14, 16, ... berulang dengan periode 7. Banyak soal permainan selesai hanya dengan menemukan pola seperti ini.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Nim dan Sprague-Grundy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Teori yang menyatukan seluruh permainan pengambilan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Nim — Rumus Langsung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Beberapa tumpukan, setiap giliran mengambil berapa pun dari satu tumpukan.</a:t>
            </a:r>
            <a:endParaRPr lang="en-US" sz="1300" dirty="0"/>
          </a:p>
        </p:txBody>
      </p:sp>
      <p:pic>
        <p:nvPicPr>
          <p:cNvPr id="4" name="Image 0" descr="/tmp/ppt/imgs/c39_17_2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1510" y="1755648"/>
            <a:ext cx="7145931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Teorema Sprague-Grundy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Menggeneralisasi Nim ke hampir semua permainan pengambilan.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Grundy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posisi diberi satu angka, yaitu mex dari nilai Grundy seluruh posisi yang bisa dicapai darinya. mex adalah bilangan tak negatif terkecil yang tidak ada dalam himpunan.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Arti nilainya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Grundy bernilai 0 berarti posisi kalah. Bernilai bukan nol berarti posisi menang.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Permainan gabungan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beberapa permainan dimainkan bersamaan dan pemain memilih salah satunya tiap giliran, nilai Grundy gabungannya adalah XOR seluruh nilai Grundy.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Nim adalah kasus khusus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Grundy satu tumpukan berisi a batu adalah tepat a. Karena itu aturan XOR pada Nim adalah penerapan langsung teorema ini.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Misere Nim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yang mengambil batu terakhir justru KALAH: saat semua tumpukan berisi satu batu, pemain pertama menang bila jumlah tumpukannya genap. Selain itu, aturan Nim biasa tetap berlaku.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Nilai Grundy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Dipakai bila permainannya tidak punya rumus langsung.</a:t>
            </a:r>
            <a:endParaRPr lang="en-US" sz="1300" dirty="0"/>
          </a:p>
        </p:txBody>
      </p:sp>
      <p:pic>
        <p:nvPicPr>
          <p:cNvPr id="4" name="Image 0" descr="/tmp/ppt/imgs/c39_19_2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8538" y="1755648"/>
            <a:ext cx="5811877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DAG State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permainan yang menghitung skor, bukan hanya menang atau kalah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Skor Ikut Dihitung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Beberapa soal tidak menanyakan siapa yang menang, melainkan berapa selisih skor bila keduanya bermain optimal.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93392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setiap langkah membuat state mengecil, graf state-nya pasti berupa DAG. Artinya DP bisa langsung dipakai.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pentingnya: setelah melangkah, giliran berpindah ke lawan. Karena lawan juga bermain optimal untuk dirinya sendiri, nilai dari sudut pandang kita adalah negatif dari nilai yang ia peroleh.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ini disebut negamax.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5010912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 untuk soal "selisih skor maksimum"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Memoisasi wajib, karena satu state bisa dicapai lewat banyak jalur</a:t>
            </a:r>
            <a:endParaRPr lang="en-US" sz="1250" dirty="0"/>
          </a:p>
        </p:txBody>
      </p:sp>
      <p:pic>
        <p:nvPicPr>
          <p:cNvPr id="6" name="Image 0" descr="/tmp/ppt/imgs/c39_21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993392"/>
            <a:ext cx="5824728" cy="377066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Nim klasik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Nim Game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Menentukan Pemenang Permainan Nim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Terdapat n tumpukan batu. Dua pemain bergantian mengambil sejumlah batu, minimal satu, dari salah satu tumpukan. Pemain yang tidak bisa lagi mengambil dinyatakan kalah.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Tentukan siapa yang menang bila keduanya bermain optimal.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3891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jumlah batu ≤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testcase</a:t>
            </a:r>
            <a:endParaRPr lang="en-US" sz="1200" dirty="0"/>
          </a:p>
        </p:txBody>
      </p:sp>
      <p:pic>
        <p:nvPicPr>
          <p:cNvPr id="9" name="Image 0" descr="/tmp/ppt/imgs/c39_23_2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935" y="1280160"/>
            <a:ext cx="332700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yang terlihat rumit ternyata selesai dengan satu operasi XOR.</a:t>
            </a:r>
            <a:endParaRPr lang="en-US" sz="1300" dirty="0"/>
          </a:p>
        </p:txBody>
      </p:sp>
      <p:pic>
        <p:nvPicPr>
          <p:cNvPr id="4" name="Image 0" descr="/tmp/ppt/imgs/c39_24_2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199" y="1755648"/>
            <a:ext cx="5495985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tabel DP sama sekali. Teorema Nim memberi jawabannya secara langsung.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seluruh ukuran tumpukan. Operasi ini komutatif, jadi urutannya tidak penting.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bukan nol berarti pemain pertama menang, hasil nol berarti kalah.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long long karena ukuran tumpukan bisa mencapai 10^9.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diminta langkah menangnya: cari tumpukan dengan (a XOR x) &lt; a, lalu kurangi menjadi nilai itu.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terbalik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tanpa langkah yang tersedia adalah KALAH, bukan menang. Kesalahan ini membalik seluruh jawaban.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bahwa giliran berpindah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DP skor, nilai dari sudut pandang lawan harus dinegasikan. Melupakannya membuat kedua pemain seolah bekerja sama.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mex dihitung salah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mex adalah bilangan tak negatif TERKECIL yang tidak ada dalam himpunan, bukan nilai maksimum ditambah satu.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Nim pada permainan yang bukan Nim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XOR hanya berlaku bila setiap tumpukan berperilaku seperti tumpukan Nim. Bila langkahnya terbatas, hitung nilai Grundy-nya lebih dulu.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mencari pola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permainan punya pola periodik. Hitung 50 posisi pertama, cetak, dan amati polanya sebelum menulis solusi rumit.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Stick Game, Nim Game I dan II, Stair Game, Grundy's Game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K (Stones) dan soal L (Deque)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Stone Game, Predict the Winner, Nim Game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nilai Grundy untuk permainan dengan langkah {1, 3, 4}, lalu cari periodenya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negamax untuk soal selisih skor, bandingkan dengan versi dua state terpisah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50 posisi pertama untuk beberapa himpunan langkah, lalu cari polanya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aturan menentukan segalanya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menang punya langkah menuju posisi kalah. Posisi kalah hanya punya langkah menuju posisi menang.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Nim selesai dengan XOR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bukan nol berarti pemain pertama menang. Ini penerapan langsung Sprague-Grundy.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skor, pakai negamax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dari sudut pandang lawan dinegasikan, karena giliran berpindah.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166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Broken Profile DP dan masalah pengubinan.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2026-09-03T02:51:30Z</dcterms:created>
  <dcterms:modified xsi:type="dcterms:W3CDTF">2026-09-03T02:51:30Z</dcterms:modified>
</cp:coreProperties>
</file>