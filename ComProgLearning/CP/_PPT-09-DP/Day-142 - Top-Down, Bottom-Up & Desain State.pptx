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Top-Down,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menulis DP, dan cara memastikan state sudah benar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soal DP bisa ditulis dengan dua gaya yang sangat berbeda.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pertama: mulai dari pertanyaan besar, dan setiap kali butuh jawaban kecil, tanyakan ke bawah. Catat jawabannya agar tidak ditanya dua kali.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Top-down: rekursi ditambah cache. Urutan pengisian diatur sendiri oleh rekursinya.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kedua: isi papan dari yang paling kecil, naik terus, sampai sampai ke pertanyaan besar.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Bottom-up: tabel diisi berurutan. Lebih cepat, dan aman dari stack overflow.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 lebih mudah kalau kamu belum yakin urutannya. Cara kedua lebih cepat kalau urutannya sudah jelas.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untuk menjajaki; bottom-up bila butuh kecepatan atau optimasi memori.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"apa yang harus ditulis di papan" jauh lebih sulit daripada menulisnya.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adalah pekerjaan sebenarnya. Satu dimensi berlebih bisa mengalikan waktu kerja puluhan kali.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Rancang dengan top-down karena mudah, lalu ubah ke bottom-up bila butuh rolling array atau kecepatan.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soal DP bisa ditulis dengan dua gaya: rekursi bercache (top-down) atau tabel yang diisi berurutan (bottom-up). Keduanya benar, tetapi cocok untuk situasi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Top-down: tulis rekursinya, tambahkan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dekat dengan cara berpikir manusia. Kamu tidak perlu memikirkan urutan pengisian karena rekursi mengaturnya sendiri.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Bottom-up: isi tabel dari kecil ke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cepat karena tidak ada beban pemanggilan fungsi, dan aman dari stack overflow. Syaratnya kamu harus tahu urutan pengisian yang benar.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adalah pekerjaan sebenarnya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kuncinya: informasi apa yang harus saya ketahui agar bisa memutuskan langkah berikutnya? Semua jawabannya menjadi dimensi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yang boros membuat TLE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satu dimensi bisa mengalikan waktu kerja puluhan kali. Selalu tanyakan apakah sebuah informasi benar-benar perlu disimpan atau bisa disimpulkan ulang.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pilih gaya yang membuatmu paling sedikit salah, bukan yang paling cepat secara teori.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bila urutan pengisian rumit atau tidak semua state perlu dihitung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bila urutannya jelas dan kamu butuh kecepatan atau optimasi memori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bila kedalaman rekursi bisa mencapai ratusan ribu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saat masih menjajaki: lebih mudah diubah bila rancangan state ternyata keliru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Memaksakan bottom-up ketika urutan pengisiannya belum benar-benar kamu pahami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top-down pada state yang jumlahnya sangat besar tetapi hampir semuanya perlu dihitung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Berganti-ganti gaya di tengah pengerjaan — pilih satu dan selesaikan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dan optimasi memori hampir selalu menuntut bottom-up. Bila soal ketat di memori, langsung tulis bottom-up sejak awal.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(Day 153)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Top-Down, Bottom-Up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Desain State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penulisan, dan cara memilih state yang tidak boros.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Kemampuan mengubah satu gaya menjadi gaya lain sangat berguna: rancang dengan top-down karena mudah, lalu ubah ke bottom-up bila butuh optimasi.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Memoisasi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Tabulasi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Memoisasi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Uji Desain 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Gaya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Memoisasi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yang diberi ingatan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Rekursi ke Memoisasi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hanya menambahkan tiga baris pada rekursi yang sudah ada.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di kanan benar, tetapi tidak punya ingatan. Setiap kali f(5) dipanggil, seluruh subtree di bawahnya dihitung ulang dari nol.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menambahkan satu tabel cache: sebelum menghitung, periksa dulu apakah jawabannya sudah pernah dicatat.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041648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di awal fungsi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hasil sebelum return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Reset cache di setiap testcase</a:t>
            </a:r>
            <a:endParaRPr lang="en-US" sz="1250" dirty="0"/>
          </a:p>
        </p:txBody>
      </p:sp>
      <p:pic>
        <p:nvPicPr>
          <p:cNvPr id="6" name="Image 0" descr="/tmp/ppt/imgs/c16_8_1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1266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Memoisasi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bagian yang selalu ada pada setiap fungsi DP top-down.</a:t>
            </a:r>
            <a:endParaRPr lang="en-US" sz="1300" dirty="0"/>
          </a:p>
        </p:txBody>
      </p:sp>
      <p:pic>
        <p:nvPicPr>
          <p:cNvPr id="4" name="Image 0" descr="/tmp/ppt/imgs/c16_9_1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00" y="1755648"/>
            <a:ext cx="572638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cache berukuran sebesar jumlah state. Di sini satu dimensi karena state-nya hanya 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dicek paling awal, sebelum menyentuh cache. Nilai ini tidak perlu disimpan.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— kalau sudah pernah dihitung, langsung kembalikan. Inilah yang memotong pohon rekursi.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Hitung, simpan, lalu kembalikan dalam satu baris: memo[n] = ... ; return memo[n].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memset(memo, -1, ...) di awal setiap testcase, kalau tidak nilai lama akan terbawa.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Memoisasi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cache terisi satu per satu untuk n = 5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Turun Sampai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f(5) memanggil f(4), f(4) memanggil f(3), dan seterusnya sampai base case. Belum ada yang tersimpan.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f(5) -&gt; f(4) -&gt; f(3) -&gt; f(2) -&gt; f(1) -&gt; f(0)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sel masih -1, artinya belum ada yang dihitung. Rekursi sedang turun.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Sambil Menyimpan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base case tercapai, hasilnya diisi ke cache saat rekursi kembali naik.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92424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79976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memo[3] = f(2) + f(1) = 2 + 1 =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yang sudah tercatat tidak akan pernah dihitung ulang.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Cabang Kedua Langsung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f(5) memanggil f(3) untuk cabang kanannya, jawabannya sudah ada di cache.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67528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55080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memo[5] = memo[4] + memo[3] = 5 + 3 = 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hanya 6 perhitungan, bukan 2^5. Cabang kanan pohon rekursi terpotong seluruhnya.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Tabulasi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tabel tanpa rekursi sama sekali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Tabulasi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dibalik: dari state terkecil menuju state terbesar.</a:t>
            </a:r>
            <a:endParaRPr lang="en-US" sz="1300" dirty="0"/>
          </a:p>
        </p:txBody>
      </p:sp>
      <p:pic>
        <p:nvPicPr>
          <p:cNvPr id="4" name="Image 0" descr="/tmp/ppt/imgs/c16_15_1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199" y="1755648"/>
            <a:ext cx="561598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ditulis lebih dulu sebagai nilai awal tabel, bukan sebagai kondisi 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menaik menjamin dp[i-1] dan dp[i-2] sudah terisi saat dibutuhkan — ini menggantikan peran rekursi.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ditulis persis seperti rumusnya. Tidak ada pemanggilan fungsi, jadi tidak ada overhead.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if (i &gt;= 2) mencegah akses indeks negatif. Alternatifnya: geser indeks atau isi base case lebih banyak.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risiko stack overflow, berapa pun besarnya 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Bahaya Stack Overflow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alasan paling praktis untuk memilih bottom-up pada n yang besar.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fungsi menyimpan satu stack frame: parameter, variabel lokal, dan alamat kembali.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stack biasanya 1 sampai 8 MB. Rekursi sedalam satu juta hampir pasti menabraknya, dan program berhenti dengan runtime error — bukan wrong answer, sehingga sering membingungkan.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133088"/>
            <a:ext cx="44805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Aman: kedalaman sampai sekitar 10^5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Berisiko: di atas 10^5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Solusi: ubah ke bottom-up</a:t>
            </a:r>
            <a:endParaRPr lang="en-US" sz="1250" dirty="0"/>
          </a:p>
        </p:txBody>
      </p:sp>
      <p:pic>
        <p:nvPicPr>
          <p:cNvPr id="6" name="Image 0" descr="/tmp/ppt/imgs/c16_16_1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864" y="1755648"/>
            <a:ext cx="5488424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Mendesain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dari DP, dan yang paling menentukan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Uji Desain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keempat uji ini sebelum menulis satu baris kode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1 — Bisa dikalimatkan?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lengkap: “dp[i][j] = jumlah cara memilih dari i barang pertama dengan total berat tepat j.” Kalau belum bisa dikalimatkan dengan jelas, state-nya memang belum jelas.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2 — Cukup informasinya?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diberi nilai state, tanpa melihat riwayat langkah sebelumnya, bisakah kamu menentukan langkah berikutnya? Kalau tidak, ada informasi yang hilang — tambahkan satu dimensi.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3 — Setara?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dua jalur berbeda yang berakhir di state sama benar-benar bisa diperlakukan identik? Kalau tidak, state terlalu kasar dan jawaban akan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4 — Muat?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biaya transisi harus di bawah 10^8. Kalau terlalu besar, cari representasi state yang lebih ringkas atau kurangi dimensi.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Penerapan Empat Uji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penambahan dimensi menjawab uji ke-2.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0448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yang 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yang benar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nilai maks dari i barang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dp[i][w] = nilai maks, kapasitas 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panjang LIS sampai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panjang LIS yang BERAKHIR di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Beli saham, maks 2 transaksi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dp[hari]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dp[hari][transaksi][punya saham]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dengan k sisi gratis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dist[simpul]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dist[simpul][sisa jatah gratis]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Membuang dimensi yang tidak lagi dibutuhkan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2D ke 1D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baris i hanya membaca baris i−1, satu baris saja sudah cukup.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2D — jelas tapi boros</a:t>
            </a:r>
            <a:endParaRPr lang="en-US" sz="1350" dirty="0"/>
          </a:p>
        </p:txBody>
      </p:sp>
      <p:pic>
        <p:nvPicPr>
          <p:cNvPr id="5" name="Image 0" descr="/tmp/ppt/imgs/c16_21_1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7939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1D — hemat, arah loop dibalik</a:t>
            </a:r>
            <a:endParaRPr lang="en-US" sz="1350" dirty="0"/>
          </a:p>
        </p:txBody>
      </p:sp>
      <p:pic>
        <p:nvPicPr>
          <p:cNvPr id="7" name="Image 1" descr="/tmp/ppt/imgs/c16_21_1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5850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Main Rolling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menentukan boleh atau tidaknya memakai teknik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pakai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baris i hanya membaca baris i−1. Kalau membaca baris i−2 juga, simpan dua baris bergantian.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menentukan makna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Mundur berarti setiap barang dipakai maksimal sekali. Maju berarti boleh berulang. Salah arah mengubah soal, bukan sekadar memperlambat.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 yang dibayar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Informasi baris lama hilang, jadi rekonstruksi solusi tidak mungkin lagi. Kalau soal meminta “barang mana saja”, tetap pakai 2D.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Dampaknya nyata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1000 dan W = 100000: versi 2D butuh sekitar 800 MB (MLE), versi 1D hanya sekitar 0,8 MB.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Frog Jump — DP 1D dengan k pilihan lompatan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Frog Jump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Frog Jump dengan k Lompatan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Seekor katak berada di batu ke-1 dan ingin mencapai batu ke-n. Dari batu i, katak boleh melompat ke batu i+1 sampai i+k. Biaya melompat dari batu i ke batu j adalah |h[i] − h[j]|.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total biaya minimum untuk mencapai batu ke-n.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h[i] ≤ 10^9</a:t>
            </a:r>
            <a:endParaRPr lang="en-US" sz="1200" dirty="0"/>
          </a:p>
        </p:txBody>
      </p:sp>
      <p:pic>
        <p:nvPicPr>
          <p:cNvPr id="9" name="Image 0" descr="/tmp/ppt/imgs/c16_24_1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824" y="1280160"/>
            <a:ext cx="4141232" cy="42335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Solusi dengan Empat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setiap langkah menjawab satu bagian dari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biaya minimum untuk sampai di batu ke-i. Satu dimensi sudah cukup, karena biaya lompatan hanya bergantung pada batu asal dan batu tujuan.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min atas j = 1..k dari ( dp[i−j] + |h[i] − h[i−j]| ). Katak bisa datang dari k batu di belakangnya.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0, karena katak memang mulai di batu pertama tanpa biaya.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&amp; 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i menaik dari 1. Jumlah state n, biaya transisi k, jadi total O(n·k) = 10^7 — aman.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pic>
        <p:nvPicPr>
          <p:cNvPr id="3" name="Image 0" descr="/tmp/ppt/imgs/c16_26_1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6309360" cy="45510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78040" y="1325880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17804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607808" y="12710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diisi INT_MAX sebagai penanda “belum terjangkau”, lalu base case ditimpa menjadi 0.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78040" y="224028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7804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607808" y="21854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menaik — inilah urutan evaluasi yang menjamin dp[i-j] sudah siap.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78040" y="3154680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78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07808" y="30998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mencoba semua asal lompatan. Syarat j &lt;= i mencegah indeks negatif.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78040" y="4069080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780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07808" y="40142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ditulis persis seperti rumus: biaya sampai batu asal, ditambah biaya lompatnya.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78040" y="4983480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780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607808" y="49286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 = 2, soal ini menjadi Frog Jump versi klasik yang hanya melihat dua langkah ke belakang.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Gaya &amp; 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Penutup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Top-Down atau Bottom-Up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yang selalu lebih baik. Sesuaikan dengan bentuk soalnya.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481888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tidak beraturan / sulit diurutkan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menentukan urutannya sendiri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sebagian state yang terpakai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membuang waktu pada state mati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besar, butuh kecepatan maksimal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overhead pemanggilan fungsi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hemat 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memakai rolling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Kedalaman rekursi di atas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Menghindari stack overflow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rekonstruksi solusi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 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Baris lama masih tersimpan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Cache tidak direset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testcase sebelumnya terbawa. Gejalanya: testcase pertama benar, sisanya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sentinel bentrok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−1 sebagai penanda “belum dihitung” padahal jawaban bisa −1. Pakai array bool terpisah, atau nilai sentinel yang mustahil muncul.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dipakai saat butuh rekonstruksi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nilainya benar, tetapi daftar barang tidak bisa ditelusuri lagi.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tertukar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ditulis dengan loop maju, sehingga diam-diam berubah menjadi unbounded knapsack.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ulang Fibonacci, climbing stairs, dan coin change dalam KEDUA gaya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satu solusi 2D menjadi 1D, ukur pemakaian memorinya sebelum dan sesudah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Educational DP Contest — soal A (Frog 1) dan B (Frog 2)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stack overflow: jalankan versi top-down untuk n = 1.000.000 dan amati errornya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menuliskan definisi state dalam kalimat lengkap untuk lima soal berbeda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= rekursi +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tambahan: tabel, cek cache, simpan hasil.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Tabulasi = isi tabel berurutan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cepat, tanpa rekursi, bisa dihemat memorinya.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diuji dengan empat pertanyaan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dikalimatkan, cukup, setara, dan muat.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1D: climbing stairs, house robber, dan coin change.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