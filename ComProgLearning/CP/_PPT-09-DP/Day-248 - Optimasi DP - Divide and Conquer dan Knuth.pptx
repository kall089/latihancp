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DP: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D&amp;C dan Knuth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Rumusnya tidak berubah — yang dipangkas adalah jangkauan titik pecah yang perlu dicoba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DP · Day 248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248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mencari tempat memotong seutas tali agar biayanya paling murah, dan kamu sudah tahu potongan sebelumnya ada di mana.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130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2130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51460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51460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51460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potongan punya titik terbaiknya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76148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51460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51460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51460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opt[i][j]: titik pecah terbaik untuk dp[i][j]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313639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313639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313639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Tali yang lebih panjang, titiknya bergeser ke kanan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38328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313639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313639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313639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 bergerak monoton, tidak pernah mundur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75818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75818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75818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perlu mencoba semua titik lagi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400507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75818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75818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75818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cukup dicoba di antara dua opt yang sudah tahu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7997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7997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7997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Cukup lanjutkan dari titik sebelumnya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62686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7997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7997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7997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Batasnya hanya bergerak maju sepanjang diagonal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00176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00176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500176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Pekerjaannya jadi jauh lebih sedikit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24865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500176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500176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500176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O(n^3) menjadi O(n^2)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DP-nya tidak berubah sedikit pun. Yang dipangkas hanya jangkauan titik pecah yang perlu dicoba — dan itu cukup untuk mengubah mustahil menjadi aman.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DP dipakai ketika kamu SUDAH punya DP yang benar tetapi terlalu lambat. Ia tidak mengubah rumusnya, hanya memangkas jangkauan yang perlu dicoba.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Rumusnya tetap sama persis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dp[i][j] tetap minimum atas k. Yang berubah hanya dari mana sampai mana k dicoba. Kalau rumusmu salah, optimasi tidak akan memperbaikinya.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Knuth memakai monotonnya opt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 opt[i][j-1] &lt;= opt[i][j] &lt;= opt[i+1][j]. Batas bawah dan atas keduanya sudah dihitung sebelumnya, jadi tinggal dipakai.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D&amp;C Optimization memecah selang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DP-nya berlapis: dp[i][j] bergantung pada dp[i-1][k]. Cari opt di tengah, lalu rekursi ke kiri dan kanan dengan batas yang menyempit.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kontes, buktikan dengan mencetak tabel opt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buang waktu membuktikan pertidaksamaan segi empat. Tulis DP lambat untuk n kecil, cetak opt, lalu periksa apakah nilainya menaik.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alat tahap akhir. Pastikan DP-nya sudah benar sebelum menyentuh optimasi apa pun.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DP-nya sudah benar tetapi O(n^3) dan n mencapai beberapa ribu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Transisinya berbentuk minimum atas titik pecah 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opt yang dicetak untuk n kecil terlihat menaik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 C(i,j) berupa jumlah selang atau bentuk sejenisnya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DP-nya belum benar — perbaiki kebenarannya lebih dulu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cukup kecil sehingga O(n^3) sudah muat di batas waktu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Sukunya berbentuk garis — itu wilayah Convex Hull Trick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11112" y="498348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61111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02259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opt-nya ternyata tidak monoton saat diperiksa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tabel opt untuk n sekitar sepuluh dengan DP lambat. Kalau tiap barisnya menaik, Knuth berlaku. Ini cara yang sah dan sangat umum dipakai di kontes.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DP (Day 151)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Convex Hull Trick (Day 244)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 (Day 15)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FFT &amp; perkalian polinomial (Day 246)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Broken Profile DP (Day 166)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REVIEW DP Menengah (Day 168)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DP: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D&amp;C dan Knuth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yang sama, jangkauan k yang jauh lebih sempit.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alat ini jarang muncul di Div 2, tetapi hampir selalu ada di Div 1 dan babak final. Mengenali bentuk transisinya lebih penting daripada menghafal kodenya.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Optimasi DP Diperlukan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opt dan Kenapa Monoton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Syaratnya Berlaku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Knuth Optimization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Divide &amp; Conquer Optimization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Gagasannya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Memangkas jangkauan k, bukan mengubah rumusnya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Optimasi DP Diperlukan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memakai optimasi sebelum menghitung. Kode ini menunjukkan di n berapa O(n^3) berhenti masuk akal.</a:t>
            </a:r>
            <a:endParaRPr lang="en-US" sz="1300" dirty="0"/>
          </a:p>
        </p:txBody>
      </p:sp>
      <p:pic>
        <p:nvPicPr>
          <p:cNvPr id="4" name="Image 0" descr="/tmp/ppt/imgs/c44_8_28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55648"/>
            <a:ext cx="6446520" cy="383117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Ambang batasnya sekitar n = 600 untuk O(n^3). Di bawah itu jangan repot; di atas itu, Knuth atau D&amp;C optimization adalah jalan keluarnya — dan keduanya tidak mengubah rumus DP-nya sama sekali.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4505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17036"/>
            <a:ext cx="3182112" cy="46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dulu; optimasi DP hanya berguna kalau memang kena TLE.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60545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32529"/>
            <a:ext cx="3182112" cy="46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O(n^3) aman sampai sekitar n = 600, O(n^2) sampai sekitar n = 14.000.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7603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48022"/>
            <a:ext cx="3182112" cy="46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tidak memperbaiki rumus yang salah — perbaiki kebenarannya dulu.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1531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3515"/>
            <a:ext cx="3182112" cy="46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Pastikan tipe datanya long long; n^3 untuk n=5000 jauh melewati int.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opt dan Kenapa Monoton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opt[i][j] adalah titik pecah terbaik untuk dp[i][j]. Cetak tabelnya untuk n kecil, lalu perhatikan bahwa nilainya tidak pernah mundur.</a:t>
            </a:r>
            <a:endParaRPr lang="en-US" sz="1300" dirty="0"/>
          </a:p>
        </p:txBody>
      </p:sp>
      <p:pic>
        <p:nvPicPr>
          <p:cNvPr id="4" name="Image 0" descr="/tmp/ppt/imgs/c44_9_28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7193" y="1993392"/>
            <a:ext cx="378715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tiap barisnya menaik dari kiri ke kanan, dan tiap kolomnya juga. Itulah opt[i][j-1] &lt;= opt[i][j] &lt;= opt[i+1][j] — syarat yang membuat Knuth boleh dipakai.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 dicatat bersamaan dengan dp, tanpa loop tambahan.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kontes: jalankan versi O(n^3) untuk n kecil dan periksa tabel ini.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nilainya menaik di setiap baris, Knuth hampir pasti berlaku.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tidak menaik, jangan dipaksa — jawabannya akan salah tanpa peringatan.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empat tumpukan batu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Selang Berpanjang Dua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dua tumpukan bersebelahan; biayanya jumlah keduanya. a = [4, 1, 2, 3].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67919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 minimum dp[i][j]   —   tumpukan a = [4, 1, 2, 3]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679192" y="2167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=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279392" y="2167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=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879592" y="2167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=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479792" y="2167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= 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79192" y="2459736"/>
            <a:ext cx="16002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79192" y="2459736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79392" y="2459736"/>
            <a:ext cx="1600200" cy="493776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79392" y="2459736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79592" y="2459736"/>
            <a:ext cx="1600200" cy="493776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79792" y="2459736"/>
            <a:ext cx="1600200" cy="493776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" y="31729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79192" y="3172968"/>
            <a:ext cx="1600200" cy="493776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79392" y="3172968"/>
            <a:ext cx="16002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79392" y="3172968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79592" y="3172968"/>
            <a:ext cx="1600200" cy="493776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79592" y="3172968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79792" y="3172968"/>
            <a:ext cx="1600200" cy="493776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" y="388620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79192" y="3886200"/>
            <a:ext cx="1600200" cy="493776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79392" y="3886200"/>
            <a:ext cx="1600200" cy="493776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79592" y="3886200"/>
            <a:ext cx="16002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79592" y="388620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79792" y="3886200"/>
            <a:ext cx="1600200" cy="493776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79792" y="388620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67512" y="4599432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679192" y="4599432"/>
            <a:ext cx="1600200" cy="493776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79392" y="4599432"/>
            <a:ext cx="1600200" cy="493776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79592" y="4599432"/>
            <a:ext cx="1600200" cy="493776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79792" y="4599432"/>
            <a:ext cx="16002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79792" y="4599432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79492" y="2953512"/>
            <a:ext cx="2880360" cy="932688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679692" y="3666744"/>
            <a:ext cx="1280160" cy="219456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67512" y="55046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41832" y="559612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dp[1][2] = 4+1 = 5      dp[2][3] = 1+2 = 3      dp[3][4] = 2+3 = 5      opt = i untuk semuanya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" y="59436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selang berpanjang dua hanya ada satu titik pecah, jadi opt[i][i+1] selalu i. Ini kasus dasar yang memulai monotonisitasnya.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Selang Berpanjang Tiga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sini titik pecah mulai berbeda-beda, dan nilainya sudah dibatasi oleh opt tetangganya.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67919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 minimum dp[i][j]   —   tumpukan a = [4, 1, 2, 3]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679192" y="2167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=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279392" y="2167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=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879592" y="2167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=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479792" y="2167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= 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79192" y="2459736"/>
            <a:ext cx="16002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79192" y="2459736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79392" y="2459736"/>
            <a:ext cx="16002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79392" y="2459736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79592" y="2459736"/>
            <a:ext cx="1600200" cy="493776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79592" y="2459736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79792" y="2459736"/>
            <a:ext cx="1600200" cy="493776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" y="31729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79192" y="3172968"/>
            <a:ext cx="1600200" cy="493776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79392" y="3172968"/>
            <a:ext cx="16002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79392" y="3172968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79592" y="3172968"/>
            <a:ext cx="16002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79592" y="3172968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79792" y="3172968"/>
            <a:ext cx="1600200" cy="493776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79792" y="3172968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" y="388620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679192" y="3886200"/>
            <a:ext cx="1600200" cy="493776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79392" y="3886200"/>
            <a:ext cx="1600200" cy="493776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79592" y="3886200"/>
            <a:ext cx="16002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879592" y="388620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79792" y="3886200"/>
            <a:ext cx="16002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79792" y="388620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" y="4599432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679192" y="4599432"/>
            <a:ext cx="1600200" cy="493776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79392" y="4599432"/>
            <a:ext cx="1600200" cy="493776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79592" y="4599432"/>
            <a:ext cx="1600200" cy="493776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79792" y="4599432"/>
            <a:ext cx="16002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79792" y="4599432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 flipH="1" flipV="1">
            <a:off x="6359652" y="2459736"/>
            <a:ext cx="1920240" cy="1207008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67512" y="55046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41832" y="559612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dp[1][3] = min(0+3, 5+0) + 7 = 10, opt = 1        dp[2][4] = min(0+5, 3+0) + 6 = 9, opt = 3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941832" y="59436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opt[1][3] = 1 sedangkan opt[2][4] = 3. Keduanya nanti menjadi batas bawah dan batas atas untuk mengisi dp[1][4].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Batas k Menyempit Drastis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dp[1][4], k tidak dicoba dari 1 sampai 3 — hanya dari opt[1][3] sampai opt[2][4].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67919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 minimum dp[i][j]   —   tumpukan a = [4, 1, 2, 3]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679192" y="2167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=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279392" y="2167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=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879592" y="2167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=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479792" y="2167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= 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79192" y="2459736"/>
            <a:ext cx="16002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79192" y="2459736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79392" y="2459736"/>
            <a:ext cx="16002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79392" y="2459736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79592" y="2459736"/>
            <a:ext cx="1600200" cy="493776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79592" y="2459736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79792" y="2459736"/>
            <a:ext cx="1600200" cy="493776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79792" y="2459736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19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1729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79192" y="3172968"/>
            <a:ext cx="1600200" cy="493776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79392" y="3172968"/>
            <a:ext cx="16002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79392" y="3172968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79592" y="3172968"/>
            <a:ext cx="16002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79592" y="3172968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79792" y="3172968"/>
            <a:ext cx="1600200" cy="493776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79792" y="3172968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" y="388620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79192" y="3886200"/>
            <a:ext cx="1600200" cy="493776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79392" y="3886200"/>
            <a:ext cx="1600200" cy="493776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79592" y="3886200"/>
            <a:ext cx="16002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879592" y="388620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479792" y="3886200"/>
            <a:ext cx="16002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79792" y="388620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67512" y="4599432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679192" y="4599432"/>
            <a:ext cx="1600200" cy="493776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79392" y="4599432"/>
            <a:ext cx="1600200" cy="493776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79592" y="4599432"/>
            <a:ext cx="1600200" cy="493776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79792" y="4599432"/>
            <a:ext cx="16002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79792" y="4599432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 flipV="1">
            <a:off x="6679692" y="2459736"/>
            <a:ext cx="1280160" cy="493776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8279892" y="2459736"/>
            <a:ext cx="914" cy="1207008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67512" y="55046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41832" y="559612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= opt[1][3] = 1      hi = opt[2][4] = 3      dp[1][4] = 0 + 9 + 10 = 19, opt = 1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41832" y="59436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contoh sekecil ini penghematannya belum terasa. Untuk n = 5000, inilah yang mengubah 1.25 x 10^11 operasi menjadi 2.5 x 10^7.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bentuk untuk dua bentuk rekurens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Syaratnya Berlaku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cukupnya bernama pertidaksamaan segi empat. Untuk biaya berupa jumlah selang, kode ini membuktikan tidak ada satu pun pelanggaran.</a:t>
            </a:r>
            <a:endParaRPr lang="en-US" sz="1300" dirty="0"/>
          </a:p>
        </p:txBody>
      </p:sp>
      <p:pic>
        <p:nvPicPr>
          <p:cNvPr id="4" name="Image 0" descr="/tmp/ppt/imgs/c44_15_2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8727" y="1993392"/>
            <a:ext cx="4184091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biaya berupa jumlah selang, kedua ruas pertidaksamaannya bahkan SAMA PERSIS, jadi syaratnya otomatis terpenuhi. Itulah alasan soal merge stones dan sejenisnya selalu bisa dipercepat dengan Knuth.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 C(i,j) = jumlah a[i..j] selalu memenuhi kedua syarat.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Begitu juga kuadrat jumlah dan banyaknya pasangan di dalam selang.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kontes jangan buktikan manual — jalankan pemeriksa seperti ini.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ada pelanggaran, pakai divide and conquer optimization atau CHT.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Knuth Optimization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23 dan 24: kedua batas k diambil dari sel yang SUDAH terisi.</a:t>
            </a:r>
            <a:endParaRPr lang="en-US" sz="1300" dirty="0"/>
          </a:p>
        </p:txBody>
      </p:sp>
      <p:pic>
        <p:nvPicPr>
          <p:cNvPr id="4" name="Image 0" descr="/tmp/ppt/imgs/c44_16_28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1302" y="1755648"/>
            <a:ext cx="3561779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dasar: selang tunggal berbiaya nol, dan titik pecahnya dirinya sendiri.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Pengisian tetap berdasarkan PANJANG selang, sama seperti range DP biasa.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bawah diambil dari selang yang sama tetapi lebih pendek di kanan.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atas diambil dari selang yang sama panjangnya, digeser satu ke kanan.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k hanya berjalan di antara kedua batas itu — bukan dari i sampai j-1.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opt[i][j] wajib dicatat, karena ia menjadi batas bagi sel berikutnya.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Divide &amp; Conquer Optimization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rekurensnya berbeda: satu lapis i hanya bergantung pada lapis i-1.</a:t>
            </a:r>
            <a:endParaRPr lang="en-US" sz="1300" dirty="0"/>
          </a:p>
        </p:txBody>
      </p:sp>
      <p:pic>
        <p:nvPicPr>
          <p:cNvPr id="4" name="Image 0" descr="/tmp/ppt/imgs/c44_17_2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0298" y="1755648"/>
            <a:ext cx="2940948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 rekursi memakai best sebagai batas: yang kiri sebagai batas atas, yang kanan sebagai batas bawah. Di situlah pemangkasannya terjadi.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415284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287268"/>
            <a:ext cx="3182112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Dipakai ketika DP-nya berlapis, bukan berbentuk selang.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038219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3910203"/>
            <a:ext cx="3182112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tingkat rekursi menyentuh total O(n) nilai k.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661154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533138"/>
            <a:ext cx="3182112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Kedalamannya log n, jadi O(n log n) per lapis.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284089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156073"/>
            <a:ext cx="3182112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k lapis, totalnya O(k n log n).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Knuth tanpa memeriksa monotonisitas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opt tidak monoton, hasilnya salah tanpa peringatan apa pun. Cetak tabel opt dari versi lambat untuk n kecil lebih dulu.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k keluar dari jangkauan yang sah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bungkus dengan max(i, lo) dan min(j-1, hi). Tanpa itu, k bisa menunjuk sel yang belum terisi.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mencatat opt[i][j]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 bukan sekadar catatan tambahan — ia menjadi batas bagi sel berikutnya. Melupakannya membuat pemangkasannya tidak bekerja.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Salah memilih di antara ketiga optimasi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CHT untuk suku berbentuk garis, D&amp;C untuk DP berlapis, Knuth untuk range DP. Kenali dari bentuk rekurensnya, bukan dari cerita soalnya.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Tumpukan Batu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n tumpukan batu berjajar. Setiap langkah kamu boleh menggabungkan dua tumpukan yang BERSEBELAHAN, dengan biaya sebesar jumlah kedua tumpukan itu. Cari total biaya terkecil untuk menggabungkan semuanya menjadi satu tumpukan.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8463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5000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a[i]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perlu long long</a:t>
            </a:r>
            <a:endParaRPr lang="en-US" sz="1200" dirty="0"/>
          </a:p>
        </p:txBody>
      </p:sp>
      <p:pic>
        <p:nvPicPr>
          <p:cNvPr id="9" name="Image 0" descr="/tmp/ppt/imgs/c44_20_29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7899" y="1280160"/>
            <a:ext cx="203508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28 dan 29: kedua batas k diambil dari opt yang sudah dihitung sebelumnya.</a:t>
            </a:r>
            <a:endParaRPr lang="en-US" sz="1300" dirty="0"/>
          </a:p>
        </p:txBody>
      </p:sp>
      <p:pic>
        <p:nvPicPr>
          <p:cNvPr id="4" name="Image 0" descr="/tmp/ppt/imgs/c44_21_2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0389" y="1755648"/>
            <a:ext cx="2600765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5000, versi O(n³) butuh sekitar 1.25 x 10^11 operasi — mustahil. Dengan Knuth turun menjadi 2.5 x 10^7, jauh di bawah satu detik.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630168"/>
            <a:ext cx="82296" cy="8229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502152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membuat C(i,j) dihitung dalam O(1).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199382"/>
            <a:ext cx="82296" cy="8229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071366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dasar mengisi diagonal dan opt-nya sekaligus.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768596"/>
            <a:ext cx="82296" cy="8229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640580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max dan min menjaga k tetap di dalam [i, j-1].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37810"/>
            <a:ext cx="82296" cy="8229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09794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dp berukuran 5000 x 5000 long long — sekitar 200 MB, periksa batas memorinya.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memakai Knuth; tiga berikutnya memakai divide and conquer optimization.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UVa 10003 — Cutting Sticks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Knuth pada pemotongan batang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ACM Optimal Binary Search 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Knuth klasik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321E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D&amp;C optimization pada pembagian kelompok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868F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D&amp;C optimization dengan biaya bergerak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IOI 2014 — Holiday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D&amp;C optimization pada perjalanan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DP-nya tidak berubah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dipangkas hanyalah jangkauan k yang perlu dicoba. Kebenarannya tetap, hanya kecepatannya yang naik satu tingkat.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 yang monoton adalah syarat mutlak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pecah terbaik tidak pernah mundur saat jendela melebar. Tanpa sifat itu, kedua optimasi memberi jawaban salah tanpa peringatan.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 monotonisitasnya secara empiris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tabel opt dari versi O(n³) untuk n kecil. Cara ini sah, cepat, dan sangat umum dipakai di kontes.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Knuth untuk range DP, D&amp;C untuk DP berlapis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bentuk rekurensnya: dp[i][k] + dp[k+1][j] berarti Knuth; dp[i-1][k] + C(k,j) berarti divide and conquer.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2026-09-05T08:51:32Z</dcterms:created>
  <dcterms:modified xsi:type="dcterms:W3CDTF">2026-09-05T08:51:32Z</dcterms:modified>
</cp:coreProperties>
</file>