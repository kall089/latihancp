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DP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array, penekanan dimensi, dan kapan tidak boleh dipakai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memori: membuang bagian tabel yang tidak dipakai lagi.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deret panjang di papan tulis kecil. Setelah menulis baris ke-10, baris ke-1 sampai ke-8 sudah tidak diperlukan — hapus saja.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array: bila baris i hanya butuh baris i-1, cukup simpan dua baris.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Bahkan kadang cukup satu baris, asalkan kamu menimpanya dari arah yang benar.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satu dimensi: loop kapasitas MENURUN agar nilai lama tidak tertimpa terlalu awal.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unbounded knapsack justru sebaliknya — kamu MEMANG ingin memakai nilai yang baru ditulis.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kapasitas MENAIK. Arahnya yang membedakan kedua jenis knapsack.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dihapus, kamu tidak bisa lagi menelusuri kembali bagaimana hasilnya terbentuk.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Memadatkan tabel menghilangkan kemampuan rekonstruksi jalur.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arah loop adalah yang paling sering keliru: 0-1 knapsack MENURUN, unbounded MENAIK.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DP memangkas tabel yang besar menjadi beberapa baris atau bahkan beberapa variabel, tanpa mengubah jawabannya.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adalah teknik utamanya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baris i hanya butuh baris i-1, kamu cukup menyimpan dua baris dan menukarnya bergantian. Memorinya turun dari O(n x m) menjadi O(m).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Kadang satu baris pun cukup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0-1 knapsack, satu baris sudah cukup asalkan loop kapasitas berjalan menurun. Arah loop inilah yang menjaga agar satu benda tidak terpakai dua 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Harganya: jejak hilang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dipadatkan, kamu tidak bisa lagi merekonstruksi jalurnya dari tabel. Putuskan lebih dulu apakah rekonstruksi diperlukan.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Kadang memori adalah satu-satunya masalah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soal yang waktunya cukup tetapi memorinya tidak. Mengenali situasi ini menghemat banyak waktu daripada mencari algoritma yang lebih cepat.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batas memori pada soal, bukan hanya batas waktu.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penuhnya melebihi batas memori, biasanya di atas sekitar 256 MB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hanya melihat satu atau dua lapis sebelumnya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hanya meminta nilai akhir, bukan susunan jawabannya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Ingin mempercepat karena tabel yang lebih kecil lebih ramah cache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rekonstruksi jalur — simpan tabel penuh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melompat jauh ke belakang, misalnya butuh baris i-10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Memorinya sudah cukup; memadatkan hanya menambah risiko salah arah loop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yang paling sering keliru: 0-1 knapsack loop kapasitas MENURUN, unbounded knapsack loop kapasitas MENAIK. Hafalkan beserta alasannya.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(Day 145)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 (Day 150)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DP dasar (Day 154)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bitset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DP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dan pemadatan tabel tanpa mengubah jawaban.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sering sekaligus mempercepat program, karena tabel kecil lebih sering berada di cache prosesor.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Memori Bisa Meledak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Kebutuhan Memori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Dua Baris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Satu Baris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Menekan Jadi Variabel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&amp; Tipe Data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Tidak Boleh Dipakai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Memori Bisa Meledak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menyimpan seluruh state, dan jumlah state tumbuh cepat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Skala Masalahnya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dengan n = 1000 dan W = 100.000. Batas memori biasanya 256 MB.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2D long long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02152" y="2194560"/>
            <a:ext cx="6583680" cy="384048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77272" y="2194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800 MB  -  MLE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2615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1001 x 100001 sel, masing-masing 8 byte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081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2D 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02152" y="3063240"/>
            <a:ext cx="3291840" cy="384048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85432" y="3063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400 MB  -  MLE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34838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masih terlalu besar meski tipenya dikecilkan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baris long long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02152" y="3931920"/>
            <a:ext cx="22860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22192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1,6 MB  -  AC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43525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menyimpan baris sekarang dan sebelumnya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" y="4818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baris long long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02152" y="4800600"/>
            <a:ext cx="228600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822192" y="4800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0,8 MB  -  AC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52212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untuk knapsack dengan loop mundur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Menghitung Sebelum Menulis Kode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ini di kertas, sebelum mengetik. Lima detik yang menghemat banyak waktu.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= (jumlah state) × (ukuran tipe data). int 4 byte, long long 8 byte, bool 1 byte, double 8 byte.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cepat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dp[1000][100000] bertipe long long = 10^8 sel × 8 byte = 800 MB. Jelas melebihi batas.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Patokan aman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256 MB kira-kira setara 3 × 10^7 long long, atau 6 × 10^7 int. Di atas itu, cari cara menekan.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lupa struktur lain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input, vector tambahan, dan tabel bantu juga memakan memori. Sisakan ruang.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Peringatan alokasi lokal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besar sebaiknya global atau dialokasikan dengan vector. Array lokal berukuran besar di dalam fungsi bisa menabrak batas stack.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Tingkat Penekanan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dua baris sampai dua variabel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 — Dua Baris Bergantian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bila baris i membaca baris i−1 pada kolom mana pun, seperti pada LCS dan edit distance.</a:t>
            </a:r>
            <a:endParaRPr lang="en-US" sz="1300" dirty="0"/>
          </a:p>
        </p:txBody>
      </p:sp>
      <p:pic>
        <p:nvPicPr>
          <p:cNvPr id="4" name="Image 0" descr="/tmp/ppt/imgs/c27_11_1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5200" y="1755648"/>
            <a:ext cx="617855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 — Satu Baris dengan Loop Mundur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bila baris i hanya membaca kolom yang lebih kecil, seperti pada knapsack.</a:t>
            </a:r>
            <a:endParaRPr lang="en-US" sz="1300" dirty="0"/>
          </a:p>
        </p:txBody>
      </p:sp>
      <p:pic>
        <p:nvPicPr>
          <p:cNvPr id="4" name="Image 0" descr="/tmp/ppt/imgs/c27_12_1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1006" y="1755648"/>
            <a:ext cx="8146940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Satu Baris, Semuanya Nol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array sepanjang kapasitas + 1. Tidak ada dimensi barang sama sekali.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46704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46704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46704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54296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54296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61888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61888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61888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77072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77072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77072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barang: (berat 2, nilai 3) dan (berat 3, nilai 4)      kapasitas 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dua dimensi butuh 3 x 6 = 18 sel. Versi satu dimensi hanya 6. Pada soal nyata selisihnya bisa ratusan megabyte.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Barang Pertama, Loop Mundur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berjalan dari j = 5 turun ke j = 2. Setiap sel membaca sel di kirinya yang masih berisi nilai LAMA.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46704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46704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46704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54296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54296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61888" y="2395728"/>
            <a:ext cx="12344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61888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61888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77072" y="2395728"/>
            <a:ext cx="12344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77072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77072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5:  dp[5] = max(0, dp[3] + 3) = 3        dp[3] masih bernilai lama, yaitu 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arah mundur, dp[3] belum sempat diperbarui pada putaran ini. Itulah yang menjaga setiap barang hanya terpakai sekali.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Barang Kedua, dan Kenapa Arahnya Penting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akhirnya sama persis dengan versi dua dimensi, tetapi hanya memakai satu baris.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46704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46704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46704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54296" y="2395728"/>
            <a:ext cx="12344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54296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61888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61888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61888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77072" y="2395728"/>
            <a:ext cx="12344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77072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77072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5:  dp[5] = max(3, dp[2] + 4) = max(3, 7) = 7      barang 1 dan 2 dipakai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loopnya MAJU, barang pertama saja sudah memberi dp = [0, 0, 3, 3, 6, 6] — barang yang sama terpakai dua kali. Arah mundur itu bukan gaya penulisan, melainkan syarat kebenaran.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3 — Beberapa Variabel Saja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pada DP 1D yang hanya melihat satu atau dua langkah ke belakang.</a:t>
            </a:r>
            <a:endParaRPr lang="en-US" sz="1300" dirty="0"/>
          </a:p>
        </p:txBody>
      </p:sp>
      <p:pic>
        <p:nvPicPr>
          <p:cNvPr id="4" name="Image 0" descr="/tmp/ppt/imgs/c27_16_1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507" y="1755648"/>
            <a:ext cx="868593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Tingkat Penekanan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Tentukan dari pola pembacaan transisinya.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10896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Pola transisi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Teknik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Contoh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dari dp[i−1], dp[i−2]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variabel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House Robber, Fibonacci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dp[i][w] dari dp[i−1][w−x]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 baris, loop mundur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0/1 knapsack, subset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dp[i][j] dari dp[i−1][j] dan dp[i][j−1]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baris bergantian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LCS, edit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dp[l][r] dari sub-interval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bisa ditekan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boleh ditekan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apa pun soalnya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dan Tipe Data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lain menekan memori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Tipe yang Tepat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Kadang penekanan terbesar datang dari mengganti tipe data, bukan dari mengubah struktur.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DP boolean, bitset menyimpan satu kemungkinan dalam satu bit — delapan kali lebih hemat dari array bool, sekaligus 64 kali lebih cepat.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DP bernilai kecil, int sudah cukup dan setengah lebih hemat dari long long. Tetapi pastikan tidak ada penjumlahan yang meluap.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407408"/>
            <a:ext cx="4480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bool 1 byte, int 4 byte, long long 8 byte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short dan char bisa dipakai bila jangkauannya jelas kecil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Hati-hati: menghemat tipe tetapi lalu overflow jauh lebih merugikan</a:t>
            </a:r>
            <a:endParaRPr lang="en-US" sz="1250" dirty="0"/>
          </a:p>
        </p:txBody>
      </p:sp>
      <p:pic>
        <p:nvPicPr>
          <p:cNvPr id="6" name="Image 0" descr="/tmp/ppt/imgs/c27_19_1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31192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yang tidak muat di memori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Knapsack Besar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dengan Batas Memori Ketat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barang dengan berat dan nilai, serta tas berkapasitas W. Hitung nilai maksimum yang bisa dibawa.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Batasannya membuat solusi 2D pasti melebihi batas memori.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1148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W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memori 256 MB</a:t>
            </a:r>
            <a:endParaRPr lang="en-US" sz="1200" dirty="0"/>
          </a:p>
        </p:txBody>
      </p:sp>
      <p:pic>
        <p:nvPicPr>
          <p:cNvPr id="9" name="Image 0" descr="/tmp/ppt/imgs/c27_21_1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6147" y="1280160"/>
            <a:ext cx="2978587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 persis knapsack 1D dari Day 145 — yang berubah hanya kesadaran akan memorinya.</a:t>
            </a:r>
            <a:endParaRPr lang="en-US" sz="1300" dirty="0"/>
          </a:p>
        </p:txBody>
      </p:sp>
      <p:pic>
        <p:nvPicPr>
          <p:cNvPr id="4" name="Image 0" descr="/tmp/ppt/imgs/c27_22_1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035" y="1755648"/>
            <a:ext cx="5928315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vector berukuran W+1 yang dialokasikan, bukan tabel n × 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barang tetap di luar, sehingga setiap barang dipertimbangkan tepat sekali.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kapasitas MUNDUR — inilah yang membuat satu baris cukup untuk menggantikan dua baris.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vector, bukan array lokal. Array lokal sebesar ini bisa menabrak batas stack.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Konsekuensinya: daftar barang yang dipilih tidak bisa ditelusuri lagi. Kalau soal memintanya, memori harus dikorbankan.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Tidak Boleh Ditekan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Dan jebakan yang menyertainya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dan Jebakan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teknik ini tidak boleh dipakai, dan kesalahan yang menyertainya.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rekonstruksi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larangan mutlak. Rolling array membuang riwayat yang justru dibutuhkan untuk menelusuri jawaban. Putuskan sejak membaca soal.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melihat lebih dari satu baris ke belakang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dp[i] membaca dp[i−3], simpan empat baris bergantian, bukan dua. Jumlah baris yang disimpan harus sebanyak jangkauan mundur terjauh, ditambah satu.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dp[l][r] membaca sub-interval di mana saja, bukan hanya baris sebelumnya. Tabel n × n tidak bisa ditekan dengan cara ini.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tertukar setelah ditekan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sering. Versi 2D benar, lalu diubah ke 1D dengan loop maju — jawabannya berubah diam-diam menjadi unbounded.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mengosongkan baris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rolling dua baris untuk DP menghitung cara, baris yang akan ditulis ulang harus dikosongkan lebih dulu. Kalau tidak, nilai lama ikut terjumlah.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seluruh solusi 2D dari Day 145 sampai Day 150 menjadi versi hemat memori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 pemakaian memori sebelum dan sesudah untuk setiap solusi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Book Shop — coba versi 2D dan amati MLE-nya, lalu perbaiki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untuk string sepanjang 5.000 — bandingkan versi 2D penuh dan dua baris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dengan S = 10^6 — bandingkan vector&lt;bool&gt; dan bitset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menghitung kebutuhan memori di kertas sebelum menulis kode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memori sebelum mengetik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dikali ukuran tipe data. Batas 256 MB kira-kira 3 × 10^7 long long.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tingkat penekanan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baris bergantian, satu baris dengan loop mundur, atau beberapa variabel saja.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mengunci pilihan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jawabannya harus ditelusuri, memori tidak boleh ditekan.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DP Dasar: merangkum seluruh Day 141 sampai 153.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