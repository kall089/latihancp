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Dynamic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Programming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Substructure, Overlapping Subproblem, dan cara merancang DP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Dynamic programming: menyimpan jawaban agar tidak menghitung dua 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Turis bertanya arah ke seorang penduduk. Besoknya turis lain bertanya hal yang persis sama, dan ia menjelaskan dari awal lagi.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Overlapping subproblems: sub-masalah yang sama muncul berkali-kali pada pohon rekursi.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Akhirnya ia menulis papan petunjuk. Pertanyaan berikutnya cukup dijawab dengan menunjuk papan.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hasil sub-masalah di tabel. Itulah seluruh isi dynamic programming.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Rute terbaik ke ujung kota tersusun dari rute terbaik ke persimpangan sebelumnya. Kalau tidak begitu, papan petunjuknya tidak berguna.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substructure: jawaban terbaik masalah besar tersusun dari jawaban terbaik sub-masalahnya.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harus dipasang berurutan: petunjuk untuk persimpangan jauh baru bisa ditulis setelah yang dekat selesai.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pengisian: state kecil wajib dihitung sebelum state yang membutuhkannya.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 untuk setiap soal DP: apa STATE-nya, apa TRANSISI-nya, apa BASE CASE-nya, dan apa URUTAN pengisiannya.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Dynamic programming adalah cara memecah masalah besar menjadi sub-masalah yang jawabannya disimpan, sehingga tidak ada perhitungan yang diulang.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yang harus dipenuhi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substructure: jawaban terbaik masalah besar tersusun dari jawaban terbaik sub-masalahnya. Overlapping subproblems: sub-masalah yang sama muncul berkali-kali.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komponen setiap solusi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(apa yang harus diingat), TRANSISI (bagaimana state dihitung dari state lain), BASE CASE (nilai awal yang sudah pasti), dan URUTAN (state kecil dihitung lebih dulu).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trik, melainkan cara bertanya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 DP bukan menghafal rumus, melainkan mempersempit pertanyaan sampai jawabannya tunggal untuk setiap keadaan, lalu menyusun jawaban besar dari jawaban-jawaban kecil 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mudah ditebak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DP kira-kira sama dengan banyaknya state dikali biaya satu transisi. Rumus ini dipakai untuk memeriksa apakah rancangan state-mu cukup cepat sebelum kode ditulis.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kapan sebuah soal adalah soal DP adalah setengah dari pekerjaannya.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jumlah maksimum, minimum, atau banyaknya cara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rangkaian keputusan, dan keputusan sekarang memengaruhi pilihan berikutnya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Brute force-nya benar tetapi terlalu lambat karena menghitung hal yang sama berulang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terlihat "aneh kecil", misalnya n &lt;= 100 dengan nilai &lt;= 1000 — itu petunjuk ukuran tabel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pilihan lokal yang bisa dibuktikan selalu benar — greedy lebih pendek dan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Sub-masalahnya tidak pernah berulang — DP hanya menambah beban tanpa manfaat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state-nya terlalu besar untuk disimpan, misalnya melebihi 10^8 entri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cepat: bila kamu bisa menulis rekursi yang benar, dan pemanggilan dengan parameter sama muncul berkali-kali, soal itu adalah DP.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(Day 71)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&amp; bottom-up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Dynamic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Programming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substructure, overlapping subproblems, dan empat komponen perancangan.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kerangka berpikir untuk seluruh 27 hari berikutnya. Setiap soal DP setelah ini akan dibedah memakai empat komponen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Melatarbelakangi DP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Wajib DP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Merancang DP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vs Bottom-Up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Melatarbelakangi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rekursi polos bisa gagal total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Polos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Fibonacci sangat rapi bila ditulis rekursif — tetapi rapi belum tentu cepat.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F(n) = F(n−1) + F(n−2), dengan F(0) = 0 dan F(1) = 1.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di kanan adalah terjemahan langsung dari definisi itu. Benar secara logika, tetapi setiap pemanggilan bercabang menjadi dua pemanggilan baru.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3950208"/>
            <a:ext cx="44805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30 → sekitar 1,6 juta pemanggilan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40 → sekitar 200 juta pemanggilan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50 → sekitar 2 x 10^10, mustahil selesai</a:t>
            </a:r>
            <a:endParaRPr lang="en-US" sz="1250" dirty="0"/>
          </a:p>
        </p:txBody>
      </p:sp>
      <p:pic>
        <p:nvPicPr>
          <p:cNvPr id="6" name="Image 0" descr="/tmp/ppt/imgs/c15_8_1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311" y="1755648"/>
            <a:ext cx="4997529" cy="1871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Selambat Itu?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bukan di kode, melainkan di pohon rekursinya.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84048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08076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377440" y="3337560"/>
            <a:ext cx="146304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840480" y="3337560"/>
            <a:ext cx="128016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22376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32104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463040" y="4251960"/>
            <a:ext cx="91440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77440" y="4251960"/>
            <a:ext cx="73152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448056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12064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824728" y="19110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1911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6500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140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214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37398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6772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6772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6228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6228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0700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0700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529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529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245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245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0468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55046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merah = sub-masalah yang SUDAH pernah dihitung. Untuk n = 50, pengulangan ini menjadi sekitar 2^50 pemanggilan.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" y="2029968"/>
            <a:ext cx="1920240" cy="82296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21031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dari 4 simpul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bawah adalah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pengulangan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Pohon Rekursi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pengamatan yang menjelaskan seluruh ide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pohon sekitar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mengurangi n sebesar 1 atau 2, jadi tinggi pohonnya kira-kira n tingkat.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bercabang dua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simpul tumbuh sebagai 2^n. Inilah sumber kelambatannya.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nilai yang berbeda hanya n+1 buah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Yaitu F(0) sampai F(n). Artinya sebagian besar pemanggilan itu menghitung ulang hal yang sama persis.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setiap nilai cukup dihitung sekali lalu disimpan, waktu turun dari 2^n menjadi n. Itulah dynamic programming.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Wajib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hanya bekerja bila keduanya terpenuhi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 kode, pastikan soalnya memenuhi kedua syarat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Optimal Substructure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optimal masalah besar tersusun dari jawaban optimal masalah kecil. Contoh: jalur terpendek dari A ke C yang melewati B pasti terdiri dari jalur terpendek A→B ditambah jalur terpendek B→C. Kalau bukan yang terpendek, kita bisa menggantinya dan mendapat hasil lebih baik — kontradiksi.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Overlapping Subproblem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Sub-masalah yang sama muncul berkali-kali. Pada fib(5), sub-masalah fib(3) muncul 2 kali, fib(2) muncul 3 kali, dan fib(1) muncul 5 kali. Menyimpan hasilnya jelas menguntungkan.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syarat 2 tidak terpenuhi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Berarti bukan DP, melainkan divide and conquer biasa. Merge sort memecah array menjadi dua bagian yang tidak pernah beririsan, jadi tidak ada yang bisa disimpan ulang.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syarat 1 tidak terpenuhi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Contohnya jalur TERPANJANG pada graf berarah bersiklus. Menyambung dua jalur terpanjang bisa menghasilkan jalur yang mengunjungi simpul dua kali, sehingga tidak valid.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Merancang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yang berlaku untuk semua soal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Berpikir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keempatnya di kertas sebelum menyentuh keyboard. Ini menghemat jauh lebih banyak waktu daripada langsung mengetik.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313432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313432"/>
            <a:ext cx="2487168" cy="5029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harus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diingat?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9544" y="2999232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813816" y="3813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38728" y="2313432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38728" y="2313432"/>
            <a:ext cx="2487168" cy="5029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85032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state mana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state ini?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999232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85032" y="3813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f(dp[i-1])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9944" y="2313432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2313432"/>
            <a:ext cx="2487168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6248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56248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yang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 pasti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51976" y="2999232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556248" y="3813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2313432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2313432"/>
            <a:ext cx="2487168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27464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27464" y="2770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427464" y="3081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kecil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dulu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427464" y="3813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→ 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" y="4325112"/>
            <a:ext cx="10853928" cy="56692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32511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= (jumlah state)  ×  (biaya satu transisi).   Kalau hasilnya di bawah 10^8, solusi kamu aman.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Menerapkan Empat Langkah pada Fibonacci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keempat langkah tadi muncul satu per satu pada soal yang paling sederhana.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nilai Fibonacci ke-i. Satu angka i sudah cukup mendeskripsikan sub-masalah, jadi state-nya satu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dp[i−1] + dp[i−2]. Berasal langsung dari definisi soal.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0 dan dp[1] = 1. Dua nilai ini tidak dihitung, melainkan diberikan.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i = 2 menaik sampai n. Saat menghitung dp[i], nilai dp[i−1] dan dp[i−2] dijamin sudah terisi.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= n+1, biaya satu transisi = O(1). Total O(n) waktu dan O(n) memori — bisa ditekan menjadi O(1) memori.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tabel dp untuk n = 7, satu sel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sel pertama diisi langsung dari definisi soal, tanpa perhitungan.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   dp[1] = 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adalah satu-satunya nilai yang tidak berasal dari transisi.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Menghitung dp[2]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membaca dua sel di sebelah kirinya yang sudah pasti benar.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04872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92424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 = dp[1] + dp[0] = 1 + 0 = 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kita tidak pernah memanggil ulang fungsi. Nilainya tinggal dibaca.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Lanjut ke Kanan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sama diulang. Setiap sel dihitung tepat sekali.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67528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55080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dp[5] = dp[4] + dp[3] = 3 + 2 = 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sini sudah 6 sel terisi, dan totalnya baru 6 operasi penjumlahan.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tabel terisi. Jawaban ada di sel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2984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0536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053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42632" y="2286000"/>
            <a:ext cx="197510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330184" y="2084832"/>
            <a:ext cx="98755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dp[7] = dp[6] + dp[5] = 8 + 5 = 13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8 sel, 6 penjumlahan. Bandingkan dengan 41 pemanggilan pada rekursi polos untuk n = 7.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Penulisan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sama, arah berpikir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Perhitungan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bertanya dari atas ke bawah. Bottom-up menjawab dari bawah ke 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84248"/>
            <a:ext cx="5394960" cy="3200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84248"/>
            <a:ext cx="5394960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" y="21854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 (memoisasi)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87552" y="269748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73352" y="3063240"/>
            <a:ext cx="914" cy="9144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542032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besar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7552" y="3172968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172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f(4)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673352" y="3538728"/>
            <a:ext cx="914" cy="9144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42032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" y="3648456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3648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f(3)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73352" y="4014216"/>
            <a:ext cx="914" cy="9144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542032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" y="4123944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f(2)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542032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47274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turun, hasil disimpan di cache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1984248"/>
            <a:ext cx="5394960" cy="3200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1984248"/>
            <a:ext cx="5394960" cy="5029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01384" y="21854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 (tabulasi)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65392" y="2697480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539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51192" y="3063240"/>
            <a:ext cx="914" cy="91440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119872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kecil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65392" y="3172968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65392" y="3172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51192" y="3538728"/>
            <a:ext cx="914" cy="91440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8119872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65392" y="3648456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65392" y="3648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dp[2]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51192" y="4014216"/>
            <a:ext cx="914" cy="91440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119872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65392" y="4123944"/>
            <a:ext cx="13716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65392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dp[3]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119872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65392" y="47274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diisi berurutan, tanpa rekursi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Keduanya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O(n). Pilih yang lebih mudah kamu tulis dengan benar.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— memoisasi</a:t>
            </a:r>
            <a:endParaRPr lang="en-US" sz="1350" dirty="0"/>
          </a:p>
        </p:txBody>
      </p:sp>
      <p:pic>
        <p:nvPicPr>
          <p:cNvPr id="5" name="Image 0" descr="/tmp/ppt/imgs/c15_23_1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8" y="2157984"/>
            <a:ext cx="4970853" cy="40965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— tabulasi</a:t>
            </a:r>
            <a:endParaRPr lang="en-US" sz="1350" dirty="0"/>
          </a:p>
        </p:txBody>
      </p:sp>
      <p:pic>
        <p:nvPicPr>
          <p:cNvPr id="7" name="Image 1" descr="/tmp/ppt/imgs/c15_23_1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45343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Praktis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nyata dari pengujian, bukan sekadar notasi kompleksitas.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6243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 polos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Top-down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+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bisa jadi 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= 45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~30 detik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Risiko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stack overflow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Menerapkan seluruh kerangka pada soal utuh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1 — Fibonacci ke-n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Fibonacci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bilangan bulat n. Hitung bilangan Fibonacci ke-n, dengan F(0) = 0, F(1) = 1, dan F(i) = F(i−1) + F(i−2) untuk i ≥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36576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n ≤ 90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dijamin muat dalam long long</a:t>
            </a:r>
            <a:endParaRPr lang="en-US" sz="1200" dirty="0"/>
          </a:p>
        </p:txBody>
      </p:sp>
      <p:pic>
        <p:nvPicPr>
          <p:cNvPr id="9" name="Image 0" descr="/tmp/ppt/imgs/c15_26_1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496" y="1280160"/>
            <a:ext cx="1959888" cy="43995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Contoh Soal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empat langkah tadi muncul langsung sebagai baris kode.</a:t>
            </a:r>
            <a:endParaRPr lang="en-US" sz="1300" dirty="0"/>
          </a:p>
        </p:txBody>
      </p:sp>
      <p:pic>
        <p:nvPicPr>
          <p:cNvPr id="4" name="Image 0" descr="/tmp/ppt/imgs/c15_27_1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40940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— vector dp berukuran n+1. Indeks i mewakili sub-masalah “berapa F(i)”.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— dp[0] dan dp[1] diberi nilai langsung. Penjagaan if (n &gt;= 1) mencegah akses di luar array saat n = 0.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 — loop menaik dari 2, memastikan dp[i-1] dan dp[i-2] sudah terisi.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— satu baris, persis seperti rumus soal.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long long? F(90) sudah sekitar 2,8 × 10^18, hampir menyentuh batas atas long long.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jebakan yang paling sering terjadi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tidak menimbulkan error, hanya membuat jawabannya salah diam-diam.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kurang lengkap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dengan pertanyaan ini: dari nilai state saja, tanpa melihat riwayat, cukupkah untuk menentukan langkah berikutnya? Kalau tidak, tambah satu dimensi. Gejalanya: jawaban benar untuk kasus kecil, salah untuk kasus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reset antar testcase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memo atau dp masih menyimpan nilai testcase sebelumnya. Gejalanya khas: testcase pertama benar, sisanya salah. Selalu memset di awal setiap solve().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Bottom-up membaca dp yang belum diisi, atau membaca nilai yang sudah tertimpa. Periksa: setiap dp[x] hanya boleh membaca state yang lebih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sentinel bentrok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−1 sebagai penanda “belum dihitung” padahal jawaban sebenarnya bisa −1. Gunakan array bool terpisah seperti pada contoh top-down di atas.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Untuk setiap soal, tulis dulu empat langkahnya di kertas.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Fibonacci ke-n dengan modulo 10^9+7, n sampai 10^6 — versi top-down dan bottom-up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Climbing stairs: berapa cara menaiki n anak tangga dengan langkah 1 atau 2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Tribonacci: F(i) = F(i−1) + F(i−2) + F(i−3) — ubah state dan base case-nya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solusi Fibonacci menjadi O(1) memori dengan dua variabel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Dice Combinations — persiapan untuk Day 143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rekursi polos dan DP untuk n = 40, catat hasilnya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= jangan hitung dua 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hasil setiap sub-masalah, lalu baca ulang saat dibutuhkan.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dua syarat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 dan overlapping subproblem. Kalau tidak berulang, cukup rekursi biasa.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base case, urutan evaluasi. Selalu dalam urutan itu, selalu di kertas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= state × transisi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dulu sebelum menulis kode, supaya tahu apakah akan lolos batas waktu.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vs bottom-up secara mendalam, cara mendesain state, dan rolling array.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2026-09-03T02:51:29Z</dcterms:created>
  <dcterms:modified xsi:type="dcterms:W3CDTF">2026-09-03T02:51:29Z</dcterms:modified>
</cp:coreProperties>
</file>