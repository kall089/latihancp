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Terpadu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Menengah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soal gabungan yang menguji seluruh materi Day 155–166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Competitive Programming · Day 167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167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terpadu: soal tanpa label.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kontes tidak ada yang memberi tahu "ini soal digit DP". Kamu harus mengenalinya sendiri dari pernyataan dan batasannya.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5346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dilatih di sini adalah pengenalan pola, bukan penulisan kode.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958084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958084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Batasan soal adalah petunjuk paling jujur: n &lt;= 20 mengarah ke bitmask, nilai sampai 10^18 dengan syarat digit mengarah ke digit DP.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23469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958084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958084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Baca batasan sebelum membaca cerita soalnya. Sering di situ jawabannya sudah tersirat.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639312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639312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rancangan pertamamu salah, catat APA yang membuatnya salah. Catatan itu lebih berharga daripada jawaban benar sekali jalan.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91591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639312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639312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state adalah bagian normal dari proses. Yang penting adalah memahami penyebabnya.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20540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20540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Beri batas waktu untuk diri sendiri, seperti di kontes sungguhan.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59714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20540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20540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30 menit per soal. Bila buntu, baca petunjuknya saja — jangan langsung ke kode lengkapnya.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2760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276088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5422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56601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buntu, kembali ke pertanyaan dasar: informasi apa yang harus saya ingat agar bisa memutuskan langkah berikutnya?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Hari latihan terpadu. Soal-soal di sini sengaja tidak diberi label, sehingga kamu berlatih mengenali polanya sendiri.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dilatih adalah pengenalan pola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kontes, tidak ada yang memberi tahu bahwa sebuah soal adalah digit DP atau DP bitmask. Kemampuan mengenalinya jauh lebih menentukan daripada kemampuan menulis kodenya.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Batasan soal adalah petunjuk utama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&lt;= 20 mengarah ke bitmask; nilai sampai 10^18 dengan syarat digit mengarah ke digit DP; struktur pohon mengarah ke DP pohon.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komponen tetap alatnya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Berapa pun rumitnya soal, tuliskan STATE, TRANSISI, BASE CASE, dan URUTAN sebelum mengetik. Kebiasaan ini yang membedakan pengerjaan terarah dari coba-coba.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adalah bagian dari latihan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rancangan state pertamamu salah, catat apa yang membuatnya salah. Catatan itu jauh lebih berharga daripada jawaban yang benar sekali jalan.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setelah seluruh materi Day 155 sampai 166 selesai dibaca.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seluruh pola DP menengah sudah dipelajari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menguji apakah kamu bisa mengenali pola tanpa diberi tahu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Sebagai simulasi kontes dengan batas waktu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menemukan pola mana yang masih lemah dan perlu diulang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2340864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Sebagai pengenalan materi baru — kerjakan setelah teorinya selesai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Dengan langsung melihat pembahasan; beri dirimu waktu berpikir lebih dulu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berlatih yang paling efektif: beri batas waktu 30 menit per soal. Bila belum ketemu, baca petunjuknya saja — jangan langsung ke kode lengkapnya.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Day 155 sampai Day 166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0" name="Shape 8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Review DP menengah (Day 168)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Optimasi DP lanjut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Range queries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9" name="Shape 17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Terpadu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Menengah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tanpa label, untuk melatih pengenalan pola.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sebuah soal terasa buntu, kembalilah ke pertanyaan dasar: informasi apa yang harus saya ingat agar bisa memutuskan langkah berikutnya?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Membaca Soal DP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Checklist Sebelum Coding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1 — Dimensi Tambahan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2 — DP + Struktur Data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3 — Tree DP Dua State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4 — Digit DP Ganda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5 — Bitmask Partisi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Strategi Kontes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Membaca Soal DP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pertanyaan yang menentukan seluruh pendekatan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Membaca Batasan Lebih Dulu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memahami ceritanya, lihat angkanya. Batasan sering langsung memberi tahu teknik yang dimaksud.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≤ 20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Hampir pasti bitmask. Ukuran state 2^n masih muat, dan tidak ada algoritma polinomial yang wajar untuk n sekecil itu.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≤ 500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O(n³) masih lolos. Ini petunjuk kuat untuk Range DP atau DP dengan tiga loop bersarang.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≤ 5.000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O(n²) aman. Cocok untuk DP dua string, LIS versi sederhana, atau knapsack dengan kapasitas kecil.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≤ 10^6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Harus O(n) atau O(n log n). Biasanya DP 1D, atau DP dengan struktur data untuk mempercepat transisinya.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sampai 10^18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soalnya tentang digit, hampir pasti digit DP. Bila tentang rekurens linear, pakai matrix exponentiation.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Checklist Sebelum Coding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Checklist ini bisa dijalankan, bukan sekadar dibaca. Masukkan angka soalnya, dan biarkan kode yang memvonis rancanganmu.</a:t>
            </a:r>
            <a:endParaRPr lang="en-US" sz="1300" dirty="0"/>
          </a:p>
        </p:txBody>
      </p:sp>
      <p:pic>
        <p:nvPicPr>
          <p:cNvPr id="4" name="Image 0" descr="/tmp/ppt/imgs/c41_9_26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8444" y="1993392"/>
            <a:ext cx="5224657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contoh, tiga vonis berbeda: yang pertama kehabisan memori, yang ketiga kehabisan waktu, hanya yang kedua aman. Ketiganya terlihat masuk akal sebelum dihitung.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867912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739896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Knapsack besar hampir selalu butuh optimasi memori satu baris.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377690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249674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bitmask n=20 dengan transisi n sudah di ambang batas waktu.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887468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759452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praktis: 2 x 10^8 operasi sederhana, 256 MB memori.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97246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69230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Jalankan checklist ini SEBELUM mengetik, bukan setelah kena TLE.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1 — Dimensi Tambahan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Coin change dengan batas jumlah koin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1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Coin Change dengan Batas Koin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n jenis koin dan sebuah nominal target. Setiap jenis koin tersedia tanpa batas, tetapi total koin yang dipakai tidak boleh melebihi K buah.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 banyaknya cara membentuk nominal tersebut, modulo 10^9 + 7.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38912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n ≤ 100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nominal ≤ 1.000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K ≤ 100</a:t>
            </a:r>
            <a:endParaRPr lang="en-US" sz="1200" dirty="0"/>
          </a:p>
        </p:txBody>
      </p:sp>
      <p:pic>
        <p:nvPicPr>
          <p:cNvPr id="9" name="Image 0" descr="/tmp/ppt/imgs/c41_11_26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280160"/>
            <a:ext cx="4572000" cy="241137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Analisis Soal 1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bagaimana batasan tambahan pada soal langsung menjadi dimensi baru.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Petunjuk dari soal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Kalimat "tidak boleh melebihi K buah" adalah batasan tambahan. Sesuai Day 155, batasan seperti ini menjadi dimensi baru.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dp[i][k] = banyak cara membentuk nominal i dengan tepat k koin. Dua dimensi karena ada dua besaran yang harus dilacak.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loop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Koin di loop terluar karena yang ditanya adalah kombinasi, bukan permutasi. Ini pelajaran dari Day 143.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O(n × nominal × K) = 100 × 1.000 × 100 = 10^7. Aman.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Jawabannya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Jumlahkan dp[nominal][k] untuk seluruh k dari 0 sampai K, karena soal meminta "tidak lebih dari K", bukan "tepat K".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Dimensi Tambahan Adalah Banyaknya Koin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1 menambahkan batas jumlah koin, jadi state-nya menjadi dua dimensi: nilai dan banyak koin.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3044952" y="1929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bisa dibentuk?   koin {1, 3, 4}, target 6, paling banyak 2 koin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044952" y="21671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s=0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142232" y="21671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s=1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239512" y="21671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s=2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336792" y="21671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s=3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434072" y="21671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s=4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531352" y="21671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s=5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9628632" y="21671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s=6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" y="2459736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 = 0 koin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044952" y="2459736"/>
            <a:ext cx="1097280" cy="47548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42232" y="2459736"/>
            <a:ext cx="109728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39512" y="2459736"/>
            <a:ext cx="109728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36792" y="2459736"/>
            <a:ext cx="109728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34072" y="2459736"/>
            <a:ext cx="109728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31352" y="2459736"/>
            <a:ext cx="109728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28632" y="2459736"/>
            <a:ext cx="109728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7512" y="3172968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 = 1 koin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044952" y="3172968"/>
            <a:ext cx="109728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42232" y="3172968"/>
            <a:ext cx="109728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39512" y="3172968"/>
            <a:ext cx="109728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172968"/>
            <a:ext cx="109728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34072" y="3172968"/>
            <a:ext cx="109728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31352" y="3172968"/>
            <a:ext cx="109728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628632" y="3172968"/>
            <a:ext cx="109728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67512" y="3886200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 = 2 koin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044952" y="3886200"/>
            <a:ext cx="109728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42232" y="3886200"/>
            <a:ext cx="109728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239512" y="3886200"/>
            <a:ext cx="109728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36792" y="3886200"/>
            <a:ext cx="109728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434072" y="3886200"/>
            <a:ext cx="109728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531352" y="3886200"/>
            <a:ext cx="109728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628632" y="3886200"/>
            <a:ext cx="109728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67512" y="477316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41832" y="486460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dp[s][c] = bisakah jumlah s dibentuk dengan tepat c koin      dasar: dp[0][0] benar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941832" y="521208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Tanpa dimensi kedua, kamu tahu 6 bisa dibentuk tetapi tidak tahu dengan berapa koin. Batasan soal yang menambah syarat hampir selalu berarti dimensi state yang bertambah.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Satu Koin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Dengan tepat satu koin, jumlah yang bisa dibentuk persis sama dengan daftar nilai koinnya.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3044952" y="1929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bisa dibentuk?   koin {1, 3, 4}, target 6, paling banyak 2 koin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044952" y="21671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s=0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142232" y="21671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s=1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239512" y="21671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s=2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336792" y="21671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s=3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434072" y="21671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s=4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531352" y="21671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s=5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9628632" y="21671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s=6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" y="2459736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 = 0 koin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044952" y="2459736"/>
            <a:ext cx="1097280" cy="47548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42232" y="2459736"/>
            <a:ext cx="109728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39512" y="2459736"/>
            <a:ext cx="109728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36792" y="2459736"/>
            <a:ext cx="109728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34072" y="2459736"/>
            <a:ext cx="109728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31352" y="2459736"/>
            <a:ext cx="109728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28632" y="2459736"/>
            <a:ext cx="109728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7512" y="3172968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 = 1 koin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044952" y="3172968"/>
            <a:ext cx="109728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42232" y="3172968"/>
            <a:ext cx="1097280" cy="475488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39512" y="3172968"/>
            <a:ext cx="109728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172968"/>
            <a:ext cx="1097280" cy="47548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34072" y="3172968"/>
            <a:ext cx="1097280" cy="475488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31352" y="3172968"/>
            <a:ext cx="109728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628632" y="3172968"/>
            <a:ext cx="109728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67512" y="3886200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 = 2 koin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044952" y="3886200"/>
            <a:ext cx="109728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42232" y="3886200"/>
            <a:ext cx="109728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239512" y="3886200"/>
            <a:ext cx="109728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36792" y="3886200"/>
            <a:ext cx="109728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434072" y="3886200"/>
            <a:ext cx="109728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531352" y="3886200"/>
            <a:ext cx="109728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628632" y="3886200"/>
            <a:ext cx="109728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593592" y="2935224"/>
            <a:ext cx="3072384" cy="23774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667512" y="477316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941832" y="486460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dari dp[0][0], satu koin membawa ke s = 1, 3, dan 4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941832" y="521208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baris dibangun dari baris tepat di atasnya. Itulah arah kebutuhannya, dan itulah yang menentukan urutan loopnya.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Dua Koin, dan Jawabannya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terakhir menjawab soalnya: 6 bisa dibentuk dengan dua koin, yaitu 3 + 3.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3044952" y="1929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bisa dibentuk?   koin {1, 3, 4}, target 6, paling banyak 2 koin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044952" y="21671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s=0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142232" y="21671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s=1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239512" y="21671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s=2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336792" y="21671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s=3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434072" y="21671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s=4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531352" y="21671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s=5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9628632" y="21671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s=6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" y="2459736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 = 0 koin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044952" y="2459736"/>
            <a:ext cx="1097280" cy="475488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42232" y="2459736"/>
            <a:ext cx="109728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39512" y="2459736"/>
            <a:ext cx="109728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36792" y="2459736"/>
            <a:ext cx="109728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34072" y="2459736"/>
            <a:ext cx="109728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31352" y="2459736"/>
            <a:ext cx="109728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28632" y="2459736"/>
            <a:ext cx="109728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7512" y="3172968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 = 1 koin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044952" y="3172968"/>
            <a:ext cx="109728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42232" y="3172968"/>
            <a:ext cx="1097280" cy="475488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39512" y="3172968"/>
            <a:ext cx="109728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172968"/>
            <a:ext cx="1097280" cy="47548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34072" y="3172968"/>
            <a:ext cx="1097280" cy="475488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31352" y="3172968"/>
            <a:ext cx="109728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628632" y="3172968"/>
            <a:ext cx="109728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67512" y="3886200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 = 2 koin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044952" y="3886200"/>
            <a:ext cx="109728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42232" y="3886200"/>
            <a:ext cx="109728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239512" y="3886200"/>
            <a:ext cx="1097280" cy="475488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36792" y="3886200"/>
            <a:ext cx="109728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434072" y="3886200"/>
            <a:ext cx="1097280" cy="475488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531352" y="3886200"/>
            <a:ext cx="1097280" cy="475488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628632" y="3886200"/>
            <a:ext cx="1097280" cy="47548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85432" y="3648456"/>
            <a:ext cx="3072384" cy="23774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667512" y="477316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941832" y="486460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dp[6][2] berasal dari dp[3][1] ditambah satu koin bernilai 3      jawaban: BISA, dengan 2 koin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941832" y="521208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dp[3][2] justru kosong: tidak ada dua koin yang berjumlah 3. Dimensi kedua membuat perbedaan seperti ini terlihat, dan itulah gunanya.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2 — DP + Struktur Data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Mempercepat transisi dengan segment tree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FA8E8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2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LIS dengan Selisih Terbatas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array berisi n bilangan. Cari subsequence naik terpanjang, dengan syarat tambahan: selisih antara dua elemen berurutan dalam subsequence tidak boleh lebih dari D.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0233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n ≤ 200.000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a[i] ≤ 10^9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D ≤ 10^9</a:t>
            </a:r>
            <a:endParaRPr lang="en-US" sz="1200" dirty="0"/>
          </a:p>
        </p:txBody>
      </p:sp>
      <p:pic>
        <p:nvPicPr>
          <p:cNvPr id="9" name="Image 0" descr="/tmp/ppt/imgs/c41_17_26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280160"/>
            <a:ext cx="4572000" cy="415802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Analisis Soal 2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nyata DP yang dipercepat dengan struktur data.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tails tidak bisa dipakai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Teknik array tails dari Day 148 mengandalkan sifat bahwa elemen mana pun yang lebih kecil boleh mendahului. Dengan batasan selisih, sifat itu hilang.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Kembali ke definisi dasar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dp[i] = LIS yang berakhir di i. Transisinya mencari nilai dp maksimum di antara semua j dengan a[i] − D ≤ a[j] &lt; a[i].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Itu adalah query rentang maksimum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nilai dikompresi, pertanyaan itu persis dijawab oleh segment tree maksimum. Inilah pola "DP dipercepat struktur data".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O(n log n): setiap elemen melakukan satu query dan satu update pada segment tree.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umum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transisi DP berbentuk "maksimum atau jumlah atas suatu rentang", hampir selalu bisa dipercepat dengan segment tree atau Fenwick.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3 — Tree DP Dua State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Minimum vertex cover pada pohon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3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Menjaga Seluruh Jalan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Sebuah kota berbentuk pohon dengan n persimpangan. Kamu ingin menempatkan penjaga di beberapa persimpangan sehingga setiap jalan dijaga oleh minimal satu ujungnya.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 jumlah penjaga paling sedikit.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29768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n ≤ 100.000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Pohon dijamin terhubung</a:t>
            </a:r>
            <a:endParaRPr lang="en-US" sz="1200" dirty="0"/>
          </a:p>
        </p:txBody>
      </p:sp>
      <p:pic>
        <p:nvPicPr>
          <p:cNvPr id="9" name="Image 0" descr="/tmp/ppt/imgs/c41_20_26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280160"/>
            <a:ext cx="4572000" cy="317330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Analisis Soal 3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yang NP-hard pada graf umum, tetapi mudah pada pohon.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Mengenali polanya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 minimum vertex cover pada pohon. Untuk graf umum masalah ini NP-hard, tetapi pada pohon bisa diselesaikan DP dalam O(n).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state per simpul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dp[u][0] = simpul u tidak dijaga, dp[u][1] = simpul u dijaga. Persis pola dari Day 160.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Transisi kunci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u tidak dijaga, setiap anak WAJIB dijaga agar sisi yang menghubungkannya tetap tertutup. Bila u dijaga, anak bebas memilih.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Base case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Terjadi otomatis pada daun: dp[daun][0] = 0 dan dp[daun][1] = 1, karena loop anaknya kosong.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Hubungan dengan teori graf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Menurut teorema Konig, pada graf bipartit minimum vertex cover sama dengan maximum matching. Pohon selalu bipartit, jadi jawabannya juga sama dengan maximum matching pohon itu.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4 dan 5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Digit DP ganda dan bitmask partisi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Soal Terakhir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bagaimana batasan tambahan diterjemahkan menjadi baris kode.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755648"/>
            <a:ext cx="5198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4 — Digit DP dua batasan</a:t>
            </a:r>
            <a:endParaRPr lang="en-US" sz="1350" dirty="0"/>
          </a:p>
        </p:txBody>
      </p:sp>
      <p:pic>
        <p:nvPicPr>
          <p:cNvPr id="5" name="Image 0" descr="/tmp/ppt/imgs/c41_23_26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254" y="2157984"/>
            <a:ext cx="4608880" cy="40965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323076" y="1755648"/>
            <a:ext cx="5198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5 — Bitmask partisi</a:t>
            </a:r>
            <a:endParaRPr lang="en-US" sz="1350" dirty="0"/>
          </a:p>
        </p:txBody>
      </p:sp>
      <p:pic>
        <p:nvPicPr>
          <p:cNvPr id="7" name="Image 1" descr="/tmp/ppt/imgs/c41_23_27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076" y="2157984"/>
            <a:ext cx="5198364" cy="3585173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Analisis Soal 4 dan 5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pelajaran penting tentang kapan sebuah batasan menjadi state.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4 — dua batasan sekaligus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Batasan "tidak boleh ada digit 4" cukup ditangani dengan satu continue, tanpa menambah state. Batasan "jumlah digit habis dibagi 3" membutuhkan state sisa bagi.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Pelajaran dari Soal 4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Tidak setiap batasan menjadi dimensi. Batasan yang hanya membatasi PILIHAN ditangani dengan filter, sedangkan batasan yang perlu DIINGAT menjadi state.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5 — mencari elemen pertama yang kosong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Trik ini menghindari perhitungan ganda. Dengan selalu menutup elemen terkecil yang belum tertutup, setiap partisi hanya dibentuk lewat satu urutan.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Pelajaran dari Soal 5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tidak difilter seperti itu, satu partisi yang sama akan dihitung berkali-kali sesuai banyaknya urutan pemilihan kelompoknya.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Soal 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ini O(4^n) karena mencoba semua s. Versi yang benar memakai iterasi submask dari komplemen mask, sehingga menjadi O(3^n).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Strategi Kontes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Menerapkan seluruh materi di bawah tekanan waktu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Kerja yang Efisien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langkah yang menghemat waktu paling banyak saat kontes.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1. Baca batasan, tebak tekniknya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memahami ceritanya secara penuh, lihat angkanya. Ini mempersempit kemungkinan dari puluhan teknik menjadi dua atau tiga.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2. Tulis state dalam satu kalimat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kertas, bukan di editor. Bila kalimatnya tidak bisa diselesaikan, state-nya belum benar.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3. Hitung kompleksitas sebelum mengetik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Jumlah state dikali biaya transisi. Bila melebihi 10^8, jangan mulai menulis — cari state yang lebih ringkas.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4. Uji dengan kasus terkecil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= 1, n = 2, dan sample dari soal. Sebagian besar bug terlihat di sini, jauh sebelum submit.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5. Bila WA, jalankan checklist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Reset antar testcase, tipe data, modulo, base case, arah loop, dan tempat jawaban diambil. Lima hal ini menangkap sebagian besar kesalahan.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Paket Latihan Terpadu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berurutan. Untuk setiap soal, tulis empat langkahnya sebelum mengetik.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755648"/>
            <a:ext cx="10515600" cy="4187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3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AtCoder Educational DP Contest soal I sampai Z — mencakup seluruh teknik DP menengah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3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CSES Advanced Techniques — bagian DP bitmask dan digit DP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3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Codeforces Div.2 soal D dan E dengan tag "dp" — mulai dari rating 1600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3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ulang lima soal di deck ini tanpa melihat pembahasannya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3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Ambil tiga soal DP dasar dari Day 141–154, lalu tambahkan satu batasan baru pada masing-masing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3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Target realistis: 30 soal DP menengah dalam sebulan, dengan pemahaman penuh</a:t>
            </a:r>
            <a:endParaRPr lang="en-US" sz="13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harus melekat sebelum lanjut ke materi berikutnya.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Batasan memberi tahu tekniknya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Baca angkanya lebih dulu. n ≤ 20 berarti bitmask, n ≤ 500 berarti O(n³), dan seterusnya.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Tidak semua batasan menjadi dimensi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Batasan yang membatasi pilihan ditangani dengan filter. Batasan yang harus diingat menjadi state.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sering dipercepat struktur data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transisinya berupa query rentang, segment tree atau Fenwick bisa menurunkan satu faktor 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Berikutnya — Day 168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Review DP Menengah: merangkum Day 155 sampai 167.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2026-09-05T08:51:32Z</dcterms:created>
  <dcterms:modified xsi:type="dcterms:W3CDTF">2026-09-05T08:51:32Z</dcterms:modified>
</cp:coreProperties>
</file>