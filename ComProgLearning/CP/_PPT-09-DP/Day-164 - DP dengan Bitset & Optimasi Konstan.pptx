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Optimasi Konstan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kompleksitasnya sudah benar tetapi masih TLE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Competitive Programming · Day 164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164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Bitset: memampatkan 64 jawaban ya-tidak dalam satu kata.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hadir 64 orang bisa ditulis sebagai satu deretan centang, bukan 64 lembar kertas terpisah.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memampatkan 64 nilai boolean ke dalam satu kata mesin.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Mencocokkan dua daftar hadir 64 orang: cukup satu perbandingan, bukan 64.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bekerja pada 64 nilai sekaligus. Kompleksitasnya dibagi 64.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hanya berlaku untuk pertanyaan ya-tidak. Kalau tiap orang punya nilai angka, tidak bisa dipadatkan begitu.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hanya untuk tabel boolean. Untuk tabel berisi angka, teknik ini tidak berlaku.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Mempercepat 64 kali tidak menolong kalau caramu memang salah dari awal — seperti mempercepat jalan kaki ke arah yang keliru.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pilihan terakhir, bukan pertama. Perbaiki dulu algoritmanya; bitset hanya menutup selisih terakhir.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kenapa bitset cepat juga menjelaskan kenapa urutan akses memori penting — keduanya soal cara prosesor bekerja.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memampatkan 64 nilai boolean ke dalam satu kata mesin, sehingga DP boolean menjadi sekitar 64 kali lebih cepat tanpa mengubah algoritmanya.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dibagi 64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yang O(n x m) menjadi O(n x m / 64). Ini bukan perbaikan asimptotik yang besar, tetapi pada praktiknya sering cukup untuk mengubah TLE menjadi AC.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nilai boolean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cocok bila tabel DP-mu hanya berisi benar atau salah. Untuk tabel berisi angka, teknik ini tidak berlaku.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Transisi menjadi operasi geser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subset sum, seluruh baris transisi menjadi satu baris: dp |= dp &lt;&lt; nilai. Loop dalamnya hilang sepenuhnya.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Konstanta juga penting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Selain bitset, materi ini membahas optimasi konstan lain: memperbaiki urutan akses agar ramah cache, mengganti pembagian dengan geseran, dan menghindari perhitungan berulang di dalam loop.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 algoritmamu sudah benar dan kompleksitasnya sudah tepat, tetapi masih sedikit terlalu lambat.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76272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2176272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97180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DP-nya berisi nilai boolean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721608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Kompleksitasnya sudah optimal tetapi konstantanya terlalu besar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47141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reachability, subset sum, atau transitive closure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522122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5221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515721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diketahui saat kompilasi sehingga std::bitset bisa dipakai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2176272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2176272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395728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971800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907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Tabelnya berisi angka, bukan boolean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721608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6576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algoritmamu memang salah — percepatan 64 kali tidak menolong O(n³) pada n = 10^5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47141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40740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Ukurannya harus dinamis dan sangat bervariasi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adalah pilihan terakhir, bukan pertama. Perbaiki dulu algoritmanya; bitset hanya untuk menutup selisih terakhir.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(Day 146)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Analisis kompleksitas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SOS DP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Broken profile DP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lanjut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dengan Bitset &amp;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Konstan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Memampatkan 64 boolean per kata mesin.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kenapa bitset cepat juga menjelaskan kenapa urutan akses memori penting. Keduanya berakar pada cara prosesor bekerja.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Faktor Konstan Menentukan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Bitset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dengan Bitset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Reachability pada DAG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Bit-Parallel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Konstan Lainnya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Pembahasan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Bitset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Faktor Konstan Menentukan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benar, tetapi tetap TLE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Gejalanya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situasi yang membingungkan: analisis kompleksitasmu benar, tetapi program tetap tidak lolos.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di batas atas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Solusimu O(n²) dengan n = 20.000, berarti 4 × 10^8 operasi. Secara teori mepet, dan pada praktiknya sering melebihi batas waktu.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Tidak ada algoritma yang lebih baik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Kadang O(n²) memang batas bawah untuk soal tersebut. Yang bisa dilakukan hanyalah membuat setiap operasi lebih murah.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Solusi: bagi dengan 64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memproses 64 bit dalam satu instruksi prosesor. O(n²) menjadi O(n²/64) — dari 4 × 10^8 menjadi sekitar 6 × 10^6.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yang diproses harus boolean, atau bisa direpresentasikan sebagai bit. Bitset tidak bisa dipakai untuk DP yang menyimpan angka.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 Bitset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satu tipe data sederhana bisa mempercepat program puluhan kali.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bit per nilai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bitset&lt;N&gt; menyimpan N nilai boolean dalam N/8 byte. Untuk N = 100.000 hanya sekitar 12 KB — muat seluruhnya di cache prosesor.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per word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Prosesor 64 bit memproses 64 bit sekaligus dalam satu instruksi. Operasi OR, AND, XOR, dan geser semuanya bekerja per word.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Percepatan nyata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Secara teori 64x. Pada praktiknya biasanya 20 sampai 60 kali, bergantung pada pola aksesnya.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utama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harus konstanta saat kompilasi. Tidak bisa ditentukan dari input, kecuali memakai vector&lt;bool&gt; yang jauh lebih lambat.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Penerapan Utama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yang paling sering muncul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dan Knapsack Boolean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Pola paling sederhana sekaligus paling sering dipakai.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</a:t>
            </a:r>
            <a:endParaRPr lang="en-US" sz="1350" dirty="0"/>
          </a:p>
        </p:txBody>
      </p:sp>
      <p:pic>
        <p:nvPicPr>
          <p:cNvPr id="5" name="Image 0" descr="/tmp/ppt/imgs/c38_11_2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2157984"/>
            <a:ext cx="5198364" cy="233496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3076" y="1755648"/>
            <a:ext cx="51983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Knapsack boolean</a:t>
            </a:r>
            <a:endParaRPr lang="en-US" sz="1350" dirty="0"/>
          </a:p>
        </p:txBody>
      </p:sp>
      <p:pic>
        <p:nvPicPr>
          <p:cNvPr id="7" name="Image 1" descr="/tmp/ppt/imgs/c38_11_2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3076" y="2157984"/>
            <a:ext cx="5198364" cy="36622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Mengingat Kembali dp |= dp &lt;&lt; 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Menggeser seluruh kemungkinan sebesar x, lalu menggabungkannya dengan yang lama.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136392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s=0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904488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672584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s=2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440680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s=3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208776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s=4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976872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s=5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7744968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8513064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s=7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1819656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s=8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0756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awal: dp[0] = 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36392" y="2075688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36392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04488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04488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72584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72584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40680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08776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08776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76872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76872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44968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44968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13064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13064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281160" y="2075688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81160" y="207568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67512" y="27340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2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136392" y="2734056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136392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04488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04488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672584" y="2734056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672584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40680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40680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08776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208776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76872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76872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744968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744968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13064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13064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281160" y="2734056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81160" y="273405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67512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136392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3136392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904488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904488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72584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672584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440680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440680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208776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208776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976872" y="3392424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976872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744968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744968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513064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513064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9281160" y="3392424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281160" y="3392424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0" name="Text 68"/>
          <p:cNvSpPr txBox="1"/>
          <p:nvPr/>
        </p:nvSpPr>
        <p:spPr>
          <a:xfrm>
            <a:off x="667512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x = 5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3136392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136392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904488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3904488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4672584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4672584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440680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440680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208776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6208776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6976872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976872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7744968" y="4050792"/>
            <a:ext cx="713232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744968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13064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513064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9281160" y="4050792"/>
            <a:ext cx="713232" cy="420624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9281160" y="4050792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667512" y="4773168"/>
            <a:ext cx="10853928" cy="65836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941832" y="477316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3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 |= dp &lt;&lt; x;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   satu baris ini memproses 64 kemungkinan sekaligus  →  O(n · S / 64)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Satu Bit Menyala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kotak adalah satu bit di dalam bitset. Nilai 1 berarti jumlah itu bisa dibentuk.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1189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0800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10412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00023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dp[0] = 1      barang yang tersedia: 3 dan 5      seluruh sebelas bit ini muat dalam SATU kata mesin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sinilah letak penghematannya: sebelas nilai boolean ini tidak menempati sebelas byte, melainkan sebelas BIT di dalam satu kata 64 bit.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Satu Geseran Menggantikan Satu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bernilai 3 diproses. Versi biasa butuh loop sepanjang kapasitas; versi bitset hanya satu operasi.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1189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0800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10412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00023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 |= dp &lt;&lt; 3      seluruh bit bergeser tiga posisi lalu di-OR-kan      SATU instruksi, bukan sebelas iterasi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versi biasa: for (j = kapasitas; j &gt;= 3; j--) dp[j] |= dp[j-3]. Sebelas iterasi berubah menjadi satu operasi geser dan satu operasi OR.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Semua Kombinasi Terbentuk Sekaligus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Barang bernilai 5 diproses. Empat jumlah kini bisa dibentuk, dan semuanya muncul dalam satu langkah.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42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03911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03911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3133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3133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2744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2744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2356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15784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415784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11896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311896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208008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208008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104120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104120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000232" y="239572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000232" y="30175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" y="351129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1832" y="360273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 |= dp &lt;&lt; 5  -&gt;  bit 0, 3, 5, dan 8 menyala      8 berasal dari 3 + 5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941832" y="395020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barang dan kapasitas S, versi biasa butuh n dikali S operasi. Versi bitset butuh n dikali S dibagi 64 — kompleksitasnya sama, tetapi 64 kali lebih cepat pada mesin nyata.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Reachability pada DAG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simpul mana saja yang bisa dicapai dari setiap simpul. Tanpa bitset O(n·m), dengan bitset O(n·m/64).</a:t>
            </a:r>
            <a:endParaRPr lang="en-US" sz="1300" dirty="0"/>
          </a:p>
        </p:txBody>
      </p:sp>
      <p:pic>
        <p:nvPicPr>
          <p:cNvPr id="4" name="Image 0" descr="/tmp/ppt/imgs/c38_16_24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1409" y="1993392"/>
            <a:ext cx="5586135" cy="40416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LCS Bit-Parallel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lanjutan: LCS dalam O(n·m/64), bukan O(n·m).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755648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 dasarnya: satu baris tabel dp LCS disimpan sebagai bitset, di mana bit ke-j menandai apakah nilai dp bertambah pada kolom j.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Peralihan antar baris dilakukan dengan operasi bit dan satu pengurangan, tanpa loop atas kolom sama sekali.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rumit dan jarang dibutuhkan, tetapi sangat berguna ketika string sepanjang 50.000 harus dibandingkan.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58952" y="4773168"/>
            <a:ext cx="4480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adalah banyaknya bit menyala di akhir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panjang LCS, tidak bisa direkonstruksi</a:t>
            </a:r>
            <a:endParaRPr lang="en-US" sz="1250" dirty="0"/>
          </a:p>
        </p:txBody>
      </p:sp>
      <p:pic>
        <p:nvPicPr>
          <p:cNvPr id="6" name="Image 0" descr="/tmp/ppt/imgs/c38_17_24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1775" y="1755648"/>
            <a:ext cx="575460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Optimasi Konstan Lainnya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Yang bisa dilakukan tanpa bitset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Trik yang Nyata Pengaruhnya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pertama dan terbesar: satu operasi bitset menggarap 64 nilai boolean sekaligus. Kode ini menghitung selisih operasinya dan memastikan hasilnya identik.</a:t>
            </a:r>
            <a:endParaRPr lang="en-US" sz="1300" dirty="0"/>
          </a:p>
        </p:txBody>
      </p:sp>
      <p:pic>
        <p:nvPicPr>
          <p:cNvPr id="4" name="Image 0" descr="/tmp/ppt/imgs/c38_19_2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479" y="1993392"/>
            <a:ext cx="3880586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 identik, tetapi operasinya turun sekitar 64 kali lipat. Bitset tidak mengubah kompleksitas besar-O — ia memperkecil konstantanya, dan seringkali itu yang membedakan TLE dengan AC.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Subset sum jadi satu baris: b |= b &lt;&lt; x.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harus konstanta saat kompilasi — bukan variabel.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lain: iterasi urut memori, hindari modulo, ganti map dengan array.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bitset hanya untuk keadaan BOOLEAN; untuk nilai angka tidak bisa.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Singkat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Alasan di balik setiap trik, agar kamu tahu kapan trik itu benar-benar membantu.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1D lebih cepat dari 2D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vector&lt;vector&lt;int&gt;&gt; menyimpan setiap baris di lokasi memori terpisah, sehingga aksesnya melompat-lompat. Satu vector besar dengan indeks i·m + j jauh lebih ramah terhadap cache.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akses mengikuti tata letak memori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2D disimpan baris per baris. Meloop kolom di lapisan luar membuat setiap akses melompat jauh, dan cache miss bisa memperlambat sepuluh kali lipat.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Kurangi operasi modulo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adalah operasi yang mahal. Menggantinya dengan pengurangan bersyarat sering mempercepat 20 sampai 30 persen pada loop yang padat.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Hindari alokasi berulang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Membuat vector baru di dalam loop sangat mahal. Alokasikan sekali di luar, lalu isi ulang isinya.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berhenti mengoptimasi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percepatan yang dibutuhkan lebih dari 10 kali, faktor konstan tidak akan cukup. Cari algoritma yang berbeda.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Berat maksimum yang bisa dibentuk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Berat Terdekat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Memaksimalkan Berat di Bawah Batas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barang dengan berat masing-masing, dan sebuah batas W. Pilih sebagian barang sehingga total beratnya sebesar mungkin tetapi tidak melebihi W.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Cetak total berat terbaik yang bisa dicapai.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062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n ≤ 1.000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berat ≤ 100.000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W ≤ 100.000</a:t>
            </a:r>
            <a:endParaRPr lang="en-US" sz="1200" dirty="0"/>
          </a:p>
        </p:txBody>
      </p:sp>
      <p:pic>
        <p:nvPicPr>
          <p:cNvPr id="9" name="Image 0" descr="/tmp/ppt/imgs/c38_22_25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9454" y="1280160"/>
            <a:ext cx="3391972" cy="43110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Tanpa bitset O(n·W) = 10^8. Dengan bitset sekitar 1,5 × 10^6 — lebih dari 60 kali lebih cepat.</a:t>
            </a:r>
            <a:endParaRPr lang="en-US" sz="1300" dirty="0"/>
          </a:p>
        </p:txBody>
      </p:sp>
      <p:pic>
        <p:nvPicPr>
          <p:cNvPr id="4" name="Image 0" descr="/tmp/ppt/imgs/c38_23_25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711" y="1755648"/>
            <a:ext cx="5728961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berukuran konstanta 100005, sedikit lebih besar dari batas maksimum W.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bisa[0] = 1 adalah base case: berat nol selalu tercapai dengan tidak memilih apa pun.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baris transisi menggantikan seluruh loop kapasitas. Geser lalu OR.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Pencarian jawaban berjalan mundur dari W, berhenti pada bit menyala pertama.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soal juga menanyakan barang mana saja yang dipilih, bitset tidak bisa dipakai — kembali ke DP biasa dengan tabel penuh.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Bitset Membantu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ketiga syaratnya sebelum memakai.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108960"/>
                <a:gridCol w="39044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Syarat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Terpenuhi?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Bila tidak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Nilai DP berupa boolean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wajib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DP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Ukuran diketahui saat kompilasi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wajib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vector&lt;bool&gt;, lebih lambat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Tidak butuh rekonstruksi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wajib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pakai tabel penuh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Percepatan yang dibutuhkan &lt; 64x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sebaiknya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cari algoritma lain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Umum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jebakan yang paling sering menjatuhkan solusi yang sebenarnya sudah hampir benar.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Ukuran bitset dari variabel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bitset&lt;n&gt; tidak bisa dikompilasi bila n berasal dari input. Ukurannya harus konstanta, jadi pakai batas maksimum dari soal.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terlalu 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bitset&lt;10000000&gt; memakan 1,2 MB per instance. Membuat array berisi ribuan bitset seperti itu akan langsung MLE.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Berharap bisa merekonstruksi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hanya menyimpan bisa atau tidak. Informasi tentang bagaimana mencapainya tidak ada.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Mengabaikan optimasi yang lebih sederhana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memakai bitset, periksa dulu apakah urutan loop atau tata letak arraynya sudah optimal. Sering kali itu sudah cukup.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berurutan dari yang paling mudah. Untuk setiap soal, tulis dulu empat langkahnya di kertas sebelum mengetik.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993392"/>
            <a:ext cx="10515600" cy="395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Money Sums — bandingkan versi vector&lt;bool&gt; dan bitset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Codeforces 106C — Buns, knapsack dengan batasan tambahan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Implementasikan reachability pada DAG dengan dan tanpa bitset, bandingkan waktunya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Ubah satu solusi vector&lt;vector&lt;int&gt;&gt; menjadi satu vector 1D, ukur perbedaan waktunya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dampak urutan loop: bandingkan for(i) for(j) dan for(j) for(i) pada matriks 5000 x 5000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implementasikan LCS bit-parallel dan bandingkan dengan versi biasa untuk string 10.000 karakter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 ke materi berikutnya.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Bitset membagi waktu dengan 64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DP boolean, dengan ukuran yang diketahui saat kompilasi.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 konstan bisa menentukan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Tata letak array, urutan loop, dan jumlah modulo sering memberi percepatan dua sampai tiga kali.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batasnya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butuh percepatan lebih dari sepuluh kali, cari algoritma yang berbeda.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 — Day 165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Game DP dan DP pada DAG state.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2026-09-05T08:51:32Z</dcterms:created>
  <dcterms:modified xsi:type="dcterms:W3CDTF">2026-09-05T08:51:32Z</dcterms:modified>
</cp:coreProperties>
</file>