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O(n²) yang jelas menuju O(n log n) yang cepat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LIS: deret naik terpanjang yang bisa diambil.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Menumpuk kotak dengan syarat kotak di atas harus lebih kecil. Kamu boleh MELEWATI kotak yang tidak cocok.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Subsequence: elemen boleh melompat, tetapi urutannya harus tetap. Berbeda dengan subarray.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sederhana: untuk tiap kotak, lihat semua kotak sebelumnya yang lebih kecil, ambil tumpukan terpanjang.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O(n²): dp[i] = 1 + max dp[j] untuk semua j &lt; i dengan a[j] &lt; a[i].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cepat: simpan "kotak paling kecil yang bisa menjadi puncak tumpukan setinggi k". Setiap kotak baru menggantikan satu entri.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tails: tails[k] = ekor terkecil dari semua deret naik berpanjang k+1. Dicari dengan binary search.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rak itu belum tentu tumpukan yang sah — ia hanya catatan puncak terbaik per ketinggian.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tails BUKAN LIS-nya. Untuk mengembalikan deretnya, kamu perlu mencatat jejak terpisah.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Detail penentu: lower_bound untuk naik tegas, upper_bound untuk naik tidak tegas. Salah memilih membuat jawaban meleset satu.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 Subsequence mencari deret naik terpanjang yang bisa diambil dari sebuah array, dengan elemen boleh melompat.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Subsequence, bukan subarray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dipilih tidak harus bersebelahan, tetapi urutannya harus tetap. Inilah yang membuatnya berbeda dari Kadane.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O(n²) mudah dipahami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panjang LIS yang berakhir di i, dihitung dengan melihat semua j &lt; i yang nilainya lebih kecil. Cocok untuk n sampai sekitar 5000.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 log n) memakai tails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array tails, di mana tails[k] adalah ekor terkecil dari semua deret naik berpanjang k+1. Setiap elemen dimasukkan lewat binary search.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bukan LIS-nya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array tails belum tentu merupakan LIS yang sah. Ia hanya menyimpan ekor terbaik per panjang; untuk mengembalikan deretnya kamu perlu mencatat jejak terpisah.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"terpanjang" digabung dengan syarat berurutan menaik atau menurun.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deret naik atau turun terpanjang dari sebuah barisan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menumpuk kotak, mencocokkan pasangan, atau memasang menara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dua dimensi yang setelah diurutkan pada satu sumbu menjadi LIS pada sumbu lain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rantai minimum yang menutupi seluruh barisan (teorema Dilworth)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harus bersebelahan — itu subarray, dan biasanya lebih sederhana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bukan sekadar naik, misalnya selisihnya harus tetap — butuh state tambahan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sangat besar dan yang diminta deretnya, bukan panjangnya — rekonstruksinya perlu perhatian ekstra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Detail yang menentukan: lower_bound untuk deret naik tegas, upper_bound untuk deret naik tidak tegas. Salah memilih membuat jawabanmu meleset satu.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 (Day 143)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(Day 149)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untuk LIS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Dilworth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O(n²) untuk memahami, versi O(n log n) untuk dipakai.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adalah contoh pertama di mana DP polos dipercepat oleh struktur data. Pola "DP ditambah struktur data" akan muncul terus pada materi lanjutan.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vs Substring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O(n²)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Array Tails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 log 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 LIS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yang sering tertukar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vs Substring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awal adalah menyamakan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— harus bersambung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"ABCDE", substring yang valid misalnya "BCD". Tidak boleh melompat.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— boleh melompat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"ABCDE", subsequence yang valid misalnya "ACE". Yang penting URUTANNYA terjaga, bukan posisinya bersebelahan.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mencari subsequence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dari 7 3 5 3 6 2 9 8 kita boleh mengambil 3, 5, 6, 9 meskipun letaknya berjauhan.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tidak greedy?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elemen kecil di awal terlihat menguntungkan, tetapi bisa mengunci pilihan berikutnya. Perlu mempertimbangkan semua kemungkinan — itulah tugas DP.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O(n²)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Lambat tetapi paling jelas, dan bisa direkonstruksi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Pendekatan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harus tepat: LIS yang BERAKHIR di indeks i, bukan LIS sampai indeks 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panjang LIS yang berakhir tepat di elemen ke-i.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"berakhir di i"? Karena untuk memperpanjang sebuah barisan, kita perlu tahu nilai terakhirnya. Kalau state-nya hanya "sampai i", informasi itu hilang — ini contoh nyata uji kecukupan state dari Day 142.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Transisi: cek semua j &lt; i dengan a[j] &lt; a[i]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dp[i] = 1 untuk semua 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Jawaban: nilai terbesar di seluruh dp, bukan dp[n−1]</a:t>
            </a:r>
            <a:endParaRPr lang="en-US" sz="1250" dirty="0"/>
          </a:p>
        </p:txBody>
      </p:sp>
      <p:pic>
        <p:nvPicPr>
          <p:cNvPr id="6" name="Image 0" descr="/tmp/ppt/imgs/c22_10_1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7381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Array Tails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untuk turun ke O(n log n)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Array Tails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ide sederhana yang mengubah seluruh kompleksitas.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tails[k] = nilai TERKECIL yang bisa mengakhiri sebuah barisan naik sepanjang k+1.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yang terkecil?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Semakin kecil nilai penutup sebuah barisan, semakin besar peluang barisan itu bisa diperpanjang oleh elemen berikutnya. Jadi kita selalu menyimpan penutup termurah.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penting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tails selalu terurut menaik. Karena itu kita bisa memakai binary search untuk mencari posisinya — inilah sumber faktor log 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array tails BUKAN LIS yang sebenarnya. Hanya PANJANGNYA yang dijamin benar. Untuk mendapatkan barisannya, pakai versi O(n²) atau simpan indeks tambahan.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7 3 5 3 6 2 9 8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Tiga Elemen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 masuk ke array kosong. Lalu 3 menimpa 7 karena lebih kecil dan sama-sama mengakhiri barisan panjang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7 -&gt; [7]     proses 3 -&gt; [3]     proses 5 -&gt; [3, 5]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Menimpa 7 dengan 3 tidak merugikan: keduanya mewakili barisan panjang 1, dan 3 lebih mudah diperpanjang.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Elemen 3 dan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kedua menimpa posisi 0 (nilainya sama). Lalu 6 memperpanjang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3 -&gt; [3, 5]     proses 6 -&gt; [3, 5, 6]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6 lebih besar dari semua isi tails, ia ditambahkan di belakang. Panjang LIS sementara menjadi 3.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Elemen 2 dan 9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menimpa posisi 0, lalu 9 memperpanjang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2 -&gt; [2, 5, 6]     proses 9 -&gt; [2, 5, 6, 9]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isi tails sekarang [2,5,6,9], padahal 2 muncul SETELAH 5 dan 6 pada array asli. Ini bukti bahwa isi tails bukan LIS sebenarnya.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Elemen 8,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menimpa 9. Panjang tidak bertambah, tetapi penutupnya jadi lebih murah.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proses 8 -&gt; [2, 5, 6, 8]     panjang = 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4. LIS yang sesungguhnya misalnya 3, 5, 6, 9 — berbeda isinya dengan tails, tetapi panjangnya sama.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O(n log n)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kemungkinan saja untuk setiap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 muat dalam sepuluh baris.</a:t>
            </a:r>
            <a:endParaRPr lang="en-US" sz="1300" dirty="0"/>
          </a:p>
        </p:txBody>
      </p:sp>
      <p:pic>
        <p:nvPicPr>
          <p:cNvPr id="4" name="Image 0" descr="/tmp/ppt/imgs/c22_19_1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240" y="1755648"/>
            <a:ext cx="530390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tails dimulai kosong dan selalu dijaga terurut menaik.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mencari posisi pertama yang nilainya &gt;= x. Inilah barisan yang akan digantikan penutupnya.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ada yang &gt;= x, berarti x lebih besar dari semuanya — barisan terpanjang bisa diperpanjang.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ada, timpa nilai di posisi itu. Panjang array tidak berubah, tetapi penutupnya jadi lebih kecil.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adalah panjang akhir array tails. Kompleksitas O(n log n) dari binary search per elemen.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 LIS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Perbedaannya hanya pada pemilihan lower_bound atau upper_bound, dan pada praproses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menolak nilai yang sama, sehingga menghasilkan barisan NAIK TEGAS.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upper_bound menerima nilai yang sama, sehingga menghasilkan barisan TIDAK MENURUN.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barisan menurun, cukup balik arraynya lalu cari LIS seperti biasa.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22452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soal baik-baik: "naik" atau "tidak turun"?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lower/upper bound hanya terlihat pada data dengan nilai kembar</a:t>
            </a:r>
            <a:endParaRPr lang="en-US" sz="1250" dirty="0"/>
          </a:p>
        </p:txBody>
      </p:sp>
      <p:pic>
        <p:nvPicPr>
          <p:cNvPr id="6" name="Image 0" descr="/tmp/ppt/imgs/c22_20_1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9598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soal meminta barisannya, bukan hanya panjangnya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LIS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O(n log n) tidak menyimpan barisannya. Untuk rekonstruksi, pakai versi O(n²) dengan array parent.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par[i] = indeks elemen sebelumnya dalam barisan yang berakhir di 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indeks dengan dp terbesar, lalu telusuri mundur mengikuti par sampai mencapai −1. Balik hasilnya di akhir.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041648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 ≤ 5000, versi O(n²) sudah cukup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 + rekonstruksi, simpan indeks pada array tails</a:t>
            </a:r>
            <a:endParaRPr lang="en-US" sz="1250" dirty="0"/>
          </a:p>
        </p:txBody>
      </p:sp>
      <p:pic>
        <p:nvPicPr>
          <p:cNvPr id="6" name="Image 0" descr="/tmp/ppt/imgs/c22_22_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9328" y="1755648"/>
            <a:ext cx="5499497" cy="33366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Increasing Subsequence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Barisan Naik Terpanjang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array berisi n bilangan bulat. Tentukan panjang subsequence naik tegas yang paling panjang.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tidak harus bersambung, tetapi urutannya harus mengikuti urutan asli array.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22_24_1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9499" y="1280160"/>
            <a:ext cx="3631883" cy="39788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n sampai 200.000, versi O(n²) akan TLE. Versi O(n log n) wajib.</a:t>
            </a:r>
            <a:endParaRPr lang="en-US" sz="1300" dirty="0"/>
          </a:p>
        </p:txBody>
      </p:sp>
      <p:pic>
        <p:nvPicPr>
          <p:cNvPr id="4" name="Image 0" descr="/tmp/ppt/imgs/c22_25_1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555" y="1755648"/>
            <a:ext cx="456127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 dimulai kosong — tidak perlu ukuran awal, biarkan tumbuh sendiri.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membaca setiap elemen tepat sekali, jadi total biayanya n kali biaya binary search.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dipakai karena soal meminta naik TEGAS. Untuk tidak menurun, ganti dengan upper_bound.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push_back berarti memperpanjang LIS. Menimpa berarti memperbaiki penutup barisan yang sudah 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adalah ukuran akhir tails. Perhatikan: isi tails tidak dicetak, karena bukan LIS yang sebenarnya.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Dua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benar. Yang membedakan hanya kecepatan dan kemudahan rekonstruksi.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44144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5.000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 sesuai batas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usaha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simpan array parent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8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10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sama-sama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Risiko 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lower/upper bound tertukar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uji dengan nilai kembar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mendefinisikan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harus berarti "LIS yang BERAKHIR di i", bukan "LIS sampai i". Kalau salah, transisinya jadi tidak mungkin ditulis.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dp[n−1] sebagai jawaban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bisa berakhir di mana saja. Jawabannya adalah nilai terbesar di seluruh array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dan upper_bound tertukar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ini hanya muncul saat ada nilai kembar. Selalu uji dengan data seperti 1 3 3 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Mencetak isi array tails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Isinya bukan LIS. Untuk mencetak barisannya, gunakan versi O(n²) dengan array parent.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Increasing Subsequence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Longest Increasing Subsequence, Russian Doll Envelopes, Number of LIS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Q (Flowers) — LIS berbobot dengan segment tree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LIS terpanjang, bukan hanya panjangnya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LIS tidak menurun — ganti lower_bound menjadi upper_bound dan uji dengan nilai kembar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Rekonstruksi: cetak salah satu LIS dari versi O(n²)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harus "berakhir di i"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contoh paling jelas kenapa definisi state menentukan seluruh solusi.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tails menyimpan penutup termurah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terurut, sehingga binary search bisa dipakai. Panjangnya adalah jawaban.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tails bukan LIS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panjangnya yang benar. Untuk barisannya, pakai versi O(n²) dengan parent.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149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dan Edit Distance: DP dua dimensi atas dua string.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