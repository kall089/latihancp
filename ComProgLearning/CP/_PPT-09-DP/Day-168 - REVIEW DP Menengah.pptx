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Merangkum Day 155 sampai 167 menjadi satu peta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Peninjauan akhir: peta keputusan untuk soal DP menengah.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Seperti dokter yang membaca gejala sebelum menentukan obat, kamu membaca batasan sebelum memilih teknik.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keputusan dari batasan soal ke teknik yang cocok.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dan berbicara tentang himpunan? Bitmask. Struktur pohon? DP pohon atau rerooting. Bilangan sampai 10^18 dengan syarat digit? Digit DP.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batasan punya teknik yang khas. Hafalkan pemetaannya, bukan kodenya.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berulang selalu itu-itu saja: loop terluar keliru, batas loop hilang, bendera lupa dipasang, tabel tidak direset.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periksa: urutan loop pada SOS, batas sz[u] pada knapsack pohon, leading zero pada digit DP, reset antar testcase.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28 hari ini, kamu sudah menutupi hampir seluruh DP yang muncul sampai tingkat Expert.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Sisanya adalah optimasi DP lanjut, struktur data untuk query, dan algoritma pohon lanjut.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kalimat untuk 28 hari ini: DP adalah seni mempersempit pertanyaan sampai jawabannya tunggal untuk setiap keadaan.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Hari peninjauan terakhir. Seluruh DP menengah dirangkum menjadi satu peta keputusan yang bisa dipakai saat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keputusan dari batasan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mengarah ke bitmask; pohon mengarah ke DP pohon atau rerooting; bilangan sampai 10^18 mengarah ke digit DP; papan sempit mengarah ke broken profile.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pola yang sudah dikuasai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dan TSP, assignment, SOS, digit DP, DP pohon, knapsack pohon, rerooting, DP ekspektasi, game DP, dan broken profile.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 berulang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terluar yang salah pada SOS, batas loop yang hilang pada knapsack pohon, bendera leading zero yang lupa pada digit DP, dan tabel yang tidak direset antar testcase.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 mana setelah ini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tingkat lanjut (Knuth, divide and conquer, convex hull trick), struktur data untuk query rentang, dan algoritma pohon lanjut seperti LCA dan centroid decomposition.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sebagai rujukan cepat saat kontes dan saat meninjau ulang.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peta keputusan saat menghadapi soal DP baru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meninjau ulang menjelang kontes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ingin memastikan tidak ada pola yang terlewat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menentukan materi mana yang perlu diulang lebih dalam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234086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pengganti latihan soal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menghafal kode; yang penting adalah cara mengenali dan merancang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hanya satu kalimat yang bisa kamu bawa dari 28 hari ini: DP adalah seni mempersempit pertanyaan sampai jawabannya tunggal untuk setiap keadaan.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141 sampai Day 167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Range queries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pohon lanjut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keputusan, katalog pola, dan arah lanjutan.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menyelesaikan rangkaian ini, kamu sudah menutupi hampir seluruh DP yang muncul sampai tingkat Expert di Codeforces. Sisanya adalah latihan dan kecepatan.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Kode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Batasan ke Teknik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 Lanjutan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Kesiapan ke Materi Berikutnya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Seluruh Materi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dipelajari, dan bagaimana kaitannya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Day 155 sampai 167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hari memperluas kemampuan mendesain state.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5824728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Materi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Inti yang harus melekat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Desain state lanjut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informasi yang hilang menjadi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TSP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dp[mask][posisi], loop mask menaik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popcount menghemat satu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bit di luar, 3^n menjadi 2^n·n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flag tight, rentang jadi selisih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tentang subtree, DFS memberi 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pohon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loop pakai ukuran subtree, 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 = down + up, dua kali DFS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Probabilitas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peluang maju, ekspektasi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bagi 64, hanya untuk DP boolean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Game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posisi menang punya langkah ke posisi kalah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Broken profile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menyimpan tonjolan, bukan isi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Latihan terpadu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batasan memberi tahu tekniknya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bentuknya, isinya menyesuaikan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dan 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untuk state berupa himpunan.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 -  Day 156, 157</a:t>
            </a:r>
            <a:endParaRPr lang="en-US" sz="1350" dirty="0"/>
          </a:p>
        </p:txBody>
      </p:sp>
      <p:pic>
        <p:nvPicPr>
          <p:cNvPr id="5" name="Image 0" descr="/tmp/ppt/imgs/c42_10_2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4804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 -  Day 158</a:t>
            </a:r>
            <a:endParaRPr lang="en-US" sz="1350" dirty="0"/>
          </a:p>
        </p:txBody>
      </p:sp>
      <p:pic>
        <p:nvPicPr>
          <p:cNvPr id="7" name="Image 1" descr="/tmp/ppt/imgs/c42_10_27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28622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dipakai saat n di bawah 20 dan soal meminta memilih atau mengurutkan seluruh elemen. SOS dipakai saat perlu mengagregasi nilai atas seluruh submask — perhatikan loop bit berada di LUAR.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dan Tree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dengan bentuk state yang sangat berbeda.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 -  Day 159</a:t>
            </a:r>
            <a:endParaRPr lang="en-US" sz="1350" dirty="0"/>
          </a:p>
        </p:txBody>
      </p:sp>
      <p:pic>
        <p:nvPicPr>
          <p:cNvPr id="5" name="Image 0" descr="/tmp/ppt/imgs/c42_11_2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496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 DP  -  Day 160</a:t>
            </a:r>
            <a:endParaRPr lang="en-US" sz="1350" dirty="0"/>
          </a:p>
        </p:txBody>
      </p:sp>
      <p:pic>
        <p:nvPicPr>
          <p:cNvPr id="7" name="Image 1" descr="/tmp/ppt/imgs/c42_11_2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249640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 membangun bilangan digit demi digit dengan flag tight sebagai penjaga batas atas. Tree DP menghitung dari daun ke akar, dan dp[u] selalu berbicara tentang subtree u.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DP Bitmask Dilihat sebagai Tabel Biasa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kota dengan jarak simetris. Mulai dari kota 0; mask menyatakan kota mana saja yang sudah dikunjungi.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3192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dp[mask][i] = biaya termurah mengunjungi mask, berhenti di 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19272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2404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6974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kota   {0, i}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2697480"/>
            <a:ext cx="182880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2697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8072" y="2697480"/>
            <a:ext cx="182880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8072" y="2697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76872" y="2697480"/>
            <a:ext cx="182880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76872" y="26974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5021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kota   {0, 1, 2}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502152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8072" y="3502152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76872" y="3502152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" y="430682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kota   semua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19272" y="4306824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4306824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4306824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233672" y="2697480"/>
            <a:ext cx="3291840" cy="530352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6062472" y="2697480"/>
            <a:ext cx="1463040" cy="530352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52486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53400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dp[{0,1}][1] = 10        dp[{0,2}][2] = 15        dp[{0,3}][3] = 20      langsung dari kota 0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56875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hanya cara memberi nomor pada himpunan. Begitu dilihat sebagai indeks baris tabel, DP bitmask sama saja dengan DP biasa.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Menambah Satu Kota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baris dibangun dari baris dengan mask yang bitnya lebih sedikit. Itulah urutan pengisiannya.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3192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dp[mask][i] = biaya termurah mengunjungi mask, berhenti di 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192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kota   {0, i}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2459736"/>
            <a:ext cx="182880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8072" y="2459736"/>
            <a:ext cx="182880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80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76872" y="2459736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768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2644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kota   {0, 1, 2}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264408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9272" y="32644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48072" y="3264408"/>
            <a:ext cx="182880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48072" y="32644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76872" y="3264408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0690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kota   semua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4069080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48072" y="4069080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76872" y="4069080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33672" y="2990088"/>
            <a:ext cx="1463040" cy="27432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62472" y="2990088"/>
            <a:ext cx="914" cy="2743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" y="501091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41832" y="51023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dp[{0,1,2}][2] = dp[{0,1}][1] + jarak(1,2) = 10 + 35 = 45        dp[{0,1,2}][1] = 15 + 35 = 50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5449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mask dari kecil ke besar sudah cukup: menambah satu kota selalu MEMBESARKAN nilai masknya, jadi yang dibutuhkan pasti sudah terisi.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Kembali ke Kota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seluruh kota dikunjungi, tambahkan biaya pulang ke kota 0 lalu ambil yang terkecil.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3192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dp[mask][i] = biaya termurah mengunjungi mask, berhenti di 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192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1480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berakhir di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kota   {0, i}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9272" y="2459736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192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48072" y="2459736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480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76872" y="2459736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76872" y="2459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26440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kota   {0, 1, 2}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264408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9272" y="32644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48072" y="3264408"/>
            <a:ext cx="1828800" cy="530352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48072" y="326440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76872" y="3264408"/>
            <a:ext cx="1828800" cy="530352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" y="406908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kota   semua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272" y="4069080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19272" y="4069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48072" y="4069080"/>
            <a:ext cx="1828800" cy="530352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48072" y="4069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76872" y="4069080"/>
            <a:ext cx="18288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76872" y="40690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62472" y="3794760"/>
            <a:ext cx="914" cy="27432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" y="5010912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1023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 = min(70 + 10, 65 + 15, 75 + 20) = min(80, 80, 95) = 80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44982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dua jalur berbeda sama-sama memberi 80. Pada TSP hal itu wajar, dan soal biasanya hanya meminta biayanya — bukan rutenya.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dan Ekspektasi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dengan arah perhitungan yang khas.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 -  Day 162</a:t>
            </a:r>
            <a:endParaRPr lang="en-US" sz="1350" dirty="0"/>
          </a:p>
        </p:txBody>
      </p:sp>
      <p:pic>
        <p:nvPicPr>
          <p:cNvPr id="5" name="Image 0" descr="/tmp/ppt/imgs/c42_15_2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9275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Ekspektasi  -  Day 163</a:t>
            </a:r>
            <a:endParaRPr lang="en-US" sz="1350" dirty="0"/>
          </a:p>
        </p:txBody>
      </p:sp>
      <p:pic>
        <p:nvPicPr>
          <p:cNvPr id="7" name="Image 1" descr="/tmp/ppt/imgs/c42_15_2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3869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Rerooting menjawab pertanyaan untuk SETIAP simpul dengan dua kali DFS. Ekspektasi selalu dihitung MUNDUR dari state akhir, karena E[i] bergantung pada state sesudahnya.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dan Broken Profile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kerangka untuk soal permainan dan pengubinan.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 -  Day 165</a:t>
            </a:r>
            <a:endParaRPr lang="en-US" sz="1350" dirty="0"/>
          </a:p>
        </p:txBody>
      </p:sp>
      <p:pic>
        <p:nvPicPr>
          <p:cNvPr id="5" name="Image 0" descr="/tmp/ppt/imgs/c42_16_2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0604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 -  Day 166</a:t>
            </a:r>
            <a:endParaRPr lang="en-US" sz="1350" dirty="0"/>
          </a:p>
        </p:txBody>
      </p:sp>
      <p:pic>
        <p:nvPicPr>
          <p:cNvPr id="7" name="Image 1" descr="/tmp/ppt/imgs/c42_16_27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43761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7512" y="5257800"/>
            <a:ext cx="10853928" cy="8686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941832" y="525780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menandai tiap posisi sebagai menang atau kalah, dengan base case posisi tanpa langkah adalah KALAH. Broken profile menyimpan tonjolan domino ke baris berikutnya di dalam mask.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Pengenalan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kata kunci menuju kerangka yang tepat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 Kunci ke Solusi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cepat dari kalimat pada soal menuju kerangka kode yang tepat.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926080"/>
                <a:gridCol w="353872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Kata kunci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Kerangka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Petunjuk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"kunjungi semua kota", n &lt;=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TSP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dp[mask][posisi]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"tugaskan n orang ke n pekerjaan"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popcount jadi giliran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"jumlah atas semua subset"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SOS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loop bit di luar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bilangan antara L dan R"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flag tight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"untuk setiap simpul pohon"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down + up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"pilih k simpul dari pohon"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Tree knapsack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loop pakai sz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"berapa harapan / peluang"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probabilitas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ekspektasi hitung mundur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"dua pemain bermain optimal"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Game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posisi menang / kalah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"tutup grid dengan domino"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Broken profile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= tonjolan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"bisa atau tidak", nilai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|= dp &lt;&lt; 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batasan tambahan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ulang 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ke Teknik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angkanya lebih dulu, sebelum memahami ceritanya.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6243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Batas 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Kompleksitas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Teknik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Contoh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20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 ·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bitmask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TSP, assignment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O(2^(n/2))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besar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O(n³)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matrix chain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5.000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O(n²)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LCS,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+ struktur data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LIS, DP +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≤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1D, tree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1D, tree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≤ 10^18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O(19 · state)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digit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hitung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banyak memakan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Jebakan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Diurutkan dari yang paling sering ditemui sampai yang paling jarang.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State kurang lengkap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Gejalanya: benar untuk kasus kecil, salah untuk kasus besar. Jalankan empat uji desain state dari Day 142 dan 155.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49761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4217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Lupa reset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689642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Testcase pertama benar, sisanya salah. Pada digit DP, cache wajib dikosongkan antara hitung(R) dan hitung(L−1).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102429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294698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Arah loop tertukar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9445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versus unbounded pada knapsack, atau loop bit versus loop mask pada SOS. Tidak menimbulkan error, hanya jawaban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370723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355179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Batas loop tidak memakai ukuran subtree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89926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tree knapsack, memakai n alih-alih sz membuat kompleksitas melonjak dari O(n·K) menjadi jauh lebih besar.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4312049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15660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Ekspektasi dihitung maju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0407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mundur dari state akhir. Menghitung maju membuat transisinya mustahil ditulis.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" y="4916859"/>
            <a:ext cx="9144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0120" y="476141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 Overflow dan modulo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5108883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cara tanpa modulo, atau memakai int untuk nilai besar. Terapkan modulo di setiap operasi.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" y="5521670"/>
            <a:ext cx="91440" cy="9144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0120" y="536622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 Jawaban diambil dari tempat yang salah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713694"/>
            <a:ext cx="10241280" cy="257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broken profile harus dp[R][0], pada LIS harus nilai terbesar di seluruh dp, pada TSP harus minimum atas seluruh kota terakhir.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Checklist Debug Lanjutan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checklist dasar dari Day 154 sudah dijalankan tetapi masih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brute force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solusi lambat yang jelas benar untuk n kecil, lalu bandingkan hasilnya pada input acak. Ini menemukan bug yang tidak terlihat dari membaca kode.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seluruh tabel dp untuk n kecil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3 atau 4, cetak seluruh isi dp dan periksa manual. Sering langsung terlihat sel mana yang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batas ekstrem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1, seluruh nilai sama, nilai maksimum, dan graf berbentuk rantai. Empat kasus ini menangkap sebagian besar kesalahan tepi.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kompleksitas sebenarnya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Tambahkan pencacah operasi. Bila angkanya jauh lebih besar dari perkiraan, ada batas loop yang salah.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ukuran state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berapa banyak state yang benar-benar dikunjungi. Bila jauh lebih besar dari perkiraan, ada state yang tidak ter-cache.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Kesiapan ke Materi Berikutnya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menanti setelah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Day 168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materi berikutnya, dan bagaimana masing-masing terhubung dengan DP.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lanjut — Day 169 ke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table, Fenwick tree, segment tree dengan lazy propagation. Banyak dipakai untuk mempercepat transisi DP, seperti pada Soal 2 di Day 167.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lanjut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Shortest path dengan state tambahan, SCC, dan DP pada DAG hasil kompresi. Semuanya memakai cara berpikir yang sama dengan DP.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Hashing, KMP, Z-function, dan suffix automaton. Beberapa di antaranya digabung dengan DP untuk soal yang lebih sulit.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DP lanjut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trick, divide and conquer optimization, dan Knuth optimization. Semuanya menurunkan kompleksitas transisi DP.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paling penting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langkah dari Day 141 tetap berlaku di semua materi berikutnya. Yang bertambah hanyalah alat untuk mempercepat transisinya.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Setelah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yang realistis untuk dikerjakan dalam satu sampai dua bulan.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seluruh AtCoder Educational DP Contest, 26 soal dari A sampai Z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bagian Dynamic Programming di CSES, 19 soal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20 soal Codeforces bertag "dp" dengan rating 1500–1800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Ulangi lima soal tersulit tanpa melihat catatan, seminggu setelah pertama kali mengerjakannya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catatan pribadi: untuk setiap soal, tulis state dan transisinya dalam satu kalimat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minggu, ambil satu soal lama lalu tambahkan satu batasan baru dan selesaikan lagi</a:t>
            </a:r>
            <a:endParaRPr lang="en-US" sz="135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3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Target: 50 soal DP dipahami penuh sebelum lanjut ke optimasi DP lanjut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Akhir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dari seluruh rangkaian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menengah = DP dasar + state yang lebih kaya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Bitmask, digit, pohon, dan profil semuanya memakai empat langkah yang sama. Yang berbeda hanya bentuk state-nya.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adalah petunjuk terbesar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pada soal hampir selalu menunjuk langsung ke tekniknya. Baca itu lebih dulu.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Delapan kerangka menutupi sebagian besar soal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bentuk kodenya, lalu sesuaikan isinya dengan soal yang dihadapi.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yang benar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puluh soal yang dipahami penuh jauh lebih berharga daripada dua ratus soal yang disalin.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2026-09-03T02:51:31Z</dcterms:created>
  <dcterms:modified xsi:type="dcterms:W3CDTF">2026-09-03T02:51:31Z</dcterms:modified>
</cp:coreProperties>
</file>