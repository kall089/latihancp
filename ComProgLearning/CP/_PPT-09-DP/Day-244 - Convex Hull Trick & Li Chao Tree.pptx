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Convex Hull Trick</a:t>
            </a:r>
            <a:endParaRPr lang="en-US" sz="4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&amp; Li Chao Tree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Ketika suku DP berbentuk garis lurus, mencari minimumnya menjadi soal geometri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Optimasi DP · Day 244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244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 Sederhana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banyak tarif taksi: masing-masing punya tarif buka pintu dan tarif per kilometer.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SEPERTI INI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DALAM SOAL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7512" y="2276856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276856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3544" y="2276856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Tarif buka pintu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86984" y="2523744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0" y="2276856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2276856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14032" y="2276856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Perpotongan garis (nilai c)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2898648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2898648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" y="2898648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Tarif per kilometer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86984" y="3145536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0" y="2898648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2898648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14032" y="2898648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Kemiringan garis (nilai m)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" y="3520440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3520440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3544" y="3520440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Taksi mana termurah untuk jarak x?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86984" y="3767328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0" y="3520440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0" y="3520440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14032" y="3520440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terkecil semua garis di titik x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4142232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" y="4142232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3544" y="4142232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taksi yang tidak pernah termurah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86984" y="4389120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58000" y="4142232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0" y="4142232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14032" y="4142232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Garis yang boleh dibuang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4764024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" y="4764024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23544" y="4764024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Daftar taksi terbaik per rentang jarak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586984" y="5010912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6858000" y="4764024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9" name="Shape 37"/>
          <p:cNvSpPr/>
          <p:nvPr/>
        </p:nvSpPr>
        <p:spPr>
          <a:xfrm>
            <a:off x="6858000" y="4764024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7114032" y="4764024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Selubung bawah (lower envelope)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67512" y="5532120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2" name="Shape 40"/>
          <p:cNvSpPr/>
          <p:nvPr/>
        </p:nvSpPr>
        <p:spPr>
          <a:xfrm>
            <a:off x="667512" y="5532120"/>
            <a:ext cx="1085392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941832" y="567842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INTINYA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941832" y="591616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Begitu suku DP terlihat sebagai garis, mencari minimumnya berubah dari mencari satu per satu menjadi soal geometri yang bisa dijawab langsung.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Convex hull trick mengubah rekurens DP berbentuk dp[j] + b[j] * a[i] menjadi soal geometri: mencari garis terendah pada satu titik.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keadaan j adalah sebuah garis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Sukunya berbentuk b[j] * x + dp[j], yaitu garis dengan kemiringan b[j] dan perpotongan dp[j]. Menghitung dp[i] berarti mencari nilai terkecil di x = a[i].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Garis yang tidak pernah terkecil boleh dibuang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titik potong tetangga kiri dan garis baru berada di bawah garis tengah, garis tengah itu tidak berguna lagi.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Versi tumpukan menuntut dua syarat monoton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Kemiringan dimasukkan menurun dan query datang menaik. Bila terpenuhi, biayanya O(1) amortisasi.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 Chao tree tidak menuntut syarat apa pun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 bebas, O(log C) per operasi. Sedikit lebih lambat, tetapi jauh lebih sulit disalahtulis.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Kenali dari rekurens DP yang mengandung hasil kali antara sesuatu milik j dan sesuatu milik 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Rekurens berbentuk dp[i] = min atau max atas j dari (dp[j] + b[j] * a[i])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DP O(n kuadrat) yang perlu diturunkan menjadi O(n log n)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Mencari nilai terkecil di antara banyak garis pada titik tertentu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menebang pohon, membagi tugas, atau memotong dengan biaya kuadratik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Sukunya tidak bisa ditulis sebagai perkalian dua faktor terpisah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Rekurensnya cocok untuk divide and conquer optimization atau Knuth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 cukup kecil sehingga O(n kuadrat) sudah lolos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Selalu pakai perkalian silang, bukan pembagian, saat memeriksa apakah sebuah garis boleh dibuang — dan bungkus dengan __int128 agar tidak luber.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linear (Day 143)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Optimasi memori DP (Day 153)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7512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2" name="Shape 10"/>
          <p:cNvSpPr/>
          <p:nvPr/>
        </p:nvSpPr>
        <p:spPr>
          <a:xfrm>
            <a:off x="667512" y="395935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05256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Geometri dasar (Day 240)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Divide &amp; conquer DP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Knuth optimization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2" name="Shape 20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Kinetic segment tree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Convex Hull Trick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&amp; Li Chao Tree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Suku DP berbentuk garis, minimumnya soal geometri.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ragu apakah syarat monoton terpenuhi, langsung pakai Li Chao tree. Selisih kecepatannya jarang menentukan, tetapi bug karena syarat yang dilanggar sering.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Bentuk DP yang Ditangani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Sebuah Garis Boleh Dibuang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Langkah demi Langkah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 Versi Tumpukan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 Chao Tree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Memilih di Antara Keduanya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Latihan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Gagasannya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keadaan DP adalah sebuah garis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Bentuk DP yang Ditangani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Kenali bentuknya lebih dulu: dp[i] = minimum atas j dari dp[j] + b[j] * a[i]. Setiap j menyumbang sebuah GARIS, dan pertanyaannya jadi soal geometri.</a:t>
            </a:r>
            <a:endParaRPr lang="en-US" sz="1300" dirty="0"/>
          </a:p>
        </p:txBody>
      </p:sp>
      <p:pic>
        <p:nvPicPr>
          <p:cNvPr id="4" name="Image 0" descr="/tmp/ppt/imgs/c43_8_27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5686" y="1993392"/>
            <a:ext cx="4050171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polos ini O(n^2) — untuk n = 200.000 sudah 2 x 10^10 operasi. Convex Hull Trick memangkasnya menjadi O(n) atau O(n log n) dengan membuang garis yang tidak pernah menjadi minimum.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3867912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739896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Kenali bentuknya: koefisien b[j] tidak bergantung pada i.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377690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249674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j adalah garis; mencari minimum = mencari garis terbawah di titik a[i].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887468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759452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b bergantung pada i DAN j sekaligus, ini bukan wilayah CHT.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397246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269230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Bentuk ini muncul di soal biaya pemotongan, pembagian tugas, dan penjadwalan.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Sebuah Garis Boleh Dibuang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Sebuah garis boleh dibuang bila ia tidak pernah menjadi yang terbawah untuk x mana pun. Satu perbandingan silang sudah cukup memutuskannya.</a:t>
            </a:r>
            <a:endParaRPr lang="en-US" sz="1300" dirty="0"/>
          </a:p>
        </p:txBody>
      </p:sp>
      <p:pic>
        <p:nvPicPr>
          <p:cNvPr id="4" name="Image 0" descr="/tmp/ppt/imgs/c43_9_28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8002" y="1993392"/>
            <a:ext cx="3665541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kelompok kedua, kode menjawab "jangan dibuang" — dan tabelnya membenarkan: pada x = 2 dan x = 3, h2 memang garis terbawah. Untuk kelompok pertama g2 tidak pernah terbawah, jadi aman dibuang.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4082796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954780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Bandingkan silang tanpa pembagian supaya tidak ada galat pecahan.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538853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410837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Semua nilai wajib long long — perkalian dua selisih mudah luber.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994910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866894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Garis dibuang dari ujung hull saat garis baru ditambahkan.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450967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322951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garis masuk dan keluar paling banyak sekali, jadi totalnya O(n).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garis, satu di antaranya terbuang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Tiga Garis Pertama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L1, L2, dan L3 dimasukkan, nilai terkecil pada tiap x membentuk selubung bawah.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4203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min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93392" y="2395728"/>
            <a:ext cx="1097280" cy="548640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93392" y="239572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93392" y="3017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63824" y="2395728"/>
            <a:ext cx="1097280" cy="548640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163824" y="239572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163824" y="3017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34256" y="2395728"/>
            <a:ext cx="1097280" cy="548640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334256" y="239572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334256" y="3017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504688" y="2395728"/>
            <a:ext cx="10972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504688" y="239572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504688" y="3017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675120" y="2395728"/>
            <a:ext cx="10972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75120" y="239572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675120" y="3017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845552" y="2395728"/>
            <a:ext cx="10972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845552" y="239572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12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845552" y="3017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x=5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015984" y="2395728"/>
            <a:ext cx="10972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015984" y="239572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14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9015984" y="3017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x=6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0186416" y="2395728"/>
            <a:ext cx="10972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186416" y="239572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16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0186416" y="3017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x=7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67512" y="3511296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41832" y="360273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L1: y = 3x + 0      L2: y = 2x + 2      L3: y = 1x + 9      ketiganya masih berguna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941832" y="395020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x kecil L1 yang terkecil; makin ke kanan L2 mengambil alih. L3 baru menjadi terkecil pada x jauh di kanan, sekitar x = 8 ke atas.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L4 Masuk, L3 Terbuang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Garis mendatar L4 mengambil alih seluruh bagian kanan, sehingga L3 tidak pernah lagi menjadi terkecil.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4203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min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93392" y="2395728"/>
            <a:ext cx="10972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93392" y="239572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93392" y="3017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63824" y="2395728"/>
            <a:ext cx="10972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163824" y="239572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163824" y="3017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34256" y="2395728"/>
            <a:ext cx="10972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334256" y="239572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334256" y="3017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504688" y="2395728"/>
            <a:ext cx="10972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504688" y="239572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504688" y="3017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675120" y="2395728"/>
            <a:ext cx="10972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75120" y="239572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675120" y="3017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845552" y="2395728"/>
            <a:ext cx="1097280" cy="548640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845552" y="239572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12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845552" y="3017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x=5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015984" y="2395728"/>
            <a:ext cx="1097280" cy="548640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015984" y="239572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14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9015984" y="3017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x=6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0186416" y="2395728"/>
            <a:ext cx="1097280" cy="548640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186416" y="239572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16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0186416" y="3017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x=7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67512" y="3511296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41832" y="360273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potong L2 dan L4 di x = 5, nilainya 12      L3 di x = 5 bernilai 14      14 &gt; 12  -&gt;  L3 DIBUANG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941832" y="395020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Inilah pemeriksaan tidakBerguna: bila titik potong tetangga kiri dan garis baru berada di bawah garis tengah, garis tengah itu boleh dibuang.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Selubung Akhir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Tersisa tiga garis. Perhatikan nilai pada x = 6 dan 7 kini lebih kecil daripada sebelumnya.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4203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min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93392" y="2395728"/>
            <a:ext cx="10972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93392" y="239572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93392" y="3017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63824" y="2395728"/>
            <a:ext cx="10972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163824" y="239572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163824" y="3017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34256" y="2395728"/>
            <a:ext cx="10972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334256" y="239572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334256" y="3017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504688" y="2395728"/>
            <a:ext cx="10972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504688" y="239572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504688" y="3017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675120" y="2395728"/>
            <a:ext cx="10972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75120" y="239572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675120" y="3017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845552" y="2395728"/>
            <a:ext cx="10972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845552" y="239572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12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845552" y="3017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x=5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015984" y="2395728"/>
            <a:ext cx="1097280" cy="548640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015984" y="239572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12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9015984" y="3017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x=6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0186416" y="2395728"/>
            <a:ext cx="1097280" cy="548640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186416" y="239572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12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0186416" y="3017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x=7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67512" y="3511296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41832" y="360273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selubung: L1 untuk x &lt;= 2,  L2 untuk 2 sampai 5,  L4 untuk x &gt;= 5        L3 tidak terpakai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941832" y="395020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Pemeriksaan berikutnya, apakah L2 juga boleh dibuang, memberi jawaban tidak: potong L1 dan L4 di x = 4 bernilai 12, sedangkan L2 di situ hanya 10.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bentuk, dua tingkat kelonggaran syarat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Versi Tumpukan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syarat pemakaiannya di baris 3 sampai 5 — melanggarnya membuat jawabannya salah diam-diam.</a:t>
            </a:r>
            <a:endParaRPr lang="en-US" sz="1300" dirty="0"/>
          </a:p>
        </p:txBody>
      </p:sp>
      <p:pic>
        <p:nvPicPr>
          <p:cNvPr id="4" name="Image 0" descr="/tmp/ppt/imgs/c43_15_28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3125" y="1755648"/>
            <a:ext cx="2978133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Syarat pemakaiannya keras: kemiringan wajib menurun dan query wajib menaik. Bila tidak, pakai Li Chao tree.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Perkalian silang memakai __int128 agar tidak luber. Nilai m dan c bisa mencapai sepuluh pangkat delapan belas.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Garis di belakang dibuang selama ia tidak berguna. Setiap garis keluar paling banyak sekali, jadi totalnya O(n).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Penunjuk disesuaikan bila selubungnya menyusut, agar tidak menunjuk ke luar batas.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Query memanfaatkan x yang menaik: penunjuk hanya bergerak maju, tidak pernah mundur. Itulah O(1) amortisasinya.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 Chao Tree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baris 4 dan 5: keunggulannya adalah tidak ada syarat monoton sama sekali.</a:t>
            </a:r>
            <a:endParaRPr lang="en-US" sz="1300" dirty="0"/>
          </a:p>
        </p:txBody>
      </p:sp>
      <p:pic>
        <p:nvPicPr>
          <p:cNvPr id="4" name="Image 0" descr="/tmp/ppt/imgs/c43_16_28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0137" y="1755648"/>
            <a:ext cx="3461269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simpul menyimpan satu garis yang terbaik di titik tengahnya. Rekursinya hanya turun ke SATU sisi, sehingga penyisipan maupun query berbiaya O(log C).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Memilih di Antara Keduanya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Pilihannya ditentukan dua hal: apakah kemiringan yang ditambahkan monoton, dan apakah nilai x yang ditanyakan monoton. Kode ini memeriksanya untukmu.</a:t>
            </a:r>
            <a:endParaRPr lang="en-US" sz="1300" dirty="0"/>
          </a:p>
        </p:txBody>
      </p:sp>
      <p:pic>
        <p:nvPicPr>
          <p:cNvPr id="4" name="Image 0" descr="/tmp/ppt/imgs/c43_17_28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09996" y="1993392"/>
            <a:ext cx="4161551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Aturannya sesederhana ini. Kalau ragu, pakai Li Chao Tree: ia menerima kemiringan dan pertanyaan dalam urutan apa pun, dengan harga O(log n) per operasi.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3867912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739896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Kemiringan monoton saja sudah cukup untuk memakai hull.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377690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249674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Pertanyaan monoton menghapus binary search-nya — cukup penunjuk berjalan.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887468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759452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 Chao Tree selalu aman, tetapi konstantanya lebih besar.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397246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269230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minimum, kemiringan ditambahkan MENURUN; untuk maksimum, menaik.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Jebakan yang Sering Terjadi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kesalahan yang menyumbang hampir seluruh bug pada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Syarat monoton ternyata tidak terpenuhi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Versi tumpukan menuntut kemiringan menurun dan query menaik. Bila dilanggar, jawabannya salah tanpa tanda apa pun. Bila ragu, pakai Li Chao tree.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Luber pada perkalian silang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Hasil kali dua besaran sebesar sepuluh pangkat delapan belas melampaui long long. Gunakan __int128 pada pemeriksaan tidakBerguna.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Memakai pembagian untuk mencari titik potong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Pembagian membawa galat pembulatan dan bisa membuang garis yang seharusnya dipertahankan. Selalu pakai bentuk perkalian silang.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Salah arah untuk mencari maksimum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maksimum, kemiringan dimasukkan MENAIK dan tanda perbandingan dibalik. Cara paling aman: negasikan seluruh nilai lalu cari minimum.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pernyataan sampai kode lengkap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A78BFA"/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Terbimbing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Selubung Bawah Sekumpulan Garis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n garis berbentuk y = m x + c, dimasukkan dengan kemiringan menurun. Keluarkan nilai terkecil di antara seluruh garis pada x = 0 sampai x = 7. Garis yang tidak pernah menjadi terkecil harus terbuang dari selubung.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84632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n &lt;= 200000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mutlak m dan c &lt;= 10^9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kemiringan diberikan dalam urutan menurun</a:t>
            </a:r>
            <a:endParaRPr lang="en-US" sz="1200" dirty="0"/>
          </a:p>
        </p:txBody>
      </p:sp>
      <p:pic>
        <p:nvPicPr>
          <p:cNvPr id="9" name="Image 0" descr="/tmp/ppt/imgs/c43_20_28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5249" y="1280160"/>
            <a:ext cx="1780382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 Lengkap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baris 11 dan 12: perkalian silang memakai __int128 agar aman dari luber.</a:t>
            </a:r>
            <a:endParaRPr lang="en-US" sz="1300" dirty="0"/>
          </a:p>
        </p:txBody>
      </p:sp>
      <p:pic>
        <p:nvPicPr>
          <p:cNvPr id="4" name="Image 0" descr="/tmp/ppt/imgs/c43_21_28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18391" y="1755648"/>
            <a:ext cx="2344763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O(n) amortisasi untuk penyisipan dan O(1) amortisasi per query. Perhatikan kedua loop while hanya bergerak maju, tidak pernah mundur.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soal pertama memakai CHT langsung; tiga berikutnya butuh menyusun bentuk garisnya sendiri.</a:t>
            </a:r>
            <a:endParaRPr lang="en-US" sz="13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4480560"/>
                <a:gridCol w="299008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Yang dilatih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Tingkat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Movie Festival II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Pengenalan bentuk DP berlapis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319C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Menebang pohon, CHT paling klasik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1083E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CHT dengan pengurutan lebih dulu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932F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Li Chao tree pada pohon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660F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CHT digabung prefix sum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perlu terbawa dari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Suku dp[j] + b[j] * a[i] adalah sebuah garis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Begitu dilihat begitu, DP berubah menjadi pencarian nilai terkecil di antara sekumpulan garis pada satu titik x.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Garis yang tidak pernah terkecil boleh dibuang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titik potong tetangga kiri dan garis baru berada di bawah garis tengah, garis tengah itu tidak berguna. Setiap garis keluar paling banyak sekali.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Versi tumpukan menuntut dua syarat monoton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Kemiringan menurun dan query menaik. Bila salah satu tidak terpenuhi, jawabannya salah tanpa tanda apa pun.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 Chao tree tidak menuntut syarat apa pun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O(log C) per operasi, urutan bebas. Sedikit lebih lambat, tetapi jauh lebih sulit disalahtulis — pilih ini bila ragu.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2026-09-05T08:51:32Z</dcterms:created>
  <dcterms:modified xsi:type="dcterms:W3CDTF">2026-09-05T08:51:32Z</dcterms:modified>
</cp:coreProperties>
</file>