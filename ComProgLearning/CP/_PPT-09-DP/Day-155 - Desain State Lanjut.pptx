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Lanjut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menambah dimensi, dan bagaimana mengetahuinya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lanjut: menambah dimensi tanpa berlebihan.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orang berdiri di halte yang sama. Yang satu sudah punya tiket, yang satu belum. Pilihan mereka berbeda.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dua keadaan bernilai state sama tetapi pilihannya berbeda, ada informasi yang belum masuk ke state.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satu kolom pada tabel besar berarti menggandakan seluruh tabel. Pikirkan dulu apakah benar diperlukan.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dimensi baru mengalikan jumlah state. Selalu tanyakan apakah bisa disimpulkan ulang.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uang bisa jutaan, tetapi kalau yang penting hanya sisa bagi tujuh, cukup catat sisa baginya.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Pemadatan state: sisa besar jadi sisa bagi; himpunan jadi bitmask; dua nilai jadi selisihnya.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membeli lemari, ukur dulu apakah muat di kamar.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jumlah state dikali biaya transisi di kertas, sebelum menulis kode.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state kurang: benar di contoh kecil, salah di kasus rumit. Tanda state berlebih: TLE atau MLE padahal logikanya benar.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DP menengah, kesulitannya berpindah dari menulis kode menjadi memilih state. Materi ini melatih keputusan itu secara sistematis.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perancangnya selalu sama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dua keadaan punya nilai state yang identik, apakah keduanya pasti punya pilihan dan hasil yang sama? Bila tidak, ada informasi yang belum masuk ke state.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dimensi itu mahal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dimensi baru mengalikan jumlah state. Selalu tanyakan apakah informasi itu bisa disimpulkan ulang dari dimensi yang sudah ada.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informasi bisa dipadatkan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yang besar sering cukup disimpan sebagai sisa bagi; himpunan disimpan sebagai bitmask; selisih dua nilai sering menggantikan kedua nilainya.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dulu, baru tulis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DP kira-kira jumlah state dikali biaya transisi. Menghitungnya di kertas menghemat jauh lebih banyak waktu daripada menulis lalu menghapus.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dipakai setiap kali rancangan DP pertamamu terasa tidak cukup, atau terlalu besar.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Rancangan state pertamamu memberi jawaban salah pada kasus tertentu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state-mu terlalu besar dan perlu dipadatkan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punya beberapa batasan sekaligus yang harus dilacak bersamaan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memutuskan apakah suatu informasi wajib disimpan atau bisa dihitung ulang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234086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Soalnya sudah cocok dengan pola baku seperti knapsack atau LCS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dimensi hanya karena ragu — periksa dulu apakah benar-benar diperlukan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state kurang lengkap: kode benar pada contoh kecil tetapi salah pada kasus yang sedikit lebih rumit. Tanda state berlebih: TLE atau MLE padahal logikanya benar.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 DP dasar (Day 154)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 (Day 153)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(Day 156)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 (Day 159)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Lanjut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menambah dimensi, dan bagaimana memadatkannya.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materi DP menengah setelah ini pada dasarnya adalah contoh perancangan state yang berbeda-beda. Materi ini adalah kerangkanya.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Gejala State Kurang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Studi Kasus Jual Beli Saham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Dimensi Pertama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Dimensi Kedua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Jumlah Dimensi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Dimensi yang Sering Muncul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Gejala State Kurang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Mengenali sebelum menghabiskan waktu debugging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Tanda-tandanya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yang kurang tidak menimbulkan error. Ia hanya memberi jawaban yang salah, dan itu jauh lebih sulit dilacak.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Transisinya tidak bisa ditulis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mencoba merumuskan dp[i] dari dp[i−1], kamu terus merasa “tapi saya perlu tahu apakah tadi …”. Itulah informasi yang hilang.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Benar untuk kasus kecil, salah untuk kasus besar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n kecil, kebetulan tidak ada konflik. Semakin banyak data, semakin sering dua kondisi berbeda dipaksa berbagi satu state.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selalu terlalu besar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Biasanya karena state membolehkan kombinasi yang sebenarnya tidak sah, misalnya menjual saham yang tidak dimiliki.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cepat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Bacakan definisi state-mu keras-keras. Kalau kamu masih perlu menambahkan kalimat “dengan syarat …”, syarat itu harus menjadi dimensi.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Studi Kasus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Jual beli saham — contoh paling jelas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Percobaan Pertama yang Gagal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Terlihat masuk akal, tetapi ada informasi penting yang tidak tersimpan.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Soal: diberikan harga saham tiap hari, cari keuntungan maksimum. Boleh membeli dan menjual berkali-kali, tetapi tidak boleh memegang dua saham sekaligus.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dp[i] saja, kita tahu keuntungan terbaik sampai hari i — tetapi tidak tahu apakah pada hari itu kita sedang memegang saham atau tidak. Padahal itu menentukan langkah berikutnya.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590288"/>
            <a:ext cx="4480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persis kegagalan Uji 2 dari Day 142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Solusinya: jadikan informasi yang hilang sebagai dimensi baru</a:t>
            </a:r>
            <a:endParaRPr lang="en-US" sz="1250" dirty="0"/>
          </a:p>
        </p:txBody>
      </p:sp>
      <p:pic>
        <p:nvPicPr>
          <p:cNvPr id="6" name="Image 0" descr="/tmp/ppt/imgs/c29_10_1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23684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Dimensi Pertama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 baru berisi “kondisi” yang tadinya tidak tercatat.</a:t>
            </a:r>
            <a:endParaRPr lang="en-US" sz="1300" dirty="0"/>
          </a:p>
        </p:txBody>
      </p:sp>
      <p:pic>
        <p:nvPicPr>
          <p:cNvPr id="4" name="Image 0" descr="/tmp/ppt/imgs/c29_11_1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540" y="1755648"/>
            <a:ext cx="538730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menjadi dua dimensi: hari ke berapa, dan sedang memegang saham atau tidak.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hari pertama: tanpa saham keuntungannya 0, dengan saham keuntungannya minus harga hari itu.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"tidak punya saham": tetap tidak punya, atau menjual saham yang tadi dipegang.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"punya saham": tetap memegang, atau membeli hari ini dengan mengurangi keuntungan.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diambil dari dp[n-1][0], karena memegang saham di akhir tidak pernah lebih menguntungkan.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Dimensi Kedua Berisi Dua Keadaan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Bentuknya sama persis dengan kasus saham: satu dimensi tambahan yang isinya hanya dua kemungkinan.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41071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[3, 2, 5, 10, 7]   — dilarang mengambil dua yang bersebelahan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410712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965192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19672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074152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28632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4597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dp[i][0]   TIDAK ambil a[i]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10712" y="2459736"/>
            <a:ext cx="1554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245973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65192" y="2459736"/>
            <a:ext cx="1554480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65192" y="245973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19672" y="2459736"/>
            <a:ext cx="15544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74152" y="2459736"/>
            <a:ext cx="15544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28632" y="2459736"/>
            <a:ext cx="15544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" y="326440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dp[i][1]   AMBIL a[i]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10712" y="3264408"/>
            <a:ext cx="1554480" cy="530352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10712" y="326440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65192" y="3264408"/>
            <a:ext cx="1554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65192" y="326440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19672" y="3264408"/>
            <a:ext cx="15544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74152" y="3264408"/>
            <a:ext cx="15544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28632" y="3264408"/>
            <a:ext cx="15544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187952" y="2459736"/>
            <a:ext cx="1243584" cy="133502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7512" y="42062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" y="42976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dp[0][0] = 0 (lewati)      dp[0][1] = 3 (ambil)      dp[1][0] = max(0, 3) = 3      dp[1][1] = 0 + 2 = 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" y="46451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dimensi kedua, kamu tidak bisa membedakan "nilai terbaik sampai i" dari "nilai terbaik sampai i BILA a[i] diambil" — dan perbedaan itulah yang menentukan transisinya.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Setiap Baris Membaca Baris Lain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silangnya: keadaan "ambil" membaca keadaan "tidak ambil" pada kolom sebelumnya.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41071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[3, 2, 5, 10, 7]   — dilarang mengambil dua yang bersebelahan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410712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965192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19672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074152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28632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4597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dp[i][0]   TIDAK ambil a[i]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10712" y="2459736"/>
            <a:ext cx="1554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245973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65192" y="2459736"/>
            <a:ext cx="1554480" cy="530352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65192" y="245973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19672" y="2459736"/>
            <a:ext cx="1554480" cy="530352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19672" y="245973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74152" y="2459736"/>
            <a:ext cx="1554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74152" y="245973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28632" y="2459736"/>
            <a:ext cx="15544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" y="326440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dp[i][1]   AMBIL a[i]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10712" y="3264408"/>
            <a:ext cx="1554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10712" y="326440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65192" y="3264408"/>
            <a:ext cx="1554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65192" y="326440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19672" y="3264408"/>
            <a:ext cx="1554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19672" y="326440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74152" y="3264408"/>
            <a:ext cx="1554480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74152" y="326440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28632" y="3264408"/>
            <a:ext cx="15544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42432" y="2990088"/>
            <a:ext cx="2798064" cy="274320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96912" y="2990088"/>
            <a:ext cx="1243584" cy="27432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67512" y="42062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42976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dp[i][1] = dp[i-1][0] + a[i]      dp[3][1] = dp[2][0] + 10 = 3 + 10 = 13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46451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"ambil" WAJIB membaca baris "tidak ambil", bukan nilai terbaik keseluruhan. Kalau tidak, dua elemen bersebelahan bisa terpilih bersamaan.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Jawaban Diambil dari Kedua Keadaan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keadaan akhir boleh apa saja, jawabannya adalah nilai terbesar di antara kedua baris pada kolom terakhir.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410712" y="2167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[3, 2, 5, 10, 7]   — dilarang mengambil dua yang bersebelahan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410712" y="2404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965192" y="2404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19672" y="2404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074152" y="2404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28632" y="2404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69748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dp[i][0]   TIDAK ambil a[i]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10712" y="2697480"/>
            <a:ext cx="1554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269748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65192" y="2697480"/>
            <a:ext cx="1554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65192" y="269748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19672" y="2697480"/>
            <a:ext cx="1554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19672" y="269748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74152" y="2697480"/>
            <a:ext cx="1554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74152" y="269748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28632" y="2697480"/>
            <a:ext cx="1554480" cy="530352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28632" y="269748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35021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dp[i][1]   AMBIL a[i]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10712" y="3502152"/>
            <a:ext cx="1554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10712" y="350215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65192" y="3502152"/>
            <a:ext cx="1554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65192" y="350215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19672" y="3502152"/>
            <a:ext cx="1554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19672" y="350215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74152" y="3502152"/>
            <a:ext cx="1554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74152" y="350215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28632" y="3502152"/>
            <a:ext cx="1554480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28632" y="350215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405872" y="3227832"/>
            <a:ext cx="914" cy="274320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7512" y="44439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45354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 = max(dp[4][0], dp[4][1]) = max(13, 15) = 15      yaitu a[0] + a[2] + a[4] = 3 + 5 + 7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48828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sangat sering: mengambil dp[n-1][0] saja atau dp[n-1][1] saja. Selalu periksa keadaan akhir mana saja yang sah menurut soalnya.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Dimensi Berikutnya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batasan baru berarti satu dimensi baru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Variasi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kerangkanya tidak berubah, hanya bertambah dimensi atau bertambah nilai state.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K transaksi</a:t>
            </a:r>
            <a:endParaRPr lang="en-US" sz="1350" dirty="0"/>
          </a:p>
        </p:txBody>
      </p:sp>
      <p:pic>
        <p:nvPicPr>
          <p:cNvPr id="5" name="Image 0" descr="/tmp/ppt/imgs/c29_16_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344851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 jeda setelah menjual</a:t>
            </a:r>
            <a:endParaRPr lang="en-US" sz="1350" dirty="0"/>
          </a:p>
        </p:txBody>
      </p:sp>
      <p:pic>
        <p:nvPicPr>
          <p:cNvPr id="7" name="Image 1" descr="/tmp/ppt/imgs/c29_16_2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21241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Soal ke Dimensi State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ini berlaku jauh melampaui soal saham.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291840"/>
                <a:gridCol w="36576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Batasan di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Dimensi tambahan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Ukuran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 memegang atau tidak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atau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Maksimal K transaksi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sisa jatah transaksi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 + 1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Jeda 1 hari setelah menjual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fase: bebas, punya, baru jual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 melewati m rintangan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sisa jatah lewat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 + 1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Harus berakhir di kondisi tertentu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kondisi sekarang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sesuai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Sisa bahan bakar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sisa kapasitas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kapasitas + 1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Jumlah Dimensi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dimensi tidak gratis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Menimbang Biayanya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dimensi baru mengalikan jumlah state. Hitung sebelum menambah.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dimensi mengalikan jumlah 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dp[n] berukuran n. dp[n][2] berukuran 2n. dp[n][K][2] berukuran 2nK. Kalikan dengan biaya transisi untuk mendapat total waktu.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Patokan aman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dikali biaya transisi harus di bawah 10^8. Untuk n = 10^5 dan K = 100, dp[n][K][2] sudah 2 × 10^7 — masih aman.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terlalu besar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apakah salah satu dimensi bisa dihilangkan. Sering kali dimensi "hari" bisa dibuang dengan rolling array, seperti pada contoh soal berikut.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menambah dimensi yang tidak dipakai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 yang tidak pernah memengaruhi transisi hanya memboroskan memori dan waktu. Uji: apakah menghapusnya mengubah jawaban?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Best Time to Buy and Sell Stock dengan batas K transaksi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Jual Beli Saham dengan Batas Transaksi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Maksimalkan Keuntungan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harga saham selama n hari dan batas maksimal K transaksi. Satu transaksi berarti sepasang beli dan jual.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tidak boleh memegang lebih dari satu saham sekaligus. Hitung keuntungan maksimum.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389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K ≤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harga ≤ 10^9</a:t>
            </a:r>
            <a:endParaRPr lang="en-US" sz="1200" dirty="0"/>
          </a:p>
        </p:txBody>
      </p:sp>
      <p:pic>
        <p:nvPicPr>
          <p:cNvPr id="9" name="Image 0" descr="/tmp/ppt/imgs/c29_21_2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280160"/>
            <a:ext cx="4572000" cy="398603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 hari dibuang dengan rolling array, sehingga memori hanya O(K).</a:t>
            </a:r>
            <a:endParaRPr lang="en-US" sz="1300" dirty="0"/>
          </a:p>
        </p:txBody>
      </p:sp>
      <p:pic>
        <p:nvPicPr>
          <p:cNvPr id="4" name="Image 0" descr="/tmp/ppt/imgs/c29_22_2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520" y="1755648"/>
            <a:ext cx="420934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disederhanakan menjadi dp[k][punya], karena dimensi hari bisa ditimpa langsung.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case: tanpa saham keuntungannya 0, dengan saham diberi nilai sangat kecil agar tidak terpilih sebelum ada pembelian.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 MUNDUR agar dp[k-1][0] yang dibaca masih berasal dari hari sebelumnya — persis prinsip 0/1 knapsack.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Transaksi dihitung saat MEMBELI, karena itulah saat jatah k berkurang.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· K) = 10^7. Kalau K &gt;= n/2, batas transaksi praktis tidak berlaku dan soal berubah menjadi versi tanpa batas.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Dimensi yang Sering Muncul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kelimanya, dan sebagian besar soal DP menengah terasa familiar.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 kondisi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Sedang memegang sesuatu, sedang dalam mode tertentu, atau warna terakhir yang dipakai. Ukurannya kecil, biasanya 2 sampai 4.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 jatah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transaksi, sisa penghapusan, sisa bahan bakar. Ukurannya sebesar batas yang diberikan soal.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 himpunan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mana saja yang sudah dipakai, direpresentasikan sebagai bitmask. Dibahas di Day 156 dan 157.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 posisi kedua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orang berjalan bersamaan, atau dua string dibandingkan. Ini yang membuat DP dua string menjadi 2D.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 sisa modulo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bagi terhadap suatu bilangan, misalnya “jumlahnya harus habis dibagi k”.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Best Time to Buy and Sell Stock II, III, IV, dan with Cooldown — empat variasi dari satu soal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M (Candies) dan soal O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Removing Digits, Array Description — perhatikan dimensi tambahannya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soal, tulis dulu definisi state lengkap dengan seluruh dimensinya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mengenali: baca lima soal DP, dan untuk masing-masing tentukan berapa dimensi yang dibutuhkan tanpa menulis kode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salah satu solusi 3D menjadi 2D dengan rolling array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Informasi yang hilang menjadi dimensi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transisinya tidak bisa ditulis tanpa kalimat "dengan syarat", syarat itu harus jadi dimensi.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dimensi mengalikan jumlah state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ulang kompleksitasnya setiap kali menambah dimensi.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 hari sering bisa dibuang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rolling array, dp[i][k][s] menjadi dp[k][s] — perhatikan arah loopnya.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156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Bitmask: ketika state-nya adalah sebuah himpunan.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