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—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Traveling Salesman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state-nya adalah sebuah himpunan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bitmask: himpunan sebagai indeks tabel.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Salesman harus mengunjungi 15 kota tepat sekali dengan total jarak terkecil, lalu kembali.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Traveling salesman problem. Urutan kunjungan penting, jadi brute force adalah 15 faktorial.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benar-benar menentukan langkah berikutnya hanya dua hal: kota mana saja yang SUDAH dikunjungi, dan kamu sekarang di kota mana.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= (mask kota terkunjungi, posisi sekarang). Urutan persis kunjungan sebelumnya tidak penting.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kota terkunjungi bisa ditulis sebagai deretan centang — dan deretan centang itu sebuah angka.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mengubah himpunan menjadi bilangan, sehingga bisa dipakai sebagai indeks array.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20 kota ada sejuta daftar centang. Dengan 25 kota sudah 33 juta — mulai berat.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praktisnya n sekitar 20. Batasan n &lt;= 20 pada soal adalah petunjuk sangat kuat.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batasan n &lt;= 20 pada soal yang berbicara tentang himpunan? Tulis 2^n di kertas — biasanya jawabannya DP bitmask.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menyimpan "himpunan yang sudah dikunjungi" sebagai satu bilangan, sehingga himpunan bisa menjadi indeks tabel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(mask, posisi)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adalah himpunan simpul yang sudah dikunjungi; posisi adalah simpul terakhir yang disinggahi. Bersama-sama keduanya menentukan sepenuhnya apa yang bisa dilakukan selanjutnya.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 adalah contoh bakunya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Kunjungi semua kota tepat sekali dengan total jarak terkecil. Kompleksitasnya O(2^n x n²), yang untuk n = 20 sekitar 4 x 10^8 — masih bisa dengan implementasi rapi.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Batasnya sangat jelas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2^n tumbuh sangat cepat. n = 20 bisa; n = 22 sudah berat; n = 25 mustahil. Bila soal menyebut n &lt;= 20, itu petunjuk hampir pasti ke DP bitmask.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pengisian mengikuti nilai mask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mask hanya bertambah bitnya, mengiterasi mask dari kecil ke besar sudah menjamin sub-state selalu terhitung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paling kuat ada di batasan: n yang sangat kecil dan soal berbicara tentang himpunan atau urutan.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di bawah sekitar 20 dan soal berbicara tentang mengunjungi atau memilih himpunan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kunjungan penting dan tidak bisa disimpulkan dari himpunannya saja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perjalanan mengunjungi semua titik, atau menyusun urutan pekerjaan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melacak "benda mana saja yang sudah dipakai"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lebih dari sekitar 22 — 2^n tidak akan muat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tidak penting; sering ada solusi yang jauh lebih sederhana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struktur khusus seperti pohon atau interval yang bisa dimanfaatkan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melihat batasan n &lt;= 20 pada soal yang berbicara tentang himpunan, tulis 2^n di kertas. Bila hasilnya masuk akal, DP bitmask hampir pasti jawabannya.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(Day 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 (Day 155)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(Day 157)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 (Day 158)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(TSP)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sebagai indeks tabel, dengan posisi terakhir sebagai dimensi kedua.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adalah materi di mana operasi bit harus benar-benar lancar. Bila masih ragu, ulangi Day 60 sebelum melanjutkan.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Bitmask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Bitmask Wajib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TSP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State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dan Variasi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Bitmask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himpunan dalam satu bilangan bulat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adalah cara mewakili “barang mana saja yang sudah dipakai” dalam satu angka.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bit untuk satu elemen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ke-i bernilai 1 berarti elemen ke-i sudah dipakai atau sudah dikunjungi. Bernilai 0 berarti belum.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integer mewakili satu himpunan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4, angka 13 dalam biner adalah 1101, yang berarti elemen 0, 2, dan 3 sudah dipakai.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n harus kecil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himpunan adalah 2^n. Untuk n = 20 itu sekitar satu juta — masih aman. Untuk n = 25 sudah 33 juta, dan n = 30 mustahil.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soal menyebut n ≤ 20 dan meminta “kunjungi semua”, “tugaskan semua”, atau “pilih urutan terbaik”. Batasan kecil itu sendiri adalah petunjuknya.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Sebuah Bitmask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untuk n = 4 kota.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 biner 1101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&gt;&gt; i &amp; 1   memeriksa apakah elemen i sudah dipakai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0, 2, dan 3 sudah dikunjungi. Kota 1 belum. Perhatikan bit paling kanan adalah elemen ke-0.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yang Wajib Dikuasai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 operasi ini muncul di hampir setiap solusi bitmask.</a:t>
            </a:r>
            <a:endParaRPr lang="en-US" sz="1300" dirty="0"/>
          </a:p>
        </p:txBody>
      </p:sp>
      <p:pic>
        <p:nvPicPr>
          <p:cNvPr id="4" name="Image 0" descr="/tmp/ppt/imgs/c30_10_2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5934" y="1755648"/>
            <a:ext cx="615708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TSP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Kunjungi semua kota tepat sekali, lalu kembali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contoh sempurna dari Day 155: satu dimensi saja tidak cukup.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mask saja tidak cukup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state hanya berupa himpunan kota yang sudah dikunjungi, kita tidak tahu sedang berdiri di kota mana. Padahal biaya langkah berikutnya bergantung pada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dp[mask][u] = biaya minimum untuk mengunjungi tepat himpunan kota mask, dan saat ini berada di kota 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(mask, u), pindah ke kota v yang belum dikunjungi. State baru menjadi (mask | 1&lt;&lt;v, v) dengan biaya bertambah d[u][v].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dp[1][0] = 0, artinya baru mengunjungi kota 0 dan sedang berada di sana.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2^n × n, biaya transisi n. Total O(2^n · n²). Untuk n = 20 itu sekitar 4 × 10^8 — batas atas yang realistis.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4 kota, mulai dari kota 0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kota 0 yang sudah dikunjungi, dan kita berdiri di sana.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dp[1][0] = 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dp[1][0] = 0     seluruh state lain masih INF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Perjalanan selalu dimulai dari kota 0, sehingga hanya satu state awal yang valid.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Pindah ke Kota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ke-1 dinyalakan, dan posisi sekarang berpindah ke kota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dp[3][1] = 20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 | (1&lt;&lt;1)][1] = dp[1][0] + d[0][1] = 0 + 20 = 20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transisi menyalakan tepat satu bit baru, sehingga banyaknya bit menyala sama dengan banyaknya kota yang sudah dikunjungi.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Semua Kota Terkunjungi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seluruh bit menyala, tinggal menambahkan biaya kembali ke kota awal.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dp[15][3] = 62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min atas u dari ( dp[15][u] + d[u][0] ) = 62 + 35 = 97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(1&lt;&lt;n) - 1 berarti semua kota sudah dikunjungi. Kita hanya perlu memilih kota terakhir yang paling murah untuk kembali.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 pengisian mask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TSP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menaik menjamin state dengan bit lebih sedikit sudah dihitung lebih dulu.</a:t>
            </a:r>
            <a:endParaRPr lang="en-US" sz="1300" dirty="0"/>
          </a:p>
        </p:txBody>
      </p:sp>
      <p:pic>
        <p:nvPicPr>
          <p:cNvPr id="4" name="Image 0" descr="/tmp/ppt/imgs/c30_18_2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3491" y="1755648"/>
            <a:ext cx="477740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berukuran 2^n × n. Untuk n = 20, itu sekitar 20 juta sel int — sekitar 80 MB, perlu diperhatikan.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mask menaik adalah urutan evaluasinya: mask | (1&lt;&lt;v) selalu lebih besar dari mask, jadi tidak pernah dibaca sebelum siap.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Lewati state yang kotanya belum dikunjungi, dan state yang masih INF karena tidak terjangkau.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hanya boleh menuju kota yang bitnya masih 0.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tidak perlu kembali ke kota awal, jawabannya cukup nilai minimum di seluruh dp[full].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Jawaban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perbedaan antara siklus tertutup dan jalur terbuka.</a:t>
            </a:r>
            <a:endParaRPr lang="en-US" sz="1300" dirty="0"/>
          </a:p>
        </p:txBody>
      </p:sp>
      <p:pic>
        <p:nvPicPr>
          <p:cNvPr id="4" name="Image 0" descr="/tmp/ppt/imgs/c30_19_2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345" y="1755648"/>
            <a:ext cx="10472261" cy="41700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 dengan matriks jarak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Traveling Salesman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Rute Terpendek Mengunjungi Semua Kota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kota dan matriks jarak antar kota. Seorang pedagang memulai perjalanan dari kota 0, harus mengunjungi setiap kota tepat satu kali, lalu kembali ke kota 0.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total jarak tempuh paling pendek.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≤ n ≤ 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d[i][j] ≤ 10^6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d[i][j] = d[j][i]</a:t>
            </a:r>
            <a:endParaRPr lang="en-US" sz="1200" dirty="0"/>
          </a:p>
        </p:txBody>
      </p:sp>
      <p:pic>
        <p:nvPicPr>
          <p:cNvPr id="9" name="Image 0" descr="/tmp/ppt/imgs/c30_21_2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5891" y="1280160"/>
            <a:ext cx="3259098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O(2^n · n²) = 2^18 × 324 ≈ 8,5 × 10^7 — aman.</a:t>
            </a:r>
            <a:endParaRPr lang="en-US" sz="1300" dirty="0"/>
          </a:p>
        </p:txBody>
      </p:sp>
      <p:pic>
        <p:nvPicPr>
          <p:cNvPr id="4" name="Image 0" descr="/tmp/ppt/imgs/c30_22_2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3925" y="1755648"/>
            <a:ext cx="329653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dp[1][0] = 0: himpunan berisi kota 0 saja, dan kita berdiri di sana.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mask menaik memastikan setiap state dibaca setelah terisi.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penjagaan digabung dalam satu baris: kota u harus sudah dikunjungi, dan state-nya harus terjangkau.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menyalakan bit v lalu berpindah ke sana, dengan biaya jarak d[u][v].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akhir mencoba semua kota terakhir, lalu menambahkan biaya kembali ke kota 0.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dan Variasi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jumlah state sebelum memutuskan memakai bitmask.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2926080"/>
                <a:gridCol w="335584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2^n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2^n × n²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32.768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7,4 ×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sangat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262.144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8,5 × 10^7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1.048.576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4,2 × 10^8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atas, perlu optimasi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4.194.304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× 10^9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mungkin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 &amp; Variasi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terjadi, beserta variasi soal yang memakai kerangka yang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base case yang benar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dp[1][0] = 0, bukan dp[0][0]. Kota awal sudah terhitung dikunjungi sejak langkah pertama.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mask tidak menaik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menaik adalah syarat mutlak. Karena setiap transisi hanya menambah bit, nilai mask selalu bertambah.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Melewatkan penjagaan INF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itu, INF ditambah jarak akan meluap atau dianggap jalur sah.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tidak perlu kembali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cukup nilai minimum di dp[full], tanpa menambah d[u][0].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boleh mulai dari mana saja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Inisialisasi dp[1&lt;&lt;i][i] = 0 untuk setiap i, bukan hanya kota 0.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Hamiltonian Flights — menghitung banyak jalur, bukan mencari yang terpendek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O (Matching) dan soal U (Grouping)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Shortest Path Visiting All Nodes, Find the Shortest Superstring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TSP tanpa kembali ke kota awal — ubah cara mengambil jawaban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BANYAK rute terpendek, bukan hanya panjangnya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operasi bitmask sampai hafal: cek bit, nyalakan, matikan, hitung bit menyala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menyimpan himpunan dalam satu angka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ke-i menandai apakah elemen i sudah dipakai.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 butuh dua dimensi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dp[mask][u]: himpunan yang sudah dikunjungi, dan posisi sekarang.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mask menaik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transisi selalu menambah bit, mask yang lebih kecil pasti dihitung lebih dulu.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157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untuk assignment problem dan matching berukuran kecil.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