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Agregasi subtree dari daun menuju akar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pohon: anak selesai lebih dulu daripada orang tua.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organisasi. Untuk tahu total anggaran satu divisi, kamu kumpulkan dulu anggaran semua sub-divisi di bawahnya.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Agregasi subtree: jawaban simpul dihitung dari jawaban anak-anaknya.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pengumpulannya sudah jelas dari strukturnya — tidak perlu dipikirkan seperti pada tabel DP biasa.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DFS pasca-urutan sudah cukup. Anak selalu selesai sebelum orang tuanya.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memilih perwakilan tanpa boleh dua orang yang atasan-bawahan langsung, tiap orang punya dua kondisi: terpilih atau tidak.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(simpul, kondisi): dp[u][0] dan dp[u][1]. Muncul pada independent set dan penjagaan.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yang berbentuk rantai panjang membuat penelusurannya sangat dalam.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berbentuk rantai membuat DFS sedalam n. Untuk n besar, pertimbangkan DFS iteratif.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pembeda: apakah jawaban simpul u hanya bergantung pada subtree-nya? Kalau tidak, kamu butuh rerooting.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menghitung jawaban untuk setiap simpul dari jawaban anak-anaknya, biasanya lewat satu kali DFS.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Urutannya sudah ditentukan oleh struktur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Anak selalu selesai lebih dulu daripada orang tua. Karena itu satu DFS pasca-urutan sudah cukup, tanpa perlu memikirkan urutan pengisian.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biasanya (simpul, keadaan)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dp[u][0] dan dp[u][1] untuk "u tidak dipilih" dan "u dipilih". Pola ini muncul pada independent set, penjagaan, dan pewarnaan.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anak adalah intinya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anak menyumbang jawabannya, dan cara menggabungkan sumbangan itu berbeda-beda: dijumlahkan, diambil maksimumnya, atau digabung seperti knapsack.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Waspadai kedalaman rekursi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yang berbentuk rantai bisa membuat DFS sedalam n. Untuk n besar, pertimbangkan DFS iteratif atau urutan BFS terbalik.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soal berbicara tentang pohon dan meminta nilai optimum atau banyaknya cara, mulai dari sini.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datanya pohon, dan jawaban simpul bergantung pada anak-anaknya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memilih simpul dengan syarat ketetanggaan, misalnya independent 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subtree, jumlah nilai subtree, atau kedalaman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cara mewarnai atau menyusun pada pohon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punya siklus — pohon menuntut struktur tanpa siklus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simpul bergantung juga pada bagian di luar subtree-nya — itu rerooting (Day 162)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Jaraknya antar simpul yang ditanya — pakai LCA atau BFS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pembeda: apakah jawaban untuk simpul u hanya bergantung pada subtree u? Bila ya, satu DFS cukup. Bila tidak, kamu butuh rerooting.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 (Day 161)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(Day 162)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Agregasi subtree lewat satu kali DFS pasca-urutan.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pohon adalah salah satu topik graf yang paling sering keluar di kontes tingkat menengah. Menguasainya membuka banyak soal sekaligus.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Pohon Cocok untuk DP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DFS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Agregasi Subtree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Set pada Pohon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Iteratif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DP Pohon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Pohon Cocok untuk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rekursif yang sempurna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Pohon yang Dimanfaatkan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adalah graf terhubung tanpa siklus, dengan tepat n−1 sisi.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subtree adalah masalah yang sama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Subtree dari simpul v adalah pohon yang lebih kecil. Jawaban untuk pohon besar tersusun dari jawaban subtree anak-anaknya — inilah optimal substructure.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siklus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diproses tepat satu kali, karena tidak mungkin kembali ke simpul yang sudah dikunjungi selain lewat induknya.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 otomatis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menjamin seluruh anak selesai sebelum induknya dihitung. Kita tidak perlu memikirkan urutan seperti pada DP tabel.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dan setiap sisi dikunjungi sekali, jadi O(n) untuk DP sederhana. Sangat efisien.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atau dp[u][kondisi] = jawaban terbaik untuk SUBTREE yang berakar di u. Selalu tentang subtree, bukan seluruh pohon.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DP pohon memakai bentuk ini: proses anak dulu, baru gabungkan ke induk.</a:t>
            </a:r>
            <a:endParaRPr lang="en-US" sz="1300" dirty="0"/>
          </a:p>
        </p:txBody>
      </p:sp>
      <p:pic>
        <p:nvPicPr>
          <p:cNvPr id="4" name="Image 0" descr="/tmp/ppt/imgs/c34_9_2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8644" y="1755648"/>
            <a:ext cx="673166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Agregasi Subtree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setiap subtree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Turun ke Daun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turun sampai simpul tanpa anak. Daun adalah base case-nya.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2487168"/>
            <a:ext cx="4297680" cy="15179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selesai lebih dulu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sub[4] = 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sub[5] =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sub[daun] = 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Daun tidak punya anak, jadi ukurannya hanya dirinya sendiri.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ke Simpul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kedua anaknya selesai, simpul 3 menjumlahkan hasilnya.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2487168"/>
            <a:ext cx="4297680" cy="15179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anak ke induk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sub[3] = 1 + sub[4] + sub[5]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1 + 1 + 1 = 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sub[u] = 1 + jumlah sub[anak]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3 baru bisa dihitung setelah simpul 4 dan 5 selesai. Inilah kenapa rekursinya turun dulu.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Sampai ke Akar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menjumlahkan seluruh subtree di bawahnya.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737360" y="2350008"/>
            <a:ext cx="118872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926080" y="2350008"/>
            <a:ext cx="12801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3383280" y="3310128"/>
            <a:ext cx="82296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206240" y="3310128"/>
            <a:ext cx="914400" cy="41148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01368"/>
            <a:ext cx="548640" cy="548640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6304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3649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0896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721608"/>
            <a:ext cx="548640" cy="548640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721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3251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2487168"/>
            <a:ext cx="4297680" cy="151790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52360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mendapat total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3054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sub[1] = 1 + sub[2] + sub[3]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34381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1 + 1 + 3 = 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7731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48646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sub[akar] = 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5212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subtree akar selalu sama dengan jumlah seluruh simpul. Ini cara cepat memeriksa kebenarannya.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Set pada Pohon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House Robber versi pohon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State per Simpul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House Robber, hanya saja tetangganya adalah anak-anak dalam pohon.</a:t>
            </a:r>
            <a:endParaRPr lang="en-US" sz="1300" dirty="0"/>
          </a:p>
        </p:txBody>
      </p:sp>
      <p:pic>
        <p:nvPicPr>
          <p:cNvPr id="4" name="Image 0" descr="/tmp/ppt/imgs/c34_15_2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6852" y="1755648"/>
            <a:ext cx="503068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dp[u][0] berarti simpul u tidak diambil, sehingga anak-anaknya bebas memilih.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dp[u][1] berarti simpul u diambil, sehingga setiap anak wajib tidak diambil.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terjadi otomatis pada daun: loop anaknya kosong, jadi dp tetap pada nilai awal.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dilakukan atas seluruh anak, karena setiap subtree anak saling bebas.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akar, dengan memilih yang lebih besar di antara kedua kondisinya.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Bahaya Rekursi Dalam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100.000, pohon berbentuk rantai membuat kedalaman rekursi mencapai 100.000.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rekursif pada pohon berbentuk garis lurus akan menumpuk seratus ribu stack frame. Batas stack biasanya 1 sampai 8 MB, sehingga program berhenti dengan runtime error.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susun urutan simpul lebih dulu dengan DFS iteratif, lalu proses dari belakang. Urutan itu menjamin setiap anak diproses sebelum induknya.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590288"/>
            <a:ext cx="4480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Aman: kedalaman sampai sekitar 10^5 pada beberapa juri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aman: selalu pakai versi iteratif untuk n besar</a:t>
            </a:r>
            <a:endParaRPr lang="en-US" sz="1250" dirty="0"/>
          </a:p>
        </p:txBody>
      </p:sp>
      <p:pic>
        <p:nvPicPr>
          <p:cNvPr id="6" name="Image 0" descr="/tmp/ppt/imgs/c34_16_2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891" y="1755648"/>
            <a:ext cx="4714371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Maximum Weight Independent Set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Independent Set pada Pohon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Simpul Tanpa Bertetangga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pohon dengan n simpul. Setiap simpul memiliki nilai. Pilih sekumpulan simpul dengan total nilai sebesar mungkin, dengan syarat tidak boleh ada dua simpul terpilih yang terhubung langsung oleh sisi.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nilai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dijamin terhubung</a:t>
            </a:r>
            <a:endParaRPr lang="en-US" sz="1200" dirty="0"/>
          </a:p>
        </p:txBody>
      </p:sp>
      <p:pic>
        <p:nvPicPr>
          <p:cNvPr id="9" name="Image 0" descr="/tmp/ppt/imgs/c34_18_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9478" y="1280160"/>
            <a:ext cx="227192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— setiap simpul dan sisi dikunjungi tepat sekali.</a:t>
            </a:r>
            <a:endParaRPr lang="en-US" sz="1300" dirty="0"/>
          </a:p>
        </p:txBody>
      </p:sp>
      <p:pic>
        <p:nvPicPr>
          <p:cNvPr id="4" name="Image 0" descr="/tmp/ppt/imgs/c34_19_2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23" y="1755648"/>
            <a:ext cx="307233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dp ditetapkan sebelum memproses anak. Untuk daun, nilai ini langsung menjadi jawabannya.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v == p mencegah DFS kembali ke induk, yang akan menyebabkan rekursi tak berujung.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ke anak dipanggil lebih dulu — inilah urutan evaluasinya.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u tidak diambil, setiap anak bebas memilih kondisi terbaiknya. Bila u diambil, setiap anak wajib berada di kondisi 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akar. Untuk n = 100.000, pertimbangkan versi iteratif agar aman dari stack overflow.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DP pada Pohon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memakai kerangka DFS yang sama.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45312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menggabungkan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jumlahkan seluruh anak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Tinggi / kedalaman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maksimum dari anak, tambah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Independent 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dp[u][0/1]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anak bebas, atau anak wajib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Diameter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kedalaman terdalam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gabungkan dua cabang terpanjang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 nilai jalur akar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pre[induk] + nilai[u]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pada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dp[u][k]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gabungkan seperti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penjagaan induk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if (v == p) continue, DFS akan bolak-balik antara dua simpul bertetangga sampai stack habis.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sebelum anak selesai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Panggilan rekursi harus dilakukan SEBELUM menggabungkan. Kalau terbalik, nilai anak masih kosong.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overflow pada pohon rantai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besar, pohon bisa berbentuk garis lurus. Pakai versi iteratif.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dianggap tentang seluruh pohon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selalu tentang SUBTREE u, bukan seluruh pohon. Kesalahan ini muncul jelas pada soal rerooting di Day 162.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Akar tidak ditentukan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yang diberikan biasanya tak berarah. Pilih satu simpul sebagai akar, biasanya simpul 1.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Subordinates, Tree Matching, Tree Diameter, Tree Distances 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P (Independent Set) dan soal V (Subtree)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House Robber III, Diameter of Binary Tree, Binary Tree Maximum Path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ukuran, tinggi, dan kedalaman seluruh simpul dalam satu kali DFS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rekursif menjadi iteratif, lalu uji dengan pohon berbentuk rantai n = 100.000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BANYAK independent set maksimum, bukan hanya nilainya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memberi urutan evaluasi gratis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menjamin anak selesai sebelum induk. Tidak perlu memikirkan urutan seperti pada DP tabel.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selalu tentang subtree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dp[u] menjawab pertanyaan soal untuk subtree yang berakar di u, bukan untuk seluruh pohon.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setelah rekursi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Panggil dfs(anak) lebih dulu, baru gabungkan hasilnya ke dp induk.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pada pohon, dan analisis kompleksitasnya yang mengejutkan.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2026-09-03T02:51:30Z</dcterms:created>
  <dcterms:modified xsi:type="dcterms:W3CDTF">2026-09-03T02:51:30Z</dcterms:modified>
</cp:coreProperties>
</file>