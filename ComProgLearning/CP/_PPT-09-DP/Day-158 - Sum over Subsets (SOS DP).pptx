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1371600"/>
            <a:ext cx="7680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Sum over Subsets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4023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agregasi atas seluruh submask dalam O(2^n · n)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46451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Competitive Programming · Day 158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158</a:t>
            </a:r>
            <a:endParaRPr lang="en-US" sz="5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00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Sebelum Mulai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apa, dan kapan ia dipakai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 Sederhana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Sum over subsets: menjumlahkan seluruh bagian dari setiap himpunan.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892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BAYANGKAN SEPERTI INI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1892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 DALAM SOAL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67512" y="2276856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7" name="Shape 5"/>
          <p:cNvSpPr/>
          <p:nvPr/>
        </p:nvSpPr>
        <p:spPr>
          <a:xfrm>
            <a:off x="667512" y="2276856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23544" y="2276856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kombinasi bahan masakan punya nilai. Kamu ingin tahu, untuk setiap kombinasi, total nilai SEMUA kombinasi yang merupakan bagian darinya.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586984" y="2553462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858000" y="2276856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0" y="2276856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114032" y="2276856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setiap mask, jumlahkan f[submask] atas semua submask. Cara langsung O(3^n).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67512" y="2958084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14" name="Shape 12"/>
          <p:cNvSpPr/>
          <p:nvPr/>
        </p:nvSpPr>
        <p:spPr>
          <a:xfrm>
            <a:off x="667512" y="2958084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23544" y="2958084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Alih-alih memeriksa semua bagian sekaligus, tambahkan bahan satu per satu: pertama izinkan bedanya hanya di bahan 1, lalu bahan 1 dan 2, dan seterusnya.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586984" y="3234690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858000" y="2958084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0" y="2958084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114032" y="2958084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Proses bit demi bit. Lapis ke-i menggabungkan nilai dari mask yang bit ke-i-nya mati.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67512" y="3639312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1" name="Shape 19"/>
          <p:cNvSpPr/>
          <p:nvPr/>
        </p:nvSpPr>
        <p:spPr>
          <a:xfrm>
            <a:off x="667512" y="3639312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23544" y="3639312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Urutannya wajib: bahan yang sudah digabung tidak boleh diproses ulang di tengah.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586984" y="3915918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858000" y="3639312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5" name="Shape 23"/>
          <p:cNvSpPr/>
          <p:nvPr/>
        </p:nvSpPr>
        <p:spPr>
          <a:xfrm>
            <a:off x="6858000" y="3639312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114032" y="3639312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Loop bit WAJIB di luar, loop mask di dalam. Sama seperti loop k pada Floyd-Warshall.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67512" y="4320540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8" name="Shape 26"/>
          <p:cNvSpPr/>
          <p:nvPr/>
        </p:nvSpPr>
        <p:spPr>
          <a:xfrm>
            <a:off x="667512" y="4320540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23544" y="4320540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n lapis, semua kombinasi bagian sudah terjumlah.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586984" y="4597146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858000" y="4320540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Shape 30"/>
          <p:cNvSpPr/>
          <p:nvPr/>
        </p:nvSpPr>
        <p:spPr>
          <a:xfrm>
            <a:off x="6858000" y="4320540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114032" y="4320540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Kompleksitasnya turun dari O(3^n) menjadi O(2^n x n).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67512" y="5276088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5" name="Shape 33"/>
          <p:cNvSpPr/>
          <p:nvPr/>
        </p:nvSpPr>
        <p:spPr>
          <a:xfrm>
            <a:off x="667512" y="5276088"/>
            <a:ext cx="10853928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41832" y="542239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INTINYA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941832" y="5660136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SOS DP dan Floyd-Warshall punya bentuk yang sama: loop terluar berarti "berapa banyak yang sudah diizinkan".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Sum over Subsets menjumlahkan nilai seluruh submask dari setiap mask, dalam O(2^n x n) alih-alih O(3^n).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Masalahnya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setiap mask, hitung jumlah f[submask] atas semua submask dari mask. Cara langsung memakan O(3^n) yang terlalu lambat untuk n = 20.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Idenya: tambahkan satu bit per lapis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Proses bit demi bit. Pada lapis ke-i, gabungkan nilai dari mask yang bit ke-i-nya mati ke mask yang bit ke-i-nya menyala. Setelah n lapis, semua submask terjumlah.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Mirip Floyd-Warshall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Sama seperti loop k pada Floyd-Warshall, loop bit di sini harus berada di luar. Ia berarti "bit mana saja yang sudah digabungkan".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Dipakai bersama inklusi-eksklusi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SOS DP sering menjadi bagian dari perhitungan yang melibatkan supermask, komplementer, atau XOR convolution.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Dipakai, Kapan Tidak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Ini teknik yang cukup khusus, tetapi bila cocok ia menggantikan perhitungan yang mustahil dengan yang ringan.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76272"/>
            <a:ext cx="5349240" cy="384048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2176272"/>
            <a:ext cx="5349240" cy="50292"/>
          </a:xfrm>
          <a:prstGeom prst="rect">
            <a:avLst/>
          </a:prstGeom>
          <a:solidFill>
            <a:srgbClr val="2FA97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41832" y="2395728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2FA9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PAKAI KETIKA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941832" y="2971800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41832" y="2971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353312" y="290779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Perlu menjumlahkan atau menggabungkan nilai seluruh submask untuk setiap mask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41832" y="3721608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41832" y="3721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353312" y="365760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 di bawah sekitar 22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41832" y="4471416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41832" y="44714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353312" y="440740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 menghitung pasangan yang irisan atau gabungannya memenuhi syarat tertentu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41832" y="5221224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41832" y="52212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353312" y="515721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Perlu menghitung banyaknya himpunan yang termuat di dalam setiap himpunan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36792" y="2176272"/>
            <a:ext cx="5349240" cy="3090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336792" y="2176272"/>
            <a:ext cx="5349240" cy="50292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11112" y="2395728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D9534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JANGAN PAKAI KETIKA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611112" y="2971800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11112" y="2971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022592" y="290779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Operasi penggabungannya tidak punya sifat yang memungkinkan penggabungan bertahap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611112" y="3721608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611112" y="3721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022592" y="365760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 terlalu besar; 2^n tetap menjadi batasnya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611112" y="4471416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611112" y="44714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022592" y="440740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Cukup dengan iterasi submask biasa karena hanya beberapa mask yang ditanya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67512" y="5870448"/>
            <a:ext cx="10853928" cy="65836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870448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Loop bit WAJIB di luar, loop mask di dalam. Menukarnya menghasilkan jawaban yang salah, persis seperti pada Floyd-Warshall.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Posisi Materi Ini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tidak berdiri sendiri. Di kiri adalah yang sebaiknya sudah kamu kuasai, di kanan adalah yang terbuka setelah materi ini selesai.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PRASYARAT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67512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231343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05256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Bitmask (Day 156)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67512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" y="313639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05256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Inklusi-eksklusi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403336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INI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403336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3" name="Shape 11"/>
          <p:cNvSpPr/>
          <p:nvPr/>
        </p:nvSpPr>
        <p:spPr>
          <a:xfrm>
            <a:off x="8403336" y="231343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41080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Subset convolution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403336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6" name="Shape 14"/>
          <p:cNvSpPr/>
          <p:nvPr/>
        </p:nvSpPr>
        <p:spPr>
          <a:xfrm>
            <a:off x="8403336" y="313639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41080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XOR basis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03336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9" name="Shape 17"/>
          <p:cNvSpPr/>
          <p:nvPr/>
        </p:nvSpPr>
        <p:spPr>
          <a:xfrm>
            <a:off x="8403336" y="395935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41080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 kombinatorika lanjut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352544" y="2313432"/>
            <a:ext cx="3566160" cy="23225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2" name="Shape 20"/>
          <p:cNvSpPr/>
          <p:nvPr/>
        </p:nvSpPr>
        <p:spPr>
          <a:xfrm>
            <a:off x="4352544" y="2313432"/>
            <a:ext cx="3566160" cy="54864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626864" y="255117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4626864" y="28803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Sum over Subsets</a:t>
            </a:r>
            <a:endParaRPr lang="en-US" sz="2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(SOS DP)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4626864" y="3941064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Menjumlahkan seluruh submask dalam O(2^n x n).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941064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991856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67512" y="5111496"/>
            <a:ext cx="10853928" cy="8229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41832" y="5111496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SOS DP dan Floyd-Warshall punya bentuk yang sangat mirip: loop terluar berarti "berapa banyak yang sudah diizinkan". Mengenali kemiripan ini membantu mengingat keduanya.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Masalah yang Diselesaikan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Cara Naif Gagal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Ide Per Bit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Tiga Tahap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06247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Kode &amp; Variasi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06247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EC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&amp; Pembahasan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06247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Aplikasi Nyata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06247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8DE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Mandiri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Masalah yang Diselesaikan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Menjumlahkan seluruh subset dari setiap mask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5B8DEF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Rumusan Masalah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Diberikan nilai g[mask] untuk setiap himpunan. Hitung f[mask] = jumlah g[sub] untuk semua sub yang merupakan subset dari mask.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30552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9751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kecil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22576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mask = 011 (biner), subsetnya adalah 000, 001, 010, dan 011. Jadi f[011] = g[000] + g[001] + g[010] + g[011].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3129534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97408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berguna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321558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Banyak soal bertanya “berapa total nilai atas semua kombinasi yang termuat di dalam himpunan ini”. Menghitungnya satu per satu terlalu lambat.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4128516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9730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Cara naif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320540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setiap mask, iterasi seluruh subsetnya. Total pasangannya 3^n, karena setiap elemen punya tiga kemungkinan posisi.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512749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97205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Target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319522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Turun menjadi O(2^n · n). Untuk n = 20, dari 3,5 miliar menjadi 20 juta.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Cara Naif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Benar, tetapi terlalu lambat untuk n di atas 15.</a:t>
            </a:r>
            <a:endParaRPr lang="en-US" sz="1300" dirty="0"/>
          </a:p>
        </p:txBody>
      </p:sp>
      <p:pic>
        <p:nvPicPr>
          <p:cNvPr id="4" name="Image 0" descr="/tmp/ppt/imgs/c32_9_21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3504" y="1755648"/>
            <a:ext cx="8921943" cy="427939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Ide Per Bit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Selesaikan satu bit pada satu waktu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5A623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Cara Berpikirnya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Alih-alih memproses satu mask sekaligus, kita memproses satu BIT untuk semua mask.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Tahap ke-i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tahap ke-i selesai, f[mask] sudah menjumlahkan seluruh submask yang hanya berbeda pada bit 0 sampai i.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Transisinya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bit i pada mask menyala, tambahkan f[mask tanpa bit i]. Nilai itu sudah memuat seluruh kombinasi bit sebelumnya.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n tahap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Seluruh bit sudah diproses, sehingga f[mask] memuat jumlah atas semua subset. Tepat yang kita inginkan.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tidak dobel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subset dicapai melalui tepat satu urutan penambahan bit, yaitu urutan bit dari kecil ke besar. Jadi tidak ada yang terhitung dua kali.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Tiga Tahap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 = 3, g = [1, 2, 3, 4, 5, 6, 7, 8]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EC6BA8"/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Tahap 0 — Nilai Awal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 dimulai sebagai salinan g. Belum ada penjumlahan.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5117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947672" y="2395728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947672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947672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80944" y="2395728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980944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980944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014216" y="2395728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014216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014216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47488" y="2395728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047488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047488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080760" y="2395728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080760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080760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i=4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114032" y="2395728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114032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114032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i=5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147304" y="2395728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147304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7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8147304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i=6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180576" y="2395728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180576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9180576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i=7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67512" y="3529584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941832" y="362102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f[mask] = g[mask]     untuk semua mask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941832" y="396849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Indeks 0 sampai 7 mewakili mask 000 sampai 111.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 / 3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Tahap 1 — Memproses Bit 0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mask yang bit ke-0-nya menyala menerima tambahan dari versi tanpa bit itu.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5117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947672" y="2395728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947672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947672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80944" y="2395728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980944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980944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014216" y="2395728"/>
            <a:ext cx="96012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014216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014216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47488" y="2395728"/>
            <a:ext cx="960120" cy="566928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047488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7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047488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080760" y="2395728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080760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080760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i=4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114032" y="2395728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114032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11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114032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i=5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147304" y="2395728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147304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7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8147304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i=6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180576" y="2395728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180576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15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9180576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i=7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494276" y="2286000"/>
            <a:ext cx="1033272" cy="914"/>
          </a:xfrm>
          <a:prstGeom prst="line">
            <a:avLst/>
          </a:prstGeom>
          <a:noFill/>
          <a:ln w="19050">
            <a:solidFill>
              <a:srgbClr val="4FA8E8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667512" y="3529584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941832" y="362102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f[3] += f[3 ^ 1] = f[2]     -&gt;  4 + 3 = 7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941832" y="396849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Mask ganjil (bit 0 menyala) berubah, mask genap tetap. Sekarang f memuat jumlah atas variasi bit 0.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/ 3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Tahap 2 — Memproses Bit 1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Sekarang giliran bit ke-1.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5117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947672" y="2395728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947672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947672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80944" y="2395728"/>
            <a:ext cx="96012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980944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980944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014216" y="2395728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014216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014216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47488" y="2395728"/>
            <a:ext cx="960120" cy="566928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047488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047488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080760" y="2395728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080760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080760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i=4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114032" y="2395728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114032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11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114032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i=5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147304" y="2395728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147304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12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8147304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i=6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180576" y="2395728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180576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26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9180576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i=7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461004" y="2286000"/>
            <a:ext cx="2066544" cy="914"/>
          </a:xfrm>
          <a:prstGeom prst="line">
            <a:avLst/>
          </a:prstGeom>
          <a:noFill/>
          <a:ln w="19050">
            <a:solidFill>
              <a:srgbClr val="4FA8E8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667512" y="3529584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941832" y="362102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f[3] += f[3 ^ 2] = f[1]     -&gt;  7 + 3 = 10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941832" y="396849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f[3] kini bernilai 10 = g[0] + g[1] + g[2] + g[3] = 1 + 2 + 3 + 4. Sudah benar untuk mask 011.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 / 3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Tahap 3 — Memproses Bit 2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Tahap terakhir. Seluruh f kini memuat jumlah atas semua subsetnya.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5117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947672" y="2395728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947672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947672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80944" y="2395728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980944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980944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014216" y="2395728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014216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014216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47488" y="2395728"/>
            <a:ext cx="96012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047488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047488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080760" y="2395728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080760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080760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i=4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114032" y="2395728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114032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114032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i=5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147304" y="2395728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147304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16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8147304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i=6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180576" y="2395728"/>
            <a:ext cx="960120" cy="566928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180576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36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9180576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i=7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527548" y="2286000"/>
            <a:ext cx="4133088" cy="914"/>
          </a:xfrm>
          <a:prstGeom prst="line">
            <a:avLst/>
          </a:prstGeom>
          <a:noFill/>
          <a:ln w="19050">
            <a:solidFill>
              <a:srgbClr val="4FA8E8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667512" y="3529584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941832" y="362102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f[7] += f[7 ^ 4] = f[3]     -&gt;  26 + 10 = 36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941832" y="396849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f[7] = 36 = jumlah seluruh g, karena mask 111 memuat semua subset. Total hanya 3 tahap × 8 mask = 24 operasi.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 / 3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Kode &amp; Variasi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Tiga baris inti, tiga arah berbeda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SOS DP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urutan loop: bit di luar, mask di dalam. Menukarnya membuat hasilnya salah.</a:t>
            </a:r>
            <a:endParaRPr lang="en-US" sz="1300" dirty="0"/>
          </a:p>
        </p:txBody>
      </p:sp>
      <p:pic>
        <p:nvPicPr>
          <p:cNvPr id="4" name="Image 0" descr="/tmp/ppt/imgs/c32_18_2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81131" y="1755648"/>
            <a:ext cx="7426690" cy="4279392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Varian Lain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Arah yang dibalik memberi jawaban yang berbeda pula.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755648"/>
            <a:ext cx="51983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Superset sum</a:t>
            </a:r>
            <a:endParaRPr lang="en-US" sz="1350" dirty="0"/>
          </a:p>
        </p:txBody>
      </p:sp>
      <p:pic>
        <p:nvPicPr>
          <p:cNvPr id="5" name="Image 0" descr="/tmp/ppt/imgs/c32_19_21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2157984"/>
            <a:ext cx="5198364" cy="171607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323076" y="1755648"/>
            <a:ext cx="51983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Inverse SOS (Mobius)</a:t>
            </a:r>
            <a:endParaRPr lang="en-US" sz="1350" dirty="0"/>
          </a:p>
        </p:txBody>
      </p:sp>
      <p:pic>
        <p:nvPicPr>
          <p:cNvPr id="7" name="Image 1" descr="/tmp/ppt/imgs/c32_19_217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3076" y="2157984"/>
            <a:ext cx="5198364" cy="1916653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SOS langsung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EC6BA8"/>
          </a:solidFill>
          <a:ln/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— Sum over Subsets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67512" y="1280160"/>
            <a:ext cx="6035040" cy="4572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" name="Shape 2"/>
          <p:cNvSpPr/>
          <p:nvPr/>
        </p:nvSpPr>
        <p:spPr>
          <a:xfrm>
            <a:off x="667512" y="1280160"/>
            <a:ext cx="6035040" cy="45720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23544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923544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Jumlah atas Seluruh Subset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23544" y="219456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Diberikan array g dengan 2^n elemen, di mana g[mask] adalah nilai untuk himpunan mask.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setiap mask, hitung f[mask] = jumlah g[sub] atas seluruh sub yang merupakan subset dari mask. Cetak seluruh f.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14984" y="429768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≤ n ≤ 20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 ≤ g[mask] ≤ 10^9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Hasil muat dalam long long</a:t>
            </a:r>
            <a:endParaRPr lang="en-US" sz="1200" dirty="0"/>
          </a:p>
        </p:txBody>
      </p:sp>
      <p:pic>
        <p:nvPicPr>
          <p:cNvPr id="9" name="Image 0" descr="/tmp/ppt/imgs/c32_21_21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00577" y="1280160"/>
            <a:ext cx="4469725" cy="3580209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Pembahasan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Kompleksitas O(2^n · n) = 2^20 × 20 ≈ 2 × 10^7 — aman.</a:t>
            </a:r>
            <a:endParaRPr lang="en-US" sz="1300" dirty="0"/>
          </a:p>
        </p:txBody>
      </p:sp>
      <p:pic>
        <p:nvPicPr>
          <p:cNvPr id="4" name="Image 0" descr="/tmp/ppt/imgs/c32_22_21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2503" y="1755648"/>
            <a:ext cx="5799378" cy="41879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78040" y="1801368"/>
            <a:ext cx="310896" cy="310896"/>
          </a:xfrm>
          <a:prstGeom prst="ellipse">
            <a:avLst/>
          </a:prstGeom>
          <a:solidFill>
            <a:srgbClr val="4FA8E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78040" y="1801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74650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 diinisialisasi langsung dari input, tidak perlu array g terpisah.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178040" y="2620670"/>
            <a:ext cx="310896" cy="310896"/>
          </a:xfrm>
          <a:prstGeom prst="ellipse">
            <a:avLst/>
          </a:prstGeom>
          <a:solidFill>
            <a:srgbClr val="3ECF9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178040" y="26206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2565806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Loop bit berada di LUAR. Ini syarat mutlak — menukarnya membuat sebagian subset terlewat.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178040" y="3439973"/>
            <a:ext cx="310896" cy="3108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178040" y="343997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607808" y="3385109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Hanya mask yang bitnya menyala yang diperbarui. Mask lain sudah benar untuk tahap ini.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178040" y="4259275"/>
            <a:ext cx="310896" cy="3108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178040" y="425927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607808" y="4204411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 ^ (1 &lt;&lt; i) adalah mask yang sama tetapi tanpa bit i. Nilainya sudah lengkap untuk bit 0 sampai i-1.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178040" y="5078578"/>
            <a:ext cx="310896" cy="310896"/>
          </a:xfrm>
          <a:prstGeom prst="ellipse">
            <a:avLst/>
          </a:prstGeom>
          <a:solidFill>
            <a:srgbClr val="EC6BA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178040" y="507857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607808" y="502371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Pakai long long: menjumlahkan 2^20 nilai sebesar 10^9 jelas melampaui int.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Aplikasi Nyata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 mana SOS DP muncul dalam soal sungguhan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5B8DEF"/>
          </a:solidFill>
          <a:ln/>
        </p:spPr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Pola Soal yang Memakai SOS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Bentuk soal yang biasanya menyembunyikan Sum over Subsets di dalamnya.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pasangan dengan AND nol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setiap elemen, cari berapa banyak elemen lain yang tidak beririsan bitnya. Hitung dengan superset sum atas komplemen.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739542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58409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banyak subset yang memenuhi syarat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2931566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syaratnya berupa "semua atribut yang dibutuhkan tersedia", jawabannya adalah agregasi atas submask.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586277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430829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Subset convolution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3778301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Menggabungkan dua fungsi atas himpunan. Memakai SOS beserta inversnya, dengan tambahan dimensi popcount.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433011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277563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Maksimum atas submask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4625035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Operatornya tidak harus penjumlahan. max juga bekerja, karena max bersifat idempoten dan asosiatif.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67512" y="5279746"/>
            <a:ext cx="91440" cy="91440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60120" y="512429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Batasan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5471770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Operator harus asosiatif dan komutatif. Penjumlahan, max, min, dan OR aman. Pengurangan tidak bisa dipakai langsung.</a:t>
            </a:r>
            <a:endParaRPr lang="en-US" sz="12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Kesalahan Umum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Lima jebakan yang paling sering menjatuhkan solusi yang sebenarnya sudah hampir benar.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Urutan loop tertukar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Loop bit harus di luar, loop mask di dalam. Kalau dibalik, sebagian subset tidak pernah terjumlah dan hasilnya diam-diam salah.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Salah arah pada superset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superset sum, syaratnya adalah bit yang MATI, dan penambahannya dari mask dengan bit itu dinyalakan. Mudah tertukar.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Overflow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Jumlah atas 2^n nilai bisa sangat besar. Selalu pakai long long, dan terapkan modulo bila soal memintanya.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Memori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n = 20, array long long berukuran 2^20 sekitar 8 MB. Untuk n = 24 sudah 134 MB — perhatikan batasnya.</a:t>
            </a:r>
            <a:endParaRPr lang="en-US" sz="12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Mandiri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Kerjakan berurutan dari yang paling mudah. Untuk setiap soal, tulis dulu empat langkahnya di kertas sebelum mengetik.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1993392"/>
            <a:ext cx="10515600" cy="3950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Codeforces 383E — Vowels, soal SOS klasik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Codeforces 449D — Jzzhu and Numbers, memakai inclusion-exclusion dengan SOS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Codeforces 165E — Compatible Numbers, memakai superset sum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Implementasikan ketiga varian dalam satu file dan bandingkan hasilnya untuk n = 3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Verifikasi: bandingkan hasil SOS dengan cara naif untuk n kecil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Variasi: ganti operator penjumlahan menjadi max, lalu periksa apakah hasilnya masih benar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Ringkasan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hal yang harus melekat sebelum lanjut ke materi berikutnya.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SOS mengubah 3^n menjadi 2^n · n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Dengan memproses satu bit untuk semua mask sekaligus.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Loop bit di luar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Ini syarat mutlak. Menukar urutannya membuat hasilnya salah tanpa error apa pun.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Tiga varian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Subset sum, superset sum, dan inverse. Bedanya hanya arah dan syarat bitnya.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Berikutnya — Day 159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Digit DP: menghitung bilangan dalam rentang yang memenuhi syarat digit.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2026-09-03T02:51:30Z</dcterms:created>
  <dcterms:modified xsi:type="dcterms:W3CDTF">2026-09-03T02:51:30Z</dcterms:modified>
</cp:coreProperties>
</file>