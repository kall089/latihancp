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dua dimensi atas dua string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dan edit distance membandingkan dua barisan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versi naskah untuk mencari bagian yang sama. Kamu membaca keduanya bersamaan, satu kata demi satu kata.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sepasang penunjuk: dp[i][j] = jawaban untuk i huruf pertama A dan j huruf pertama 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kata di kedua naskah sama, keduanya bisa dipasangkan dan kamu maju bersamaan.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A[i] == B[j], dp[i][j] = dp[i-1][j-1] + 1.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berbeda, kamu harus memilih: lewati kata di naskah pertama, atau di naskah kedua.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berbeda, ambil yang terbaik dari dp[i-1][j] dan dp[i][j-1].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mengubah naskah A menjadi B, ada tiga operasi: sisipkan kata, hapus kata, atau ganti kata.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distance: minimum dari tiga tetangga ditambah satu. Bentuknya bersaudara dekat dengan LCS.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state "sepasang penunjuk" adalah salah satu pola paling sering dipakai dalam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dan edit distance adalah dua soal DP dua dimensi yang membandingkan dua barisan sekaligus.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sepasang penunjuk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berarti jawaban untuk i huruf pertama barisan A dan j huruf pertama barisan B. Hampir semua soal dua barisan memakai bentuk state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LCS: sub-barisan bersama terpanjang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ke-i dan ke-j sama, keduanya bisa dipasangkan. Bila berbeda, ambil yang terbaik dari melewati salah satunya.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distance: biaya mengubah A menjadi 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operasi — sisip, hapus, dan ganti — masing-masing berbiaya satu. Transisinya adalah minimum dari tiga tetangga ditambah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bersaudara dekat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 ganti dilarang, edit distance menjadi soal yang setara dengan LCS. Memahami satu membuat yang lain terasa akrab.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sederhana: ada DUA barisan yang harus dibandingkan atau diselaraskan.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string atau dua array untuk mencari kemiripan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biaya minimum mengubah satu barisan menjadi barisan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Menyelaraskan dua urutan, misalnya pada perbandingan berkas atau bioinformatika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keduanya masih memungkinkan tabel n x m, biasanya sampai sekitar 5000 x 5000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barisannya sangat panjang sehingga tabel n x m tidak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substring bersama, bukan subsequence — pakai suffix automaton atau hashing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dibandingkan lebih dari dua barisan; kompleksitasnya menjadi hasil kali semuanya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panjangnya yang diminta, dua baris tabel sudah cukup dan memorinya turun dari O(n x m) menjadi O(m).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(Day 148)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dua dimensi untuk membandingkan sepasang barisan.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state "sepasang penunjuk" adalah salah satu pola paling sering dipakai dalam DP. Setelah materi ini, banyak soal string akan terasa mengikuti pola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Dua String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Common Subsequence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Edit Distance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Dua String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dipakai oleh hampir semua soal string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kamu mengenali pola ini, puluhan soal string terasa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selalu dua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menjawab pertanyaan soal untuk i huruf pertama string A dan j huruf pertama string B. Ukurannya (n+1) × (m+1), termasuk baris dan kolom kosong.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bandingkan huruf terakhir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transisi bermula dari satu pertanyaan: apakah a[i−1] sama dengan b[j−1]?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jawaban dari dp[i−1][j−1], lalu tambahkan kontribusi huruf ini. Kedua string maju satu langkah bersamaan.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berbeda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yang terbaik di antara membuang huruf dari A (dp[i−1][j]) atau membuang huruf dari B (dp[i][j−1]).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n × m, biaya transisi O(1). Total O(n · m) waktu dan memori.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Common Subsequence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terpanjang yang dimiliki kedua string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LCS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pergeseran indeks: dp[i][j] memakai a[i−1] dan b[j−1] karena baris 0 mewakili string kosong.</a:t>
            </a:r>
            <a:endParaRPr lang="en-US" sz="1300" dirty="0"/>
          </a:p>
        </p:txBody>
      </p:sp>
      <p:pic>
        <p:nvPicPr>
          <p:cNvPr id="4" name="Image 0" descr="/tmp/ppt/imgs/c23_10_1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009" y="1755648"/>
            <a:ext cx="602093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"ABCB", B = "BDCB" — satu baris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dan kolom kosong seluruhnya nol: LCS dengan string kosong pasti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dp[0][j] = 0     dp[i][0] = 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"" mewakili string A kosong, kolom "" mewakili string B kosong.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Huruf A lalu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 tidak ada di B, jadi baris A tetap nol. Huruf B cocok pada kolom pertama.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87752" y="3520440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'B'  dan  b[0] = 'B'  cocok  -&gt;  dp[2][1] = dp[1][0] + 1 = 1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huruf cocok, kita melompat diagonal ke kiri-atas lalu menambah satu. Kedua string sama-sama maju.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Huruf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dengan C di kolom ketiga, sehingga nilainya naik menjadi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16552" y="4123944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 = 'C'  dan  b[2] = 'C'  cocok  -&gt;  dp[3][3] = dp[2][2] + 1 = 2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LCS-nya adalah "BC". Perhatikan nilai menyebar ke kanan karena kolom berikutnya mewarisi nilai terbaik.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Huruf B Terakhir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selesai. 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330952" y="4727448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a[3] = 'B'  dan  b[3] = 'B'  cocok  -&gt;  dp[4][4] = dp[3][3] + 1 = 3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= 3, yaitu "BCB". Nilai selalu tumbuh dari kiri-atas ke kanan-bawah dan tidak pernah menurun.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Telusuri mundur dari pojok kanan bawah, ikuti arah yang menghasilkan nilai tersebut.</a:t>
            </a:r>
            <a:endParaRPr lang="en-US" sz="1300" dirty="0"/>
          </a:p>
        </p:txBody>
      </p:sp>
      <p:pic>
        <p:nvPicPr>
          <p:cNvPr id="4" name="Image 0" descr="/tmp/ppt/imgs/c23_16_1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051" y="1755648"/>
            <a:ext cx="589228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(n, m), yaitu sel yang berisi jawaban akhir.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kedua huruf cocok, huruf itu pasti bagian dari LCS — catat lalu mundur diagonal.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cocok, ikuti arah yang nilainya lebih besar: itulah asal jawaban di sel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terkumpul dari belakang ke depan, jadi wajib dibalik di akhir.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LCS dengan panjang sama, cara ini mengembalikan salah satunya saja.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operasi minimum untuk mengubah satu string jadi string lain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Operasi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Juga dikenal sebagai Levenshtein distance. Dipakai di autocorrect, DNA matching, dan diff.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Hapus — dp[i−1][j] + 1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huruf terakhir dari A, lalu selesaikan sisanya. Bergerak satu baris ke 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Sisip — dp[i][j−1] + 1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huruf agar cocok dengan huruf terakhir B. Bergerak satu kolom ke kiri.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— dp[i−1][j−1] + 1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huruf terakhir A menjadi huruf terakhir B. Bergerak diagonal.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Gratis — dp[i−1][j−1]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kedua huruf sudah sama, tidak ada operasi yang diperlukan. Langsung ambil nilai diagonal.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berbeda dari LCS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dp[i][0] = i (hapus semua) dan dp[0][j] = j (sisipkan semua). Bukan nol seperti pada LCS.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Edit Distance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LCS: strukturnya sama, hanya operator dan base case-nya berbeda.</a:t>
            </a:r>
            <a:endParaRPr lang="en-US" sz="1300" dirty="0"/>
          </a:p>
        </p:txBody>
      </p:sp>
      <p:pic>
        <p:nvPicPr>
          <p:cNvPr id="4" name="Image 0" descr="/tmp/ppt/imgs/c23_19_1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773" y="1755648"/>
            <a:ext cx="521140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Edit Distance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"horse" menjadi "ros"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dan kolom pertama berisi jumlah operasi untuk mengubah dari atau ke string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dp[i][0] = i (hapus i huruf)      dp[0][j] = j (sisip j huruf)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perbedaan pertama dengan LCS: base case-nya bukan nol.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2 — Dua Baris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o cocok dengan o, sehingga nilainya diambil gratis dari diagonal.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7852" y="3447288"/>
            <a:ext cx="768096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'o'  dan  b[1] = 'o'  cocok  -&gt;  dp[2][2] = dp[1][1] = 1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sama tidak menambah biaya. Perhatikan sel diagonal yang menjadi sumbernya.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308092" y="5148072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a[4] = 'e'  tidak cocok  -&gt;  dp[5][3] = 1 + min(2, 4, 3) = 3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3: ganti h jadi r, hapus r, hapus e. Jalur optimalnya bisa ditelusuri mundur seperti pada LCS.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Edit Distance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Penyuntingan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dua string a dan b. Hitung jumlah operasi minimum untuk mengubah a menjadi b.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diizinkan: menyisipkan satu huruf, menghapus satu huruf, atau mengganti satu huruf.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panjang a, b ≤ 5.000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a–z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3_25_1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323" y="1280160"/>
            <a:ext cx="4344233" cy="37241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m) = 5.000 × 5.000 = 2,5 × 10^7 — aman untuk waktu, tetapi perhatikan memorinya.</a:t>
            </a:r>
            <a:endParaRPr lang="en-US" sz="1300" dirty="0"/>
          </a:p>
        </p:txBody>
      </p:sp>
      <p:pic>
        <p:nvPicPr>
          <p:cNvPr id="4" name="Image 0" descr="/tmp/ppt/imgs/c23_26_1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735" y="1755648"/>
            <a:ext cx="509491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diisi lebih dulu: mengubah string kosong butuh operasi sebanyak panjang string lainnya.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menaik pada kedua dimensi, sehingga dp[i-1][*] dan dp[i][j-1] selalu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cocok mengambil nilai diagonal tanpa tambahan biaya.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berbeda mengambil minimum dari tiga tetangga, lalu menambah satu operasi.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5.001 × 5.001 int sekitar 100 MB — bila batasnya ketat, pakai rolling array dua baris.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Tiga Soal Sekeluarga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identik. Yang berbeda hanya base case dan operator.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715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Substring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 dan j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Huruf cocok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Huruf 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dua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+ min tiga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(putus)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dp[n][m]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dp[n][m]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terbesar di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indeks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memakai a[i−1] dan b[j−1], bukan a[i] dan b[j]. Salah di sini membuat jawaban meleset satu huruf.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edit distance dianggap nol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dp[i][0] diisi nol, program akan menganggap menghapus huruf itu gratis.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substring dikira sama dengan subsequence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substring, huruf yang tidak cocok membuat nilai kembali nol, dan jawabannya adalah nilai terbesar di seluruh tabel, bukan pojok kanan bawah.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meledak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dan m sampai 5.000, tabel 2D sudah ratusan MB. Kalau hanya butuh nilainya, pakai dua baris bergantian.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Edit Distance, Longest Common Subsequence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Edit Distance, Longest Common Subsequence, Delete Operation for Two Strings, Shortest Common Supersequence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F (LCS) — termasuk rekonstruksinya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biaya tiap operasi berbeda — ubah angka 1 menjadi biaya masing-masing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longest common SUBSTRING — ubah cabang "tidak cocok" menjadi nol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menjadi rolling array dua baris dan bandingkan memorinya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 untuk banyak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atas dua string, transisi selalu bermula dari “apakah huruf terakhirnya sama”.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berarti diagonal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string maju bersamaan. Tidak cocok berarti membuang satu huruf dari salah satu string.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membedakan LCS dan edit distance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mulai dari nol, edit distance mulai dari i dan j.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grid: menghitung jalur dan mencari jalur termurah.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