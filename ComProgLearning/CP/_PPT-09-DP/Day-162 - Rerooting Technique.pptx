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untuk setiap simpul sebagai akar, dalam O(n) total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Rerooting: jawaban untuk semua akar, bukan satu.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rumah ingin tahu total jarak ke seluruh rumah lain. Menghitung ulang dari tiap rumah berarti n kali penelusuran.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pohon biasa hanya menjawab untuk satu akar. Mengulang n kali menghasilkan O(n²).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cerdiknya: hitung sekali dari satu rumah, lalu saat pindah ke rumah tetangga, jawabannya bisa DISESUAIKAN, bukan dihitung ulang.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pertama dari bawah ke atas, DFS kedua menurunkan kontribusi dari luar subtree.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pindah, yang berubah cuma dua hal: rumah-rumah di arah tetangga jadi lebih dekat, sisanya jadi lebih jauh.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penuh sebuah simpul = kontribusi subtree-nya + kontribusi dari sisa pohon lewat orang tuanya.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kontribusi bagi satu anak, kamu butuh gabungan semua saudara KECUALI dia.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Prefiks dan sufiks per simpul menyelesaikan ini dalam waktu linear, tanpa menghitung ulang.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 penggabungannya bisa dibalik, pakai pengurangan. Bila tidak (misalnya maksimum), pakai prefiks dan sufiks.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menghitung jawaban untuk SEMUA simpul sebagai akar, dalam dua kali DFS — bukan n kali DFS.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pohon biasa hanya menjawab untuk satu akar. Bila soal menanyakan jawaban bila setiap simpul menjadi akar, menjalankan DFS n kali menghasilkan O(n²).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DFS sudah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pertama menghitung jawaban dari bawah ke atas (kontribusi subtree). DFS kedua menurunkan jawaban dari atas ke bawah (kontribusi dari luar subtree).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Kuncinya: kontribusi dari luar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simpul, jawaban penuh adalah gabungan kontribusi subtree-nya dan kontribusi dari sisa pohon lewat orang tuanya.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butuh prefiks dan sufiks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menghitung kontribusi bagi seorang anak, kita perlu gabungan semua saudara KECUALI dia. Prefiks dan sufiks per simpul menyelesaikan ini dalam waktu linear.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sangat khas: soal menanyakan sesuatu untuk SETIAP simpul, bukan hanya untuk akar.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jawaban untuk setiap simpul sebagai akar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jumlah jarak dari setiap simpul ke semua simpul lain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simpul terbaik untuk dijadikan pusat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kedalaman maksimum dari setiap simpul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akar yang ditanya — DP pohon biasa cukup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penggabungannya tidak bisa dibalik dan tidak bisa dihitung lewat prefiks-sufiks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kecil sehingga n kali DFS masih lolos batas waktu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 penggabungannya bisa dibalik (misalnya penjumlahan), kontribusi saudara bisa dihitung dengan pengurangan. Bila tidak (misalnya maksimum), gunakan prefiks dan sufiks.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(Day 160)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pohon (Day 161)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&amp; binary lifting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pohon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Technique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untuk semua akar dalam dua kali DFS.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adalah teknik yang tampak rumit tetapi sangat mekanis. Setelah menulisnya dua atau tiga kali, polanya menjadi otomatis.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Jawaban Jadi Dua Arah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Dua Tahap DFS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Perpindahan Akar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Operator max/min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soal bertanya tentang SETIAP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Rerooting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kuncinya: “untuk setiap simpul, hitung …”.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Misalnya: untuk setiap simpul, hitung total jarak ke seluruh simpul lain. Atau: untuk setiap simpul, cari jarak terjauh ke simpul mana pun.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DP pohon biasa tidak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dari Day 160 hanya menjawab untuk SUBTREE u. Ia tidak memperhitungkan bagian pohon yang berada di atas 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DFS dari setiap simpul sebagai akar. Benar, tetapi O(n²) — mustahil untuk n = 100.000.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rerooting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untuk simpul u = kontribusi dari subtree u (arah bawah) + kontribusi dari sisa pohon (arah atas). Hitung keduanya masing-masing dalam satu kali DFS.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Benar tetapi terlalu lambat. Rerooting menggantikannya dengan dua kali DFS saja.</a:t>
            </a:r>
            <a:endParaRPr lang="en-US" sz="1300" dirty="0"/>
          </a:p>
        </p:txBody>
      </p:sp>
      <p:pic>
        <p:nvPicPr>
          <p:cNvPr id="4" name="Image 0" descr="/tmp/ppt/imgs/c36_9_2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1983" y="1755648"/>
            <a:ext cx="766498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Jadi Dua Arah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 seluruh teknik rerooting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down dan 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punya dua sumber kontribusi yang saling melengkapi.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down[u] — arah bawah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Kontribusi dari seluruh simpul yang berada di dalam subtree u. Dihitung dengan DFS biasa dari daun ke akar, persis seperti Day 160.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up[u] — arah atas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Kontribusi dari seluruh simpul di LUAR subtree u, yaitu induk beserta cabang-cabang lainnya. Dihitung dengan DFS kedua, dari akar ke daun.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jawab[u] = down[u] + up[u]. Keduanya bersama-sama mencakup seluruh pohon, tanpa tumpang tindih.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hanya dua kali DFS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up[v] bisa dihitung dari up[induk] dan down[induk] dengan menghilangkan kontribusi v itu sendiri. Jadi setiap simpul cukup diproses satu kali per tahap.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DFS, masing-masing O(n). Total O(n) — turun dari O(n²).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Tahap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arah rekursinya: tahap 1 menggabungkan ke atas, tahap 2 menurunkan ke bawah.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— dfs1, arah bawah</a:t>
            </a:r>
            <a:endParaRPr lang="en-US" sz="1350" dirty="0"/>
          </a:p>
        </p:txBody>
      </p:sp>
      <p:pic>
        <p:nvPicPr>
          <p:cNvPr id="5" name="Image 0" descr="/tmp/ppt/imgs/c36_12_2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2779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— dfs2, arah atas</a:t>
            </a:r>
            <a:endParaRPr lang="en-US" sz="1350" dirty="0"/>
          </a:p>
        </p:txBody>
      </p:sp>
      <p:pic>
        <p:nvPicPr>
          <p:cNvPr id="7" name="Image 1" descr="/tmp/ppt/imgs/c36_12_2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40666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Dua Tahap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total jarak dari setiap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— Menghitung down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pertama menghitung total jarak dari setiap simpul ke seluruh simpul di subtree-nya.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87168"/>
            <a:ext cx="429768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down[u] = total jarak ke bawah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down[4] = down[5] = 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down[3] = 0+1 + 0+1 = 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down[1] = 0+1 + 2+3 = 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down[u] = jumlah atas anak v dari ( down[v] + sz[v] 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benar untuk akar. Simpul lain masih kehilangan kontribusi dari arah atas.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— Menurunkan 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kedua membawa informasi dari induk turun ke anak.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87168"/>
            <a:ext cx="429768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up[u] = kontribusi dari luar subtree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up[1] = 0   (akar tidak punya luar)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up[2] = 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up[3] = 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up[v] = up[u] + ( down[u] - down[v] - sz[v] ) + ( n - sz[v] 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kontribusi v dari down[u], lalu tambahkan satu langkah untuk setiap simpul di luar subtree v.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3 — Menjumlahkan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 untuk setiap simpul.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87168"/>
            <a:ext cx="4297680" cy="2286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jawab[u] = down[u] + up[u]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1 : 6 + 0 = 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2 : 0 + 9 = 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3 : 2 + 3 = 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4 : 0 + 8 = 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 = 6  9  5  8  8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n jawaban diperoleh hanya dengan dua kali DFS. Simpul 3 punya total jarak terkecil — ia adalah centroid pohon ini.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Perpindahan Akar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harus diturunkan sendiri untuk tiap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Menurunkan Rumusnya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memindahkan akar dari u ke anaknya v. Apa yang berubah?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buang kontribusi v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jawaban milik u, hilangkan bagian yang berasal dari subtree v. Untuk total jarak, itu berarti mengurangi down[v] + sz[v].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sisanya menjadi kontribusi luar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tersisa adalah kontribusi dari induk u dan cabang-cabang lain. Inilah yang akan menjadi up[v].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sesuaikan jaraknya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akar berpindah ke v, seluruh simpul di luar subtree v menjadi satu langkah lebih jauh. Karena banyaknya n − sz[v], tambahkan sebesar itu.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verifikasi dengan kasus 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rumusmu pada pohon berisi dua atau tiga simpul, di mana jawabannya bisa dihitung manual. Ini cara tercepat menemukan kesalahan tanda.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Tree Distances II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Total Jarak dari Setiap Simpul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 Distances II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simpul. Untuk setiap simpul, hitung jumlah jarak dari simpul tersebut ke seluruh simpul lain dalam pohon.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n bilangan dalam satu baris.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dijamin terhubung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bisa mencapai 10^10</a:t>
            </a:r>
            <a:endParaRPr lang="en-US" sz="1200" dirty="0"/>
          </a:p>
        </p:txBody>
      </p:sp>
      <p:pic>
        <p:nvPicPr>
          <p:cNvPr id="9" name="Image 0" descr="/tmp/ppt/imgs/c36_20_2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807" y="1280160"/>
            <a:ext cx="251926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— dua kali DFS, masing-masing mengunjungi setiap simpul sekali.</a:t>
            </a:r>
            <a:endParaRPr lang="en-US" sz="1300" dirty="0"/>
          </a:p>
        </p:txBody>
      </p:sp>
      <p:pic>
        <p:nvPicPr>
          <p:cNvPr id="4" name="Image 0" descr="/tmp/ppt/imgs/c36_21_2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901" y="1755648"/>
            <a:ext cx="237658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dfs1 menghitung ukuran subtree dan total jarak ke bawah secara bersamaan.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anak menyumbang down[v] ditambah sz[v], karena setiap simpul di subtree v bertambah satu langkah.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dfs2 menurunkan up ke anak. Rumusnya membuang kontribusi v lalu menambah n - sz[v].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up[akar] = 0 karena tidak ada bagian pohon di luar subtree akar.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long: untuk n = 200.000, total jaraknya bisa mencapai puluhan miliar.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max dan min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"membuang" tidak bisa dilakukan dengan pengurangan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dan Suffix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operator penjumlahan, membuang kontribusi satu anak cukup dengan mengurangi. Untuk max, itu tidak berlaku.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93392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operatornya max, kita tidak bisa "mengurangi" nilai satu anak dari hasil maksimum.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Solusinya: untuk setiap simpul, hitung prefix maksimum dan suffix maksimum atas daftar anaknya. Maksimum tanpa anak ke-i adalah gabungan prefix sampai i−1 dan suffix mulai i+1.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menjaga kompleksitas tetap O(n) meskipun simpul punya banyak anak.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501091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Berlaku juga untuk min, gcd, dan operator lain yang tidak punya invers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penjumlahan, cukup kurangi — jauh lebih sederhana</a:t>
            </a:r>
            <a:endParaRPr lang="en-US" sz="1250" dirty="0"/>
          </a:p>
        </p:txBody>
      </p:sp>
      <p:pic>
        <p:nvPicPr>
          <p:cNvPr id="6" name="Image 0" descr="/tmp/ppt/imgs/c36_23_2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2533" y="1993392"/>
            <a:ext cx="5753086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up[akar] tidak diinisialisasi nol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tidak punya bagian luar. Nilai selain nol akan merusak seluruh perhitungan turunannya.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perpindahan salah tanda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sering. Uji dengan pohon berisi dua simpul: jawabannya harus 1 dan 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dipakai sebelum dihitung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dfs1 harus menghitung sz sebelum dfs2 dijalankan. Menggabungkan keduanya dalam satu DFS biasanya keliru.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pengurangan pada operator max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tidak punya invers. Pakai prefix dan suffix, atau simpan dua nilai terbesar.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overflow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200.000, pohon berbentuk rantai membuat rekursi terlalu dalam. Pertimbangkan versi iteratif.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Tree Distances I (jarak terjauh) dan Tree Distances II (total jarak)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V (Subtree) — rerooting dengan modulo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1092F — Tree with Maximum Cost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Sum of Distances in Tree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Turunkan sendiri rumus perpindahan untuk soal "jarak terjauh dari setiap simpul"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Verifikasi: bandingkan hasil rerooting dengan cara naif O(n²) untuk n = 100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= down + 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Kontribusi dari dalam subtree, ditambah kontribusi dari luar subtree.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DFS saja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pertama menggabungkan ke atas, yang kedua menurunkan ke bawah.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perpindahan harus diturunkan sendiri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kontribusi anak, lalu sesuaikan dengan perubahan jarak. Selalu verifikasi dengan pohon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 dan nilai ekspektasi.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