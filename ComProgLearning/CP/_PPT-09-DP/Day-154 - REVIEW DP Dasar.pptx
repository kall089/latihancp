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Dasar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Merangkum Day 141 sampai 153 menjadi satu kerangka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peninjauan: merangkum semua pola DP dasar.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belajar banyak resep, yang perlu dihafal bukan tiap resepnya, melainkan cara membaca bahan dan menentukan tekniknya.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komponen: STATE, TRANSISI, BASE CASE, URUTAN. Berlaku untuk soal DP mana pun.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 perkakas: knapsack untuk soal anggaran, LIS untuk soal deret naik, LCS untuk dua barisan, grid untuk papan.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pola: linear 1D, keluarga knapsack, LIS, LCS, DP grid, range DP.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sama berulang: salah arah loop, base case kurang, dan membaca jawaban dari kotak yang salah.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periksa: arah loop, kelengkapan base case, letak jawaban, dan tipe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membedakan orang yang lancar bukan jumlah soal yang dikerjakan, melainkan kebiasaan menulis empat komponen sebelum mengetik.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arti dp[...] dalam satu kalimat lengkap. Bila sulit disusun, state-nya belum benar.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satu hal yang bisa dibawa: tulis dulu arti dp[...] dalam kalimat lengkap sebelum menulis satu baris kode.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peninjauan. Seluruh DP dasar dirangkum menjadi satu daftar periksa dan satu alur perancangan yang bisa dipakai pada soal apa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sebagai daftar periksa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URUTAN. Bila kamu bisa menjawab keempatnya dengan kalimat lengkap, kodenya hampir selalu mengikuti dengan sendirinya.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pola yang sudah dipelajari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 1D, knapsack dan keluarganya, LIS, LCS dan edit distance, DP grid, dan range DP. Sebagian besar soal DP dasar adalah salah satu dari pola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 berulang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yang keliru, base case yang tidak lengkap, jawaban yang dibaca dari state yang salah, dan tipe data yang meluap.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berlatih yang efektif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tuliskan empat komponennya di kertas sebelum mengetik. Kebiasaan ini jauh lebih menentukan daripada banyaknya soal yang dikerjakan.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materi ini sebagai rujukan cepat setiap kali menghadapi soal DP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menghadapi soal DP dan belum tahu harus mulai dari mana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kode DP-mu memberi jawaban salah dan kamu perlu memeriksa satu per satu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ingin memastikan pemahaman sebelum masuk ke DP menengah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bahan tinjau ulang menjelang kontes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pengganti latihan; daftar periksa hanya berguna bila sudah dipakai berkali-kali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menghafal kode; yang perlu diingat adalah cara bertanya, bukan barisan kodenya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satu hal yang bisa kamu bawa: tuliskan arti dp[...] dalam satu kalimat lengkap sebelum menulis kode. Kalimat yang sulit disusun menandakan state yang salah.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Day 153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Dasar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 perancangan, katalog pola, dan kesalahan yang sering berulang.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melanjutkan ke DP menengah, pastikan kamu bisa menulis knapsack, LIS, dan LCS tanpa melihat catatan. Ketiganya menjadi bahan dasar materi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Universal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Kode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Latihan Terpadu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Menengah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dipelajari, dan bagaimana kaitannya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153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hari membangun di atas hari sebelumnya.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8247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Inti yang harus melekat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Prinsip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syarat, empat langkah merancang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 &amp; 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memoisasi vs tabulasi, empat uji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climbing stairs, house robber, urutan loop coin change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&amp; 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maju, base INF, greedy bisa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mundur, rekonstruksi butuh tabel 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&amp; partition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boolean, trik 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biner, log cnt potongan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"berakhir di i", array tails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&amp;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 dua string, base case berbeda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grid adalah DAG, operator menentukan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interval, urutan berdasarkan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telusuri mundur, parent array atau banding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Optimasi 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tingkat penekanan, batasannya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Universal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pola berpikir untuk semua soal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hanya mengingat satu hal dari seluruh materi ini, ingat yang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75688"/>
            <a:ext cx="2487168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harus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diingat?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13816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2075688"/>
            <a:ext cx="2487168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5032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mana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state ini?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85032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f(dp[i-1])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9944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2075688"/>
            <a:ext cx="2487168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624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yang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pasti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51976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56248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2075688"/>
            <a:ext cx="2487168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27464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27464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kecil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dulu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→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" y="4087368"/>
            <a:ext cx="10853928" cy="56692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87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(jumlah state)  ×  (biaya satu transisi).   Kalau hasilnya di bawah 10^8, solusi kamu aman.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Ini di Kertas Dulu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yang wajib ditulis sebelum mengetik. Perhatikan bagaimana keempatnya berubah menjadi baris kode yang bersesuaian.</a:t>
            </a:r>
            <a:endParaRPr lang="en-US" sz="1300" dirty="0"/>
          </a:p>
        </p:txBody>
      </p:sp>
      <p:pic>
        <p:nvPicPr>
          <p:cNvPr id="4" name="Image 0" descr="/tmp/ppt/imgs/c28_11_1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764" y="1993392"/>
            <a:ext cx="480001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pemetaannya satu-satu: baris "dasar" jadi penugasan awal, baris "urutan" jadi arah loop, baris "transisi" jadi isi loop. Kalau keempat baris itu benar, kodenya hampir menulis dirinya sendiri.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menentukan bentuk dan ukuran array.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 diisi TERPISAH, bukan bagian dari loop.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ditentukan oleh arah kebutuhan pada transisi.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salah satu dari empat baris ini kabur, kodenya pasti akan salah.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Menerapkan Kerangka pada Soal Nyata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koin 1, 3, dan 4; target 6. dp[i] = koin paling sedikit untuk membentuk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5264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5526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5526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756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8756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987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360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 (kasus dasar)      dp[1] = dp[0] + 1 = 1      dp[2] = dp[1] + 1 = 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hanya koin 1 yang bisa dipakai, karena koin 3 dan 4 masih terlalu besar. Perhatikan setiap nilai dibangun dari nilai yang lebih kecil.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Koin Besar Mulai Berguna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i = 3, koin 3 bisa dipakai — dan langsung mengalahkan tiga keping koin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526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5526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5526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756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8756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987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360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 = min(dp[2] + 1, dp[0] + 1) = min(3, 1) = 1        dp[4] = dp[0] + 1 = 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greedy bisa tergelincir. Untuk himpunan koin tertentu, mengambil koin terbesar lebih dulu tidak selalu memberi jawaban terkecil — DP tidak punya masalah itu.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terakhir menjawab soalnya. Setiap sel dihitung tepat sekali, jadi seluruhnya O(target x banyak koin).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633472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5264" y="2633472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55264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55264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633472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2633472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7568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87568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633472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9872" y="2633472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36024" y="2633472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dp[6] = min(dp[5]+1, dp[3]+1, dp[2]+1) = min(3, 2, 3) = 2      yaitu 3 + 3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sendiri: 6 = 3 + 3 memakai dua keping, sedangkan 4 + 1 + 1 memakai tiga. DP memeriksa keduanya dan mengambil yang lebih sedikit.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bentuknya, isinya menyesuaikan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dan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paling dasar. Hampir setengah soal DP memakai salah satunya.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 -  Day 143</a:t>
            </a:r>
            <a:endParaRPr lang="en-US" sz="1350" dirty="0"/>
          </a:p>
        </p:txBody>
      </p:sp>
      <p:pic>
        <p:nvPicPr>
          <p:cNvPr id="5" name="Image 0" descr="/tmp/ppt/imgs/c28_16_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2503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 -  Day 145</a:t>
            </a:r>
            <a:endParaRPr lang="en-US" sz="1350" dirty="0"/>
          </a:p>
        </p:txBody>
      </p:sp>
      <p:pic>
        <p:nvPicPr>
          <p:cNvPr id="7" name="Image 1" descr="/tmp/ppt/imgs/c28_16_1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2503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dipakai bila keputusan diambil per posisi pada satu barisan. Knapsack dipakai bila ada kapasitas yang terbatas — perhatikan loop kapasitas berjalan MUNDUR agar tiap barang hanya terpakai sekali.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String dan Grid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dua dimensi yang paling sering muncul.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string  -  Day 149</a:t>
            </a:r>
            <a:endParaRPr lang="en-US" sz="1350" dirty="0"/>
          </a:p>
        </p:txBody>
      </p:sp>
      <p:pic>
        <p:nvPicPr>
          <p:cNvPr id="5" name="Image 0" descr="/tmp/ppt/imgs/c28_17_1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619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 -  Day 150</a:t>
            </a:r>
            <a:endParaRPr lang="en-US" sz="1350" dirty="0"/>
          </a:p>
        </p:txBody>
      </p:sp>
      <p:pic>
        <p:nvPicPr>
          <p:cNvPr id="7" name="Image 1" descr="/tmp/ppt/imgs/c28_17_1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7619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dua string selalu bermula dari pertanyaan "apakah huruf terakhirnya sama". Kerangka grid menjumlahkan atau mengambil minimum dari sel atas dan sel kiri.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— Day 151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loop terluar atas PANJANG. Inilah yang membedakannya dari semua kerangka lain.</a:t>
            </a:r>
            <a:endParaRPr lang="en-US" sz="1300" dirty="0"/>
          </a:p>
        </p:txBody>
      </p:sp>
      <p:pic>
        <p:nvPicPr>
          <p:cNvPr id="4" name="Image 0" descr="/tmp/ppt/imgs/c28_18_1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871" y="1755648"/>
            <a:ext cx="968121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kata kunci soal menuju kerangka yang tepat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ke Solusi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cepat dari kalimat pada soal menuju kerangka kode yang tepat.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72160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Kata kunci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Petunjuk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cara mencapai"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dp[0]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"maksimum tanpa dua bersebelahan"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house robber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"pilih barang, kapasitas terbatas"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0/1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"barang boleh berulang"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"stok terbatas cnt buah"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"bisakah membentuk jumlah S"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 kalau S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"barisan naik terpanjang"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tails + lower_bound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"kemiripan dua string"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atau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"jalur pada peta / grid"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kanan dan bawah saja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"gabungkan sampai tersisa satu"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atas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"cetak pilihannya"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+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simpan tabel penuh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"batas memori ketat"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+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pastikan tidak 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urut saat jawabanmu salah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pertanyaan itu bukan untuk dijawab di kepala — semuanya bisa dihitung dengan kode sebelum satu baris DP ditulis.</a:t>
            </a:r>
            <a:endParaRPr lang="en-US" sz="1300" dirty="0"/>
          </a:p>
        </p:txBody>
      </p:sp>
      <p:pic>
        <p:nvPicPr>
          <p:cNvPr id="4" name="Image 0" descr="/tmp/ppt/imgs/c28_22_1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027" y="1993392"/>
            <a:ext cx="500349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hasilnya: banyak state-nya masih masuk akal dan operasinya juga, tetapi MEMORINYA 381 MB — sudah lewat batas. Inilah jenis kegagalan yang hanya ketahuan kalau dihitung lebih dulu.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state, operasi, dan memori — ketiganya, bukan salah satu.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memori yang bermasalah, biasanya optimasi satu baris menyelamatkan.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sampai 10^18 wajib long long, walau state-nya kecil.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menit menghitung menghemat setengah jam menulis kode yang pasti gagal.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Kesalahan Paling Sering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sering ditemui.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Lupa reset antar testcase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 sangat khas: testcase pertama benar, sisanya salah. Selalu kosongkan dp di awal setiap solve().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Arah loop tertukar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ditulis maju, atau unbounded ditulis mundur. Tidak menimbulkan error, hanya jawaban yang salah diam-diam.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State kurang lengkap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benar untuk kasus kecil, salah untuk kasus besar. Jalankan uji kecukupan state dari Day 142.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Overflow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tanpa modulo, atau menjumlah nilai besar dengan int. Pakai long long dan terapkan modulo di setiap operasi.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Jawaban diambil dari tempat yang salah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LIS, jawabannya adalah nilai terbesar di seluruh dp, bukan dp[n−1]. Pada longest common substring juga demikian.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seluruh materi Day 141 sampai 153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Paket Latihan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empat langkahnya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DP Section — kerjakan seluruh 19 soalnya, ini paket latihan DP terbaik untuk pemula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soal A sampai H — mencakup hampir semua pola dasar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Climbing Stairs, House Robber, Coin Change, Partition Equal Subset Sum, LIS, Edit Distance, Unique Paths II, Burst Balloons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lima soal lama, lalu tambahkan rekonstruksi pada masing-masing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tiga soal 2D, lalu ubah menjadi versi hemat memori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catatan pribadi: untuk setiap soal, tulis state dan transisinya dalam satu kalimat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realistis: 20 soal DP dalam dua minggu, dengan pemahaman penuh — bukan sekadar menyalin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Menengah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menanti di Day 155 sampai 168.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— Day 155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mengenali bahwa state sekarang belum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 Day 156 &amp; 157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himpunan. TSP, assignment problem, dan matching berukuran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— Day 159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yang memenuhi syarat digit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— Day 160 sampai 162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subtree, knapsack pada pohon, dan teknik rerooting.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— Day 163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harapan, dan kenapa perhitungannya sering harus dibalik arah.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dari seluruh rangkaian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adalah cara berpikir, bukan hafalan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itu berlaku untuk semua soal, termasuk yang belum pernah kamu lihat.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menutupi sebagian besar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1D, knapsack, dua string, grid, dan interval. Sisanya adalah variasi dari kelimanya.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di kertas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urutan. Lima menit di kertas menghemat setengah jam debugging.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yang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soal yang dipahami penuh jauh lebih berharga daripada seratus soal yang disalin.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2026-09-05T08:51:31Z</dcterms:created>
  <dcterms:modified xsi:type="dcterms:W3CDTF">2026-09-05T08:51:31Z</dcterms:modified>
</cp:coreProperties>
</file>