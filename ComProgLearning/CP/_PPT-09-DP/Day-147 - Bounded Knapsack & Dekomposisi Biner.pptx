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Bounded Knapsack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Dekomposisi Biner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setiap barang tersedia dalam jumlah terbatas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147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147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Bounded knapsack: persediaan terbatas, tetapi lebih dari satu.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Warung punya 7 botol air, 3 roti, dan 12 permen. Kamu bisa mengambil beberapa, tetapi tidak melebihi stoknya.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jenis boleh diambil paling banyak c[i] kali — antara 0-1 dan unbounded knapsack.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naif: anggap 7 botol itu 7 barang berbeda, lalu jalankan 0-1 knapsack. Kalau stoknya ribuan, cara ini kelewat lambat.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Memecah satu per satu menghasilkan total salinan yang sangat besar.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Trik: kelompokkan botol jadi paket 1, 2, 4 botol. Dengan tiga paket itu, kamu bisa membentuk 0 sampai 7 botol.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Dekomposisi biner: pecah c menjadi 1, 2, 4, ..., dan sisanya. Cukup log(c) salinan.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12 permen: paket 1, 2, 4, dan sisa 5. Empat paket menutupi seluruh 0 sampai 12.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Salinan terakhir berisi sisanya, agar totalnya tepat c dan tidak lebih.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Dekomposisi biner adalah trik yang muncul di banyak tempat lain, bukan hanya di knapsack — layak dihafal terpisah.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Bounded knapsack adalah kasus tengah: setiap benda boleh diambil beberapa kali, tetapi jumlahnya terbatas.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Antara 0-1 dan unbounded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Benda ke-i boleh diambil paling banyak c[i] kali. Bila c[i] = 1 ini menjadi 0-1 knapsack; bila c[i] tak terbatas ia menjadi unbounded.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naif terlalu lambat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Memecah setiap benda menjadi c[i] salinan lalu menjalankan 0-1 knapsack menghasilkan kompleksitas O(total salinan x W), yang cepat sekali membengkak.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Dekomposisi biner memangkasnya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Pecah c[i] menjadi 1, 2, 4, 8, ... dan sisanya. Dengan log(c[i]) salinan, semua jumlah dari 0 sampai c[i] tetap bisa dibentuk.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juga cara monotonic deque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kasus yang lebih ketat, bounded knapsack bisa diselesaikan dalam O(n x W) memakai monotonic deque per kelas sisa bagi.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kalimat "tersedia sebanyak c buah" pada setiap jenis benda.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jenis benda punya jumlah persediaan yang terbatas dan lebih dari satu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persediaannya besar sehingga memecah satu per satu terlalu lambat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Kapasitasnya masih cukup kecil untuk dijadikan indeks tabel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koin dengan jumlah keping terbatas per pecahan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Persediaannya satu per jenis — pakai 0-1 knapsack langsung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Persediaannya tak terbatas — pakai unbounded knapsack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jenisnya sangat sedikit sehingga rekursi biasa sudah cukup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Dekomposisi biner adalah trik yang layak dihafal: 1, 2, 4, ..., sisa. Ia muncul lagi di banyak tempat lain, bukan hanya di knapsack.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0-1 Knapsack (Day 145)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Coin change (Day 144)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Monotonic deque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DP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dengan bitset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Bounded Knapsack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Dekomposisi Biner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Persediaan terbatas, dipecah menjadi salinan berpangkat dua.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Dekomposisi biner adalah contoh bagus dari prinsip umum: mengganti banyak salinan dengan sedikit salinan yang tetap bisa membentuk semua kemungkinan.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Varian Knapsack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Cara Naif Gagal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Dekomposisi Biner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Pemecahan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Cara Itu Benar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Pintasan Unbounded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Pendekatan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Varian Knapsack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state, tiga aturan pemakaian barang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Perbandingan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Ketiganya memakai state yang sama: dp[w] = nilai maksimum pada kapasitas w. Yang berbeda hanya aturan pemakaian.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834640"/>
                <a:gridCol w="2834640"/>
                <a:gridCol w="2532888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Aturan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Kompleksitas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0/1 knapsack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tiap barang maksimal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loop kapasitas mundur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· W)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Unbounded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tak terbatas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loop kapasitas maju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· W)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Bounded — naif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maksimal cnt[i]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ulangi sebanyak cnt kali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· W · cnt)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Bounded — biner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maksimal cnt[i]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pecah menjadi pangkat 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· W · log cnt)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Bounded — deque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maksimal cnt[i]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jendela geser maksimum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· W)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Cara Naif Gagal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faktor tambahan yang mematikan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Mengulang Sebanyak Stok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paling langsung: perlakukan cnt[i] barang identik sebagai cnt[i] barang terpisah.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Idenya benar dan mudah ditulis. Masalahnya hanya satu: faktor cnt masuk ke dalam kompleksitas.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n = 100, W = 10.000, dan cnt = 1.000, jumlah operasinya mencapai satu miliar. Batas waktu satu detik pasti terlampaui.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133088"/>
            <a:ext cx="44805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Aman hanya bila cnt kecil, sekitar 10 ke bawah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atas itu, wajib dipecah dengan cara yang lebih pintar</a:t>
            </a:r>
            <a:endParaRPr lang="en-US" sz="1250" dirty="0"/>
          </a:p>
        </p:txBody>
      </p:sp>
      <p:pic>
        <p:nvPicPr>
          <p:cNvPr id="6" name="Image 0" descr="/tmp/ppt/imgs/c21_10_1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1755648"/>
            <a:ext cx="5824728" cy="27091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Dekomposisi Biner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1, 2, 4, 6 sudah mewakili 13 barang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Memecah cnt = 13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dipecah, setiap potongan diperlakukan sebagai satu barang biasa dalam 0/1 knapsack.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121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cnt = 13 barang identik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7512" y="2532888"/>
            <a:ext cx="886968" cy="603504"/>
          </a:xfrm>
          <a:prstGeom prst="rect">
            <a:avLst/>
          </a:prstGeom>
          <a:solidFill>
            <a:srgbClr val="EAF4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7512" y="2532888"/>
            <a:ext cx="886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700784" y="2532888"/>
            <a:ext cx="1389888" cy="603504"/>
          </a:xfrm>
          <a:prstGeom prst="rect">
            <a:avLst/>
          </a:prstGeom>
          <a:solidFill>
            <a:srgbClr val="EAFB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700784" y="2532888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36976" y="2532888"/>
            <a:ext cx="2395728" cy="603504"/>
          </a:xfrm>
          <a:prstGeom prst="rect">
            <a:avLst/>
          </a:prstGeom>
          <a:solidFill>
            <a:srgbClr val="FFF7E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36976" y="2532888"/>
            <a:ext cx="2395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79008" y="2532888"/>
            <a:ext cx="3401568" cy="603504"/>
          </a:xfrm>
          <a:prstGeom prst="rect">
            <a:avLst/>
          </a:prstGeom>
          <a:solidFill>
            <a:srgbClr val="F3EE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779008" y="2532888"/>
            <a:ext cx="3401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418320" y="2624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+ 2 + 4 + 6 = 13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7512" y="3447288"/>
            <a:ext cx="10853928" cy="4572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" y="350215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0 barang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867912" y="350215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" y="3867912"/>
            <a:ext cx="10853928" cy="4572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" y="392277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5 barang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867912" y="392277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4288536"/>
            <a:ext cx="10853928" cy="4572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7512" y="43434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9 barang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867912" y="43434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+ 2 + 6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7512" y="4709160"/>
            <a:ext cx="10853928" cy="4572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7512" y="476402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13 barang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867912" y="476402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+ 2 + 4 + 6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" y="527608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jumlah 0..13 bisa dibentuk dari empat potongan itu. Jadi cnt barang cukup diwakili O(log cnt) “barang gabungan”, lalu perlakukan sebagai 0/1 knapsack biasa.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Memecahnya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pangkat 2 selama masih muat, lalu sisanya menjadi potongan terakhir.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029968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029968"/>
            <a:ext cx="2473452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31136"/>
            <a:ext cx="347472" cy="347472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231136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715768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 = 13, k = 1.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min(1, 13) = 1.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 menjadi 12.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4151376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potongan: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86684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61004" y="2029968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3461004" y="2029968"/>
            <a:ext cx="2473452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3643884" y="2231136"/>
            <a:ext cx="347472" cy="347472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43884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101084" y="2231136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Gandakan k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643884" y="2715768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2, sisa = 12.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min(2, 12) = 2.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 menjadi 10.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643884" y="4151376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potongan: 1, 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0176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54496" y="2029968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254496" y="2029968"/>
            <a:ext cx="2473452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6437376" y="2231136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37376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94576" y="2231136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Gandakan lagi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437376" y="2715768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4, sisa = 10.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min(4, 10) = 4.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 menjadi 6.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37376" y="4151376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potongan: 1, 2, 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773668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47988" y="2029968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Shape 27"/>
          <p:cNvSpPr/>
          <p:nvPr/>
        </p:nvSpPr>
        <p:spPr>
          <a:xfrm>
            <a:off x="9047988" y="2029968"/>
            <a:ext cx="2473452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0" name="Shape 28"/>
          <p:cNvSpPr/>
          <p:nvPr/>
        </p:nvSpPr>
        <p:spPr>
          <a:xfrm>
            <a:off x="9230868" y="2231136"/>
            <a:ext cx="347472" cy="3474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230868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(4)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688068" y="2231136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 terakhir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9230868" y="2715768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8, sisa = 6.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min(8, 6) = 6.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 menjadi 0, berhenti.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230868" y="4151376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potongan: 1, 2, 4, 6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Perhatikan: loop terdalam adalah 0/1 knapsack biasa, tanpa perubahan sama sekali.</a:t>
            </a:r>
            <a:endParaRPr lang="en-US" sz="1300" dirty="0"/>
          </a:p>
        </p:txBody>
      </p:sp>
      <p:pic>
        <p:nvPicPr>
          <p:cNvPr id="4" name="Image 0" descr="/tmp/ppt/imgs/c21_14_1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4659" y="1755648"/>
            <a:ext cx="6159634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Setelah Potongan Pertama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Barang berbobot 2 bernilai 3 dengan stok 5 dipecah menjadi potongan 1, 2, dan 2 buah.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39112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31336" y="2395728"/>
            <a:ext cx="82296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31336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31336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27448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27448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23560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23560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19672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9672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19672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15784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15784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415784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311896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11896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311896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208008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208008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208008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104120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104120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104120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1000232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000232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1000232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potongan 1 (1 buah)  -&gt;  berat 2, nilai 3      dp[j] = 3 untuk semua j &gt;= 2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potongan diperlakukan sebagai SATU barang 0-1 biasa. Setelah dipecah, tidak ada lagi konsep stok — hanya barang yang boleh diambil atau tidak.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Setelah Potongan Kedua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Potongan kedua mewakili 2 buah barang sekaligus, sehingga beratnya 4 dan nilainya 6.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39112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31336" y="2395728"/>
            <a:ext cx="82296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31336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31336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27448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27448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23560" y="2395728"/>
            <a:ext cx="82296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23560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19672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9672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19672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15784" y="2395728"/>
            <a:ext cx="82296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15784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415784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311896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11896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311896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208008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208008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208008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104120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104120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104120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1000232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000232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1000232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potongan 2 (2 buah)  -&gt;  berat 4, nilai 6      dp[6] = dp[2] + 6 = 3 + 6 = 9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dp[6] = 9 berarti tiga buah barang: satu dari potongan pertama dan dua dari potongan kedua. Berat totalnya 2 + 4 = 6, nilainya 3 + 6 = 9.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Setelah Potongan Ketiga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Potongan terakhir juga mewakili 2 buah. Dengan ketiganya, seluruh jumlah dari 0 sampai 5 bisa dibentuk.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39112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31336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31336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31336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27448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27448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23560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23560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19672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9672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19672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15784" y="2395728"/>
            <a:ext cx="82296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15784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415784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311896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11896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311896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208008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208008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208008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104120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104120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104120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1000232" y="2395728"/>
            <a:ext cx="82296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000232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1000232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dp[10] = dp[6] + 6 = 9 + 6 = 15      yaitu 5 barang, berat 10, nilai 15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Periksa: stok 5 dengan nilai 3 per buah memang memberi 15. Hanya tiga potongan yang dibutuhkan, bukan lima — di situlah penghematannya.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Cara Itu Benar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 sama dengan representasi biner sebuah bilangan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Bukti Singkat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langkah penalaran yang bisa kamu ulangi sendiri untuk nilai cnt berapa pun.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Potongan 1, 2, 4 membentuk 0 sampai 7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Persis seperti tiga bit biner. Setiap bilangan dalam rentang itu punya satu kombinasi unik: 5 = 1 + 4, 6 = 2 + 4, 7 = 1 + 2 + 4.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 6 menutup 8 sampai 13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potongan 6, lalu tambahkan kombinasi mana pun dari 1, 2, 4 untuk menjangkau 6 sampai 13.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yang terlewat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Rentang 0–7 dan 6–13 bersambung, sehingga seluruh 0 sampai 13 tercakup. Karena itu hasil DP tetap benar.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berubah hanya jumlah barang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cnt buah menjadi sekitar log2(cnt) + 1 buah. Untuk cnt = 1000, dari 1000 menjadi 10 — sekitar 100 kali lebih cepat.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Pintasan yang Sering Terlupakan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memecah, periksa dulu apakah pemecahan memang perlu.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cnt[i] dikali wt[i] sudah lebih besar atau sama dengan kapasitas W, artinya stok barang itu tidak akan pernah habis sebelum tas penuh.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Dalam kasus itu, barang tersebut bisa langsung diperlakukan sebagai unbounded — cukup satu loop maju, tanpa pemecahan sama sekali.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224528"/>
            <a:ext cx="44805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Lebih cepat dan lebih pendek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Sering terjadi pada soal dengan stok besar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Cek ini gratis, hanya satu perbandingan</a:t>
            </a:r>
            <a:endParaRPr lang="en-US" sz="1250" dirty="0"/>
          </a:p>
        </p:txBody>
      </p:sp>
      <p:pic>
        <p:nvPicPr>
          <p:cNvPr id="6" name="Image 0" descr="/tmp/ppt/imgs/c21_20_15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1755648"/>
            <a:ext cx="5824728" cy="305959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Belanja dengan stok terbatas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Toko dengan Stok Terbatas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Bounded Knapsack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Sebuah toko menjual n jenis barang. Barang jenis ke-i memiliki berat wt[i], nilai val[i], dan tersedia sebanyak cnt[i] buah.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Kamu membawa tas berkapasitas W. Hitung nilai total maksimum yang bisa dibawa pulang.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976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W ≤ 10.000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cnt[i] ≤ 1.000</a:t>
            </a:r>
            <a:endParaRPr lang="en-US" sz="1200" dirty="0"/>
          </a:p>
        </p:txBody>
      </p:sp>
      <p:pic>
        <p:nvPicPr>
          <p:cNvPr id="9" name="Image 0" descr="/tmp/ppt/imgs/c21_22_1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280160"/>
            <a:ext cx="4572000" cy="375863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· W · log cnt) = 100 × 10.000 × 10 = 10^7 — jauh di bawah batas aman.</a:t>
            </a:r>
            <a:endParaRPr lang="en-US" sz="1300" dirty="0"/>
          </a:p>
        </p:txBody>
      </p:sp>
      <p:pic>
        <p:nvPicPr>
          <p:cNvPr id="4" name="Image 0" descr="/tmp/ppt/imgs/c21_23_1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1328" y="1755648"/>
            <a:ext cx="3441728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awal dp seluruhnya nol, sama seperti knapsack biasa.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pemecahan: k digandakan setiap putaran, ambil = min(k, sisa) menjamin totalnya tepat cnt[i].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Barang gabungan dibentuk dengan mengalikan berat dan nilai satuannya. Wajib cast ke long long pada nilai.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terdalam adalah 0/1 knapsack apa adanya — arah MUNDUR, tanpa modifikasi.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ingin lebih cepat lagi, tambahkan pintasan unbounded di awal setiap jenis barang.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Pendekatan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Dan jebakan yang sering muncul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Panduan Cepat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 pendekatan sesuai ukuran stok pada soal.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108960"/>
                <a:gridCol w="2377440"/>
                <a:gridCol w="244144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Kondisi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Pendekatan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Kompleksitas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Kesulitan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cnt kecil (≤ 10)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Naif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O(n·W·cnt)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cnt sedang sampai besar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Dekomposisi biner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O(n·W·log cnt)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Sedang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cnt × berat ≥ W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Perlakukan unbounded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O(n·W)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cnt sangat besar, W besar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Monotonic deque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O(n·W)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Pemecahan tidak tepat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1, 2, 4, 8 lalu salah menghitung sisanya. Rumus yang benar: ambil = min(k, sisa), lalu sisa dikurangi ambil. Uji dengan mencetak potongan untuk cnt = 1 sampai 20 — jumlahnya harus selalu tepat.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Overflow pada barang gabungan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val[i] × ambil bisa jauh melebihi batas int. Selalu cast ke long long. Periksa juga W2 tidak melebihi W sebelum masuk loop.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pintasan unbounded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Program tetap benar, tetapi membuang waktu memecah barang yang stoknya sudah lebih dari cukup.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terdalam ditulis maju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dipecah, potongan harus diperlakukan sebagai 0/1 — arah MUNDUR. Loop maju akan membuat potongan yang sama terpakai berkali-kali.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tiga varian knapsack dalam satu file, uji dengan input yang sama dan bandingkan hasilnya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potongan biner untuk cnt = 1 sampai 20, pastikan jumlahnya selalu tepat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Tambahkan pintasan unbounded, ukur perbedaan waktunya pada cnt yang besar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Coin Change II dengan batas jumlah koin per jenis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waktu jalan versi naif dan versi biner untuk cnt = 1.000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Bounded = 0/1 setelah dipecah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Pecah cnt barang identik menjadi potongan 1, 2, 4, ... dan sisanya.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log cnt potongan sudah cukup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jumlah 0 sampai cnt tetap bisa dibentuk, tanpa ada yang dobel atau terlewat.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cek pintasan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cnt × berat ≥ kapasitas, perlakukan sebagai unbounded — lebih cepat dan lebih singkat.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148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Longest Increasing Subsequence dalam O(n log n).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2026-09-03T02:51:30Z</dcterms:created>
  <dcterms:modified xsi:type="dcterms:W3CDTF">2026-09-03T02:51:30Z</dcterms:modified>
</cp:coreProperties>
</file>