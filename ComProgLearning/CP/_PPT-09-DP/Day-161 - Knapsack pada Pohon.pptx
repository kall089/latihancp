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subtree, dan kompleksitas yang mengejutkan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pohon: membagi anggaran ke cabang.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Kepala keluarga punya anggaran 10 juta dan tiga anak. Setiap anak punya kebutuhan bercabang lagi. Bagilah agar manfaatnya terbesar.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punya tabel knapsack: dp[u][j] = manfaat terbaik memakai j satuan anggaran di subtree u.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anak: coba semua cara membagi anggaran antara keduanya.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 berbentuk konvolusi — mirip knapsack, tetapi antar tabel subtree.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sebuah cabang hanya punya 3 anggota, tidak ada gunanya menawarkan anggaran untuk 10 orang ke cabang itu.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pada min(ukuran subtree, anggaran). Baris inilah yang membuat totalnya O(n²).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pembatasan itu, kamu menghitung banyak kemungkinan yang jelas mustahil.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sz[u] pada batas loop, kompleksitasnya menjadi O(n x K²) — jauh lebih lambat.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kenapa totalnya O(n² dan bukan O(n³) adalah salah satu argumen paling elegan di seluruh materi DP.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 menggabungkan dua materi: memilih sebagian simpul dengan anggaran terbatas, di atas struktur pohon.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punya tabel knapsack sendiri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dp[u][j] berarti jawaban terbaik bila di dalam subtree u kita memilih tepat j simpul. Menggabungkan anak berarti menggabungkan dua tabel.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Penggabungannya seperti konvolusi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pembagian anggaran antara subtree yang sudah digabung dan subtree anak yang baru, ambil yang terbaik. Bentuknya persis knapsack.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mengejutkan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pembatasan loop pada ukuran subtree, total kerjanya ternyata O(n²), bukan O(n³) seperti yang tampak. Analisis ini penting dan sering ditanyakan.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menentukan segalanya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harus dibatasi pada min(ukuran subtree, anggaran). Tanpa pembatasan itu, kompleksitasnya benar-benar menjadi kubik.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gabungan dua kata kunci: struktur pohon, dan batas jumlah atau anggaran.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paling banyak k simpul pada pohon dengan syarat ketetanggaan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Membagi anggaran ke cabang-cabang pohon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memilih paket kursus atau prasyarat yang berbentuk pohon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nilai terbaik untuk setiap kemungkinan ukuran pilihan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batas jumlah atau anggaran — DP pohon biasa sudah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Strukturnya bukan pohon melainkan graf umum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Anggarannya sangat besar sehingga tabel per simpul tidak muat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terpenting adalah batas loop: for (j = min(sz[u], K); j &gt;= 0; j--). Melupakan sz[u] mengubah O(n²) menjadi O(n x K²).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(Day 160)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(Day 145)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(Day 162)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Small-to-large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Pohon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tabel anggaran antar subtree, dengan batas loop yang penting.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 materi ini adalah salah satu argumen paling elegan di seluruh DP. Layak dipahami, bukan sekadar dihafal.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Menggabungkan Subtree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Penggabungan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Ringkas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Batas Loop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pohon dengan dimensi tambahan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 pada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dari dua materi: DP pohon dari Day 160 dan knapsack dari Day 145.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tepat k simpul dari sebuah pohon dengan total nilai sebesar mungkin, biasanya dengan syarat tambahan seperti “harus terhubung” atau “tidak boleh bertetangga”.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dp[u][k] = nilai terbaik yang bisa diperoleh dari subtree u dengan memilih tepat k simpul.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lebih sulit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DP pohon biasa, hasil anak cukup dijumlahkan. Di sini kita harus membagi jatah k ke seluruh anak — dan itu persis persoalan knapsack.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dp[u] yang sudah ada dengan dp[anak] seperti menggabungkan dua knapsack: coba semua pembagian a + b = k.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Subtree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digabungkan satu per satu ke dalam dp induk, persis seperti menambah barang pada knapsack.</a:t>
            </a:r>
            <a:endParaRPr lang="en-US" sz="1300" dirty="0"/>
          </a:p>
        </p:txBody>
      </p:sp>
      <p:pic>
        <p:nvPicPr>
          <p:cNvPr id="4" name="Image 0" descr="/tmp/ppt/imgs/c35_9_2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2057" y="1755648"/>
            <a:ext cx="416483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Penggabungan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Bagaimana jatah k dibagi ke anak-anak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Tahap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ukuran dp induk tumbuh setiap kali satu anak digabungkan.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2473452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simpul sendiri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hanya punya dua kemungkinan: memilih 0 simpul, atau memilih 1 simpul yaitu u sendiri.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=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668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1004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1004" y="2029968"/>
            <a:ext cx="2473452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3884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388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01084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pertama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43884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pembagian a + b, ambil yang terbaik. Ukuran dp bertambah sebesar ukuran subtree anak.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43884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+= sz[anak1]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0176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54496" y="2029968"/>
            <a:ext cx="2473452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37376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37376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kedua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437376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proses yang sama. dp[u] sekarang sudah memuat pilihan dari dua subtree sekaligus.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37376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+= sz[anak2]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7366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47988" y="2029968"/>
            <a:ext cx="2473452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47988" y="2029968"/>
            <a:ext cx="2473452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230868" y="2231136"/>
            <a:ext cx="347472" cy="34747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086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88068" y="2231136"/>
            <a:ext cx="16504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230868" y="2715768"/>
            <a:ext cx="21076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anak digabung, dp[u] memuat jawaban untuk setiap jumlah simpul yang dipilih dari subtree u.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230868" y="4151376"/>
            <a:ext cx="21076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= sz[u]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Daun Memberi Tabel Terpendek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Pohonnya: 1 punya anak 2 dan 3; simpul 2 punya anak 4. Nilainya 5, 3, 8, dan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dp[4]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4 adalah daun bernilai 2      dp[4] = [0, 2]      artinya: 0 simpul beri 0, 1 simpul beri 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setiap simpul panjangnya sebesar ukuran subtreenya ditambah satu. Daun hanya butuh dua sel — dan itulah yang membuat totalnya O(n kuadrat), bukan O(n pangkat tiga).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Menggabungkan Anak ke Ayahnya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2 bernilai 3 menggabungkan tabel anaknya. Jatah k dibagi antara dirinya sendiri dan subtree anaknya.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dp[2]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633472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633472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1: hanya simpul 2 sendiri = 3      k = 2: simpul 2 + simpul 4 = 3 + 2 = 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anak hanya boleh dipakai bila ayahnya juga dipakai — itulah syarat subtree. Karena itu k = 1 tidak boleh berisi simpul 4 saja.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Akar Menggabungkan Kedua Anaknya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bernilai 5 menggabungkan tabel simpul 2 dan simpul 3 secara berurutan.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dp[1]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2861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336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2: akar (5) + simpul 3 (8) = 13      k = 4: seluruh simpul = 5 + 3 + 8 + 2 = 18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k = 2: memilih akar dan simpul 3 memberi 13, sedangkan akar dan simpul 2 hanya 8. Penggabungan memeriksa kedua pembagian jatah itu dan mengambil yang terbesar.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Isi dp Setelah Digabung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berukuran 4, sehingga dp punya indeks 0 sampai 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dp[u][k] = nilai terbaik dengan memilih tepat k simpul dari subtree 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tidak selalu naik secara linier: menambah satu simpul bisa memberi tambahan besar atau kecil, bergantung nilai simpulnya.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Terlihat O(n³), sebenarnya O(n²)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O(n²)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Terlihat seperti O(n * kapasitas^2), tetapi sebenarnya tidak. Kode ini menghitung sendiri operasinya dan membandingkannya dengan n(n-1)/2.</a:t>
            </a:r>
            <a:endParaRPr lang="en-US" sz="1300" dirty="0"/>
          </a:p>
        </p:txBody>
      </p:sp>
      <p:pic>
        <p:nvPicPr>
          <p:cNvPr id="4" name="Image 0" descr="/tmp/ppt/imgs/c35_17_2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478" y="1993392"/>
            <a:ext cx="407858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Angkanya sama persis, dan itu bukan kebetulan: setiap PASANGAN simpul dihitung tepat sekali, yaitu saat kedua subtree-nya bertemu di leluhur terdekat. Karena itu totalnya n(n-1)/2, bukan lebih.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buktinya: tiap pasangan simpul bertemu di satu tempat saja.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kapasitas harus ukur[u] dan ukur[v], bukan kapasitas penuh.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batasnya sebagai kapasitas penuh membuatnya benar-benar O(n*W^2).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hitungan yang sama muncul di small-to-large dan DSU on tree.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Buktinya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penalaran yang menjelaskan kenapa kompleksitasnya O(n²), bukan O(n³).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kuncinya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pasangan simpul (x, y) hanya pernah bertemu satu kali dalam proses penggabungan, yaitu di simpul LCA mereka.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demikian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menggabungkan anak v ke dp[u], pasangan yang baru dipertimbangkan adalah pasangan antara simpul di subtree v dan simpul yang sudah tergabung sebelumnya. Pasangan seperti itu punya LCA tepat di 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totalnya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pasangan simpul adalah C(n, 2) = n(n−1)/2. Jadi total operasi penggabungannya O(n²), bukan O(n³).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harus memakai ukuran subtree yang sudah digabung, bukan n. Kalau memakai n, analisis ini runtuh dan kompleksitasnya benar-benar menjadi O(n³).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batas 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batas jumlah pilihan K, kompleksitasnya menjadi O(n · K), yang jauh lebih baik lagi untuk K kecil.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Ringkas dengan Array Global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min(sz[u], K) dan min(sz[v], K − a) — inilah yang menjaga kompleksitas tetap O(n·K).</a:t>
            </a:r>
            <a:endParaRPr lang="en-US" sz="1300" dirty="0"/>
          </a:p>
        </p:txBody>
      </p:sp>
      <p:pic>
        <p:nvPicPr>
          <p:cNvPr id="4" name="Image 0" descr="/tmp/ppt/imgs/c35_19_2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596" y="1755648"/>
            <a:ext cx="4999761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 simpul dengan nilai maksimum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Tree Knapsack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k Simpul dari Pohon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simpul, masing-masing bernilai. Pilih tepat K simpul yang membentuk satu subtree terhubung, sedemikian rupa sehingga total nilainya paling besar.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1148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n ≤ 200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nilai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</p:txBody>
      </p:sp>
      <p:pic>
        <p:nvPicPr>
          <p:cNvPr id="9" name="Image 0" descr="/tmp/ppt/imgs/c35_21_2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4202" y="1280160"/>
            <a:ext cx="29424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K) berkat batas loop yang memakai ukuran subtree.</a:t>
            </a:r>
            <a:endParaRPr lang="en-US" sz="1300" dirty="0"/>
          </a:p>
        </p:txBody>
      </p:sp>
      <p:pic>
        <p:nvPicPr>
          <p:cNvPr id="4" name="Image 0" descr="/tmp/ppt/imgs/c35_22_2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604" y="1755648"/>
            <a:ext cx="264517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dp[u][0] = 0 dan dp[u][1] = nilai[u] adalah base case untuk simpul tunggal.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a MUNDUR mencegah satu anak digabungkan dua kali dalam satu iterasi — persis prinsip 0/1 knapsack.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min(sz[u], K) dan min(sz[v], K - a) sangat penting. Menggantinya dengan K saja membuat kompleksitas melonjak.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sz[u] diperbarui SETELAH penggabungan, bukan sebelum. Kalau terbalik, batas loopnya salah.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subtree harus terhubung, jawabannya dicari di seluruh simpul sebagai kemungkinan akar subtree.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memakai K, bukan ukuran subtree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tetap benar, tetapi kompleksitasnya melonjak dari O(n·K) menjadi O(n·K²) atau lebih. Ini penyebab TLE yang sangat sering.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sz diperbarui di waktu yang salah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harus ditambah setelah penggabungan selesai. Kalau ditambah lebih dulu, batas loopnya melebihi jumlah simpul yang benar-benar tersedia.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pada penggabungan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knapsack, arah maju membuat satu subtree anak terpakai berkali-kali.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nol padahal state mustahil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 yang belum terjangkau, nilai awalnya harus negatif tak hingga, bukan nol. Kalau nol, program menganggap ada solusi kosong yang sah.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syarat terhubung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subtree harus terhubung, jawaban dicari di setiap simpul sebagai akar. Bila tidak harus, jawaban cukup diambil dari akar utama.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Tree Matching, Company Queries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V (Subtree)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815C — Karen and Supermarket, tree knapsack klasik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Maximum Sum BST in Binary Tree, Binary Tree Cameras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waktu jalan versi dengan batas sz dan versi dengan batas n untuk n = 200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pilih k simpul yang tidak harus terhubung — perhatikan perubahan cara mengambil jawaban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seperti knapsack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jatah k ke seluruh anak, coba semua pembagian a + b = 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O(n²), bukan O(n³)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pasangan simpul hanya bertemu sekali, yaitu di LCA mereka.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loop menentukan segalanya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ukuran subtree, jangan pakai n. Ini satu-satunya syarat agar analisisnya berlaku.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Rerooting: menghitung jawaban untuk setiap simpul sebagai akar, dalam O(n) total.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