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 dan Palindrome Partitioning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bekerja pada potongan, bukan pada posisi.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tumpukan batu berjajar. Setiap kali menggabung dua tumpukan bersebelahan, biayanya sebesar total keduanya.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= biaya terbaik untuk menggabungkan potongan l sampai r menjadi satu.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terakhir pasti membelah potongan itu menjadi dua bagian di suatu titik. Coba semua titik belahnya.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Transisi: coba semua m antara l dan r-1, ambil yang termurah.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biaya potongan panjang, kamu perlu biaya potongan pendek dulu.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terluar adalah PANJANG potongan, bukan l atau 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penggabungan menentukan total biayanya. Kalau urutannya tidak berpengaruh, biasanya ada cara greedy yang jauh lebih sederhana.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khas range DP: jawabannya bergantung pada URUTAN penggabungan.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O(n³), jadi batas praktisnya n sekitar 500. Di atas itu perlu optimasi Knuth atau divide and conquer.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bekerja pada interval: dp[l][r] menyimpan jawaban untuk potongan dari l sampai r, dan dihitung dengan mencoba semua titik pecah.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sepasang batas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berarti jawaban terbaik untuk bagian l sampai r. Jumlah state-nya sekitar n²/2, dan tiap state mencoba sampai n titik pecah — totalnya O(n³).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berdasarkan 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pendek harus dihitung lebih dulu karena interval panjang bergantung padanya. Karena itu loop terluarnya adalah panjang, bukan l atau 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khasnya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multiplication, memotong tongkat dengan biaya, palindrome partitioning, dan permainan mengambil dari dua ujung.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praktisnya sekitar n = 500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O(n³), n = 500 berarti 1,25 x 10^8 operasi. Di atas itu perlu optimasi seperti Knuth atau divide and conquer.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operasi yang menggabungkan dua bagian bersebelahan menjadi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operasi menggabungkan atau memecah bagian yang bersebelahan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 bergantung pada kedua bagian yang digabung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palindrom yang meminta pemotongan atau penyisipan minimum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kecil, biasanya di bawah 500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digabung tidak harus bersebelahan — range DP tidak berlaku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besar; O(n³) tumbuh sangat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penggabungan tidak memengaruhi hasil — biasanya ada solusi greedy yang jauh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paling khas: jawabannya bergantung pada URUTAN penggabungan. Bila urutannya tidak penting, kemungkinan besar itu bukan range DP.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(Day 150)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(Day 149)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optimization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&amp; conquer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sebagai state, diisi dari yang terpendek ke yang terpanjang.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adalah tempat pertama di mana urutan pengisian tabel benar-benar harus dipikirkan. Ini latihan yang bagus sebelum masuk ke DP pada pohon.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Range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Titik Pecah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Tabel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Palindrome Partitioning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Range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adalah sebuah interval, bukan satu titik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Range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yang sering muncul: gabungkan, pecah, kurung, hapus dari kedua ujung.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berupa interval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= jawaban terbaik untuk bagian array dari indeks l sampai r. Ukurannya n × 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Keputusan berupa titik pecah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[l, r] dipecah menjadi [l, m] dan [m+1, r]. Semua nilai m dicoba, lalu diambil yang terbaik.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bagian punya biaya sendiri yang bergantung pada l dan r. Inilah yang membedakan tiap soal.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n², biaya transisi O(n) karena mencoba semua titik pecah. Total O(n³) — aman untuk n sampai sekitar 500.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multiplication, palindrome partitioning, burst balloons, penggabungan tumpukan batu, dan optimal binary search tree.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Titik Pecah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semua kemungkinan pembelahan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Interval Dipecah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dp[0][5], kita mencoba setiap titik pecah dan mengambil hasil terbaik.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35915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77647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19379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28432" y="18196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1832" y="2075688"/>
            <a:ext cx="8430768" cy="45720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2075688"/>
            <a:ext cx="8430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dp[0][5]  -  yang ingin dihitung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93792" y="2578608"/>
            <a:ext cx="914" cy="2743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1832" y="2944368"/>
            <a:ext cx="4178808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294436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dp[0][2]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93792" y="2944368"/>
            <a:ext cx="417880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93792" y="2944368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dp[3][5]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582912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di m =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1832" y="3675888"/>
            <a:ext cx="1344168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67588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dp[0][0]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59152" y="3675888"/>
            <a:ext cx="701344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359152" y="3675888"/>
            <a:ext cx="701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dp[1][5]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3675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di m = 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1832" y="4407408"/>
            <a:ext cx="7013448" cy="45720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407408"/>
            <a:ext cx="701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dp[0][4]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28432" y="4407408"/>
            <a:ext cx="134416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28432" y="4407408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dp[5][5]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582912" y="4407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di m = 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7512" y="5093208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846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dp[l][r] = min atas m = l..r-1 dari ( dp[l][m] + dp[m+1][r] + biaya(l, r) 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5321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titik pecah dicoba. Karena kedua bagian lebih pendek, keduanya pasti sudah dihitung lebih dulu.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 mengapa mencoba seluruh titik pecah menjamin hasil yang optimal.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Optimal substructure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terakhir pasti menggabungkan dua bagian yang bersebelahan. Kalau kedua bagian itu sudah optimal, hasil gabungannya juga optimal untuk titik pecah tersebut.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kemungkinan dicoba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kita tidak tahu di mana operasi terakhir terjadi, semua nilai m antara l dan r−1 diuji satu per satu.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bagian selalu lebih pendek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[l, m] dan [m+1, r] selalu kurang dari panjang [l, r]. Inilah yang menjamin urutan pengisian bisa dibuat.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Overlapping subproblem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yang sama muncul sebagai bagian dari banyak interval yang lebih besar, sehingga menyimpannya sangat menguntungkan.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salah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Berdasarkan PANJANG, Bukan Indeks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loop luar memakai l seperti biasa, dp[l][m] yang dibutuhkan bisa saja belum terisi.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96312" y="1847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96312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82696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55464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41848" y="207568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r=4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350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23500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96312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82696" y="23500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82696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9080" y="2350008"/>
            <a:ext cx="786384" cy="457200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5464" y="2350008"/>
            <a:ext cx="786384" cy="457200"/>
          </a:xfrm>
          <a:prstGeom prst="rect">
            <a:avLst/>
          </a:prstGeom>
          <a:solidFill>
            <a:srgbClr val="F3EE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55464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41848" y="2350008"/>
            <a:ext cx="786384" cy="457200"/>
          </a:xfrm>
          <a:prstGeom prst="rect">
            <a:avLst/>
          </a:prstGeom>
          <a:solidFill>
            <a:srgbClr val="FDECF3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41848" y="23500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96312" y="28072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2696" y="28072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82696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69080" y="28072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69080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55464" y="2807208"/>
            <a:ext cx="786384" cy="457200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55464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41848" y="2807208"/>
            <a:ext cx="786384" cy="457200"/>
          </a:xfrm>
          <a:prstGeom prst="rect">
            <a:avLst/>
          </a:prstGeom>
          <a:solidFill>
            <a:srgbClr val="F3EE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41848" y="28072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3264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96312" y="32644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82696" y="32644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9080" y="32644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69080" y="32644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55464" y="32644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55464" y="32644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41848" y="3264408"/>
            <a:ext cx="786384" cy="457200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41848" y="32644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96312" y="37216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82696" y="37216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69080" y="37216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55464" y="37216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55464" y="37216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41848" y="3721608"/>
            <a:ext cx="786384" cy="457200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41848" y="37216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" y="4178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l=4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96312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82696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69080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55464" y="4178808"/>
            <a:ext cx="786384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41848" y="4178808"/>
            <a:ext cx="786384" cy="457200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41848" y="417880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976872" y="2395728"/>
            <a:ext cx="201168" cy="201168"/>
          </a:xfrm>
          <a:prstGeom prst="rect">
            <a:avLst/>
          </a:prstGeom>
          <a:solidFill>
            <a:srgbClr val="EAF4F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296912" y="23682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1  -  base case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76872" y="2798064"/>
            <a:ext cx="201168" cy="201168"/>
          </a:xfrm>
          <a:prstGeom prst="rect">
            <a:avLst/>
          </a:prstGeom>
          <a:solidFill>
            <a:srgbClr val="EAFBF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296912" y="2770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76872" y="3200400"/>
            <a:ext cx="201168" cy="201168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296912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976872" y="3602736"/>
            <a:ext cx="201168" cy="201168"/>
          </a:xfrm>
          <a:prstGeom prst="rect">
            <a:avLst/>
          </a:prstGeom>
          <a:solidFill>
            <a:srgbClr val="F3EEF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296912" y="3575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976872" y="4005072"/>
            <a:ext cx="201168" cy="201168"/>
          </a:xfrm>
          <a:prstGeom prst="rect">
            <a:avLst/>
          </a:prstGeom>
          <a:solidFill>
            <a:srgbClr val="FDECF3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296912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5  -  jawaban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67512" y="4910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dalam sel menunjukkan PANJANG interval. Isi tabel dari panjang terkecil ke terbesar, bukan dari indeks kecil ke besar.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 Range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 tiga loop ini. Hampir semua soal Range DP memakai kerangka yang sama persis.</a:t>
            </a:r>
            <a:endParaRPr lang="en-US" sz="1300" dirty="0"/>
          </a:p>
        </p:txBody>
      </p:sp>
      <p:pic>
        <p:nvPicPr>
          <p:cNvPr id="4" name="Image 0" descr="/tmp/ppt/imgs/c25_14_1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785" y="1755648"/>
            <a:ext cx="847938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Mengisi Diagonal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Dimensinya p = [10, 30, 5, 60], jadi ada tiga matriks: A(10x30), B(30x5), C(5x60).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minimum dp[i][j]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9943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62072" y="245973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207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679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1912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62072" y="319125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319125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9432" y="319125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36792" y="319125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922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62072" y="392277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392277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6792" y="392277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36792" y="39227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 matriks tidak perlu dikalikan apa pun      dp[i][i] = 0 untuk semua 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Diagonal selalu menjadi kasus dasar pada range DP, karena interval berpanjang satu tidak bisa dipecah lagi.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Interval Berpanjang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dua matriks bersebelahan hanya ada satu cara mengalikan, jadi biayanya langsung terhitung.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minimum dp[i][j]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9943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62072" y="245973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207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2459736"/>
            <a:ext cx="173736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3679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1912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62072" y="319125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9432" y="319125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19125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36792" y="319125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6792" y="319125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3922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62072" y="392277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392277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6792" y="392277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39227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5120640" y="2459736"/>
            <a:ext cx="2084832" cy="124358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dp[1][2] = 10 x 30 x 5 = 1500        dp[2][3] = 30 x 5 x 60 = 9000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pengisiannya berdasarkan PANJANG interval, bukan berdasarkan indeks. Semua interval berpanjang dua diisi lebih dulu, baru yang berpanjang tiga.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Mencoba Setiap Titik Pecah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interval penuh, ada dua titik pecah yang mungkin. Selisih biayanya sangat jauh.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minimum dp[i][j]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9943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62072" y="245973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207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245973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36792" y="2459736"/>
            <a:ext cx="173736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679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1912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62072" y="319125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319125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319125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36792" y="319125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36792" y="319125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92277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62072" y="392277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9432" y="392277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92277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6792" y="39227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5468112" y="2459736"/>
            <a:ext cx="1389888" cy="51206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7205472" y="2459736"/>
            <a:ext cx="914" cy="124358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pecah di k=1: 0 + 9000 + 10x30x60 = 27000        pecah di k=2: 1500 + 0 + 10x5x60 = 4500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Selisihnya enam kali lipat hanya karena urutan pengalian berbeda. Itulah kenapa mencoba SEMUA titik pecah adalah inti dari range DP.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Range DP paling klasik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matriks bersifat asosiatif: hasilnya sama, tetapi biayanya bisa jauh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matriks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ke-i berukuran p[i−1] × p[i]. Untuk n matriks, dibutuhkan n+1 angka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satu perkalian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Mengalikan matriks a × b dengan b × c membutuhkan a · b · c operasi perkalian skalar.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pengelompokan kurung yang membuat total operasi paling sedikit.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 = min atas m dari ( dp[l][m] + dp[m+1][r] + p[l−1] · p[m] · p[r] ). Suku terakhir adalah biaya menggabungkan kedua hasil.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dampaknya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dimensi 40, 20, 30, 10, 30 — urutan terbaik butuh 26.000 operasi, sedangkan urutan terburuk butuh 120.000. Lima kali lipat lebih boros.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indeks p[l−1], p[m], dan p[r] — inilah bagian yang paling sering tertukar.</a:t>
            </a:r>
            <a:endParaRPr lang="en-US" sz="1300" dirty="0"/>
          </a:p>
        </p:txBody>
      </p:sp>
      <p:pic>
        <p:nvPicPr>
          <p:cNvPr id="4" name="Image 0" descr="/tmp/ppt/imgs/c25_20_1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7512" y="1755648"/>
            <a:ext cx="523392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Palindrome Partitioning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digabung dengan DP 1D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Tahap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ini menunjukkan pola umum: hitung dulu tabel bantu, lalu jalankan DP di atasnya.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dengan Range DP, tandai setiap substring apakah palindrom. Sebuah substring palindrom bila huruf ujungnya sama DAN bagian dalamnya juga palindrom.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dengan DP 1D, cari jumlah potongan minimum. dp[i] = potongan minimum untuk i+1 huruf pertama.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59028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memakai urutan panjang, seperti Range DP biasa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memakai DP 1D biasa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O(n²)</a:t>
            </a:r>
            <a:endParaRPr lang="en-US" sz="1250" dirty="0"/>
          </a:p>
        </p:txBody>
      </p:sp>
      <p:pic>
        <p:nvPicPr>
          <p:cNvPr id="6" name="Image 0" descr="/tmp/ppt/imgs/c25_22_1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835" y="1755648"/>
            <a:ext cx="431648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Matrix 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Rantai Matriks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matriks yang akan dikalikan berurutan. Matriks ke-i berukuran p[i−1] × p[i].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jumlah operasi perkalian skalar paling sedikit dengan memilih urutan pengelompokan kurung yang tepat.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p[i] ≤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muat dalam long long</a:t>
            </a:r>
            <a:endParaRPr lang="en-US" sz="1200" dirty="0"/>
          </a:p>
        </p:txBody>
      </p:sp>
      <p:pic>
        <p:nvPicPr>
          <p:cNvPr id="9" name="Image 0" descr="/tmp/ppt/imgs/c25_24_1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056" y="1280160"/>
            <a:ext cx="2904768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O(n³) = 500³ = 1,25 × 10^8 — batasnya ketat, tetapi operasinya ringan sehingga masih lolos.</a:t>
            </a:r>
            <a:endParaRPr lang="en-US" sz="1300" dirty="0"/>
          </a:p>
        </p:txBody>
      </p:sp>
      <p:pic>
        <p:nvPicPr>
          <p:cNvPr id="4" name="Image 0" descr="/tmp/ppt/imgs/c25_25_1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870" y="1755648"/>
            <a:ext cx="489664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dp[l][l] = 0: satu matriks tidak butuh perkalian apa pun. Sudah terpenuhi karena tabel diisi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terluar atas PANJANG interval — ini yang menjamin dp[l][m] dan dp[m+1][r] sudah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kedua menentukan ujung kiri, ujung kanan dihitung dari panjangnya.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ketiga mencoba semua titik pecah. Inilah sumber faktor n ketiga.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penggabungan p[l-1] * p[m] * p[r]: baris matriks kiri, kolom sambungan, dan kolom matriks kanan.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Sekeluarga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tiga loop yang sama.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0873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Biaya penggabungan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chain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p[l−1] · p[m] · p[r]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klasik, paling sering keluar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Stone merging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batu pada [l, r]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prefix sum untuk biayanya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Palindrome partition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bila potong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digabung dengan DP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Burst balloons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a[l−1] · a[m] · a[r+1]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pecah di balon TERAKHIR, bukan pertama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Optimal BST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frekuensi pada [l, r]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biaya kedalaman pencarian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 &amp; Optimasi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terjadi, dan cara mempercepat solusinya bila masih terlalu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memakai l, bukan panjang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kesalahan nomor satu pada Range DP. Akibatnya dp[l][m] dibaca sebelum terisi, dan jawabannya salah tanpa error apa pun.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biaya tertukar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matrix chain, p[l−1] · p[m] · p[r] mudah tertukar menjadi p[l] · p[m] · p[r]. Uji dengan dua matriks saja untuk memastikan.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long long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perkalian matriks bisa mencapai ratusan juta dan menjumlah dengan cepat.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Knuth Optimization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biaya memenuhi quadrangle inequality, batas loop titik pecah bisa dipersempit menggunakan opt[l][r−1] sampai opt[l+1][r]. Kompleksitas turun dari O(n³) menjadi O(n²).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Burst Balloons, Palindrome Partitioning II, Minimum Cost to Cut a Stick, Strange Printer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N (Slimes) — penggabungan tumpukan dengan prefix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chain multiplication beserta rekonstruksi letak kurungnya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hapus batu dari salah satu ujung — state tetap interval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Terapkan Knuth Optimization pada stone merging, ukur perbedaan waktunya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menulis kerangka tiga loop dari ingatan sampai lancar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berupa interval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dp[l][r], dengan keputusan berupa titik pecah m di antara keduanya.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pengisian berdasarkan panjang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berdasarkan indeks kiri. Ini syarat mutlak agar sub-interval sudah siap.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O(n³)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 untuk n sampai sekitar 500. Bisa turun ke O(n²) dengan Knuth Optimization.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jalur: menelusuri jawaban DP, bukan hanya nilainya.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