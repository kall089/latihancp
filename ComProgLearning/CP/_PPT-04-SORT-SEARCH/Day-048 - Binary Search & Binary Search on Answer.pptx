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Termasuk binary search on answer yang sering dipadukan dengan DP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 DP · Day 48–50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48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bukan hanya untuk mencari di array.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Menebak angka 1 sampai 100. Setiap tebakan di tengah, lawan menjawab "terlalu besar" atau "terlalu kecil". Tujuh tebakan sudah cukup.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perbandingan membuang separuh kandidat. Dari 10^6 kemungkinan, jawabannya ketemu dalam 20 langkah.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Mengangkat barang: kalau 10 kg sanggup, 9 kg pasti sanggup. Kalau 20 kg tidak sanggup, 21 kg pasti juga tidak.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Predikat monoton: salah, salah, salah, BENAR, benar. Binary search mencari titik peralihannya.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Sering lebih mudah menjawab "sanggup tidak kalau bebannya 15 kg?" daripada langsung menebak beban maksimumnya.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on answer: memeriksa satu kandidat jauh lebih mudah daripada mencari yang optimal langsung.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lawan menjawab asal-asalan — kadang "terlalu besar" kadang "terlalu kecil" untuk angka yang sama — caranya tidak berlaku.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predikatnya tidak monoton, binary search memberi jawaban yang salah. Selalu periksa kemonotonannya dulu.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tersulit bukan kodenya, melainkan merumuskan pertanyaan ya-tidak yang jawabannya monoton.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membelah ruang pencarian menjadi dua di setiap langkah. Kekuatan sebenarnya bukan mencari di array, melainkan mencari JAWABAN.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dasar: mencari di data terurut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array terurut, satu perbandingan membuang separuh kandidat. Dari 10^6 elemen, jawabannya ketemu dalam sekitar 20 langkah.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sebenarnya: binary search on answer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fungsi "apakah jawaban x mungkin?" bersifat monoton — salah, salah, salah, benar, benar — maka batas peralihannya bisa dicari dengan binary search.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perlu dirancang: predikatnya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tersulit bukan kodenya, melainkan merumuskan fungsi cek yang monoton. Kodenya sendiri selalu sama.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Hati-hati pada batas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off-by-one pada binary search adalah bug klasik. Hafalkan satu bentuk template dan pakai terus, jangan mengarang setiap kali.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Petunjuk terkuat: soal meminta nilai maksimum atau minimum, dan mengecek satu nilai jauh lebih mudah daripada mencari nilai terbaiknya.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elemen atau batas pada data terurut (lower_bound / upper_bound)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"minimalkan nilai maksimum" atau "maksimalkan nilai minimum"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"berapa waktu paling singkat agar semua selesai" dengan pemeriksaan yang mudah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akar fungsi monoton pada bilangan real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Predikatnya tidak monoton — memeriksa x benar tetapi x+1 salah lalu x+2 benar lagi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Fungsinya berbentuk lembah atau bukit tanpa peralihan tunggal — pakai ternary search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Ruang jawabannya terlalu kecil sehingga loop biasa lebih pendek dan lebih aman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kelayakan: susun jawaban dari kecil ke besar, lalu tanyakan apakah polanya benar-benar salah-lalu-benar tanpa berselang-seling.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Parallel binary search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dengan pemeriksaan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DP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on Answer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Membelah ruang jawaban selama pertanyaan ya-tidaknya bersifat monoton.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on answer sering menjadi pembungkus greedy atau DP: binary search memilih kandidat jawaban, dan di dalamnya ada algoritma lain yang memeriksanya.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Dasar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pada Array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Pencarian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Lower Bound dan Upper Bound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on Answer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Menghindari Infinite Loop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DP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Dasar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Membuang separuh kemungkinan setiap langkah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O(log n)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perbandingan membuang setengah ruang pencarian.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Mekanismenya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Periksa elemen tengah. Bila target lebih besar, seluruh bagian kiri pasti bukan jawabannya — buang. Bila lebih kecil, buang bagian kanan.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Berapa langkah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n kemungkinan menjadi n/2, lalu n/4, dan seterusnya. Butuh sekitar log₂(n) langkah untuk menyisakan satu kemungkinan.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Skalanya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= 1.000.000, hanya butuh sekitar 20 langkah. Untuk n = 10^18, sekitar 60 langkah. Inilah kenapa binary search sangat kuat.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mutlak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 harus TERURUT, atau sifat yang dicari harus MONOTON. Tanpa itu, membuang separuh ruang pencarian tidak bisa dibenarkan.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Standar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perhitungan titik tengah: l + (r − l) / 2, bukan (l + r) / 2.</a:t>
            </a:r>
            <a:endParaRPr lang="en-US" sz="1300" dirty="0"/>
          </a:p>
        </p:txBody>
      </p:sp>
      <p:pic>
        <p:nvPicPr>
          <p:cNvPr id="4" name="Image 0" descr="/tmp/ppt/imgs/c60_9_4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7813" y="1755648"/>
            <a:ext cx="5693326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Pencarian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Cari nilai 9 pada array [1, 3, 5, 7, 9, 11, 13]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Periksa Tengah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elemen tengah dengan target.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4730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0, r = 6, m = 3     a[3] = 7  &lt;  9  -&gt;  buang kiri, l = 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arraynya terurut, seluruh elemen di sebelah kiri indeks 3 pasti lebih kecil dari 9. Tidak perlu diperiksa.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Ruang Pencarian Menyusut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Sekarang hanya tersisa tiga elemen di sebelah kanan.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4730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60820" y="2286000"/>
            <a:ext cx="1033272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4, r = 6, m = 5     a[5] = 11  &gt;  9  -&gt;  buang kanan, r = 4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7 kemungkinan menjadi 3, lalu menjadi 1. Hanya butuh 3 langkah.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Ditemukan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Ruang pencarian menyisakan satu elemen, dan itu jawabannya.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4730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4, r = 4, m = 4     a[4] = 9  -&gt;  KETEMU, kembalikan 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3 perbandingan untuk array berisi 7 elemen. Cara polos butuh sampai 7 perbandingan.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Lower Bound dan Upper Bound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varian yang jauh lebih sering dipakai daripada pencarian biasa.</a:t>
            </a:r>
            <a:endParaRPr lang="en-US" sz="1300" dirty="0"/>
          </a:p>
        </p:txBody>
      </p:sp>
      <p:pic>
        <p:nvPicPr>
          <p:cNvPr id="4" name="Image 0" descr="/tmp/ppt/imgs/c60_14_4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4700" y="1755648"/>
            <a:ext cx="5759551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on Answer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Teknik yang paling sering muncul di kontes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Besarnya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Alih-alih mencari di dalam array, kita mencari di dalam ruang JAWABAN.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soalnya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"Cari nilai minimum X sehingga sesuatu masih mungkin dilakukan", atau "cari nilai maksimum X sehingga syarat tetap terpenuhi".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Kuncinya monotonisitas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X = 10 berhasil, maka X = 11, 12, dan seterusnya pasti juga berhasil. Pola jawabannya berbentuk F F F T T 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memakainya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fungsi valid(X) yang memeriksa apakah X memenuhi syarat. Lalu binary search pada X untuk mencari batas peralihan dari F ke 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O(log(rentang jawaban) × biaya valid). Karena rentangnya bisa sampai 10^18, faktor lognya hanya sekitar 60.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yang khas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 array menjadi k bagian dengan jumlah terbesar sekecil mungkin. Kecepatan minimum agar selesai tepat waktu. Ukuran terkecil agar semua muat.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Arah Pencarian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pembulatan pada versi maksimum — ini penyebab infinite loop yang paling sering.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Cari X terkecil yang valid</a:t>
            </a:r>
            <a:endParaRPr lang="en-US" sz="1350" dirty="0"/>
          </a:p>
        </p:txBody>
      </p:sp>
      <p:pic>
        <p:nvPicPr>
          <p:cNvPr id="5" name="Image 0" descr="/tmp/ppt/imgs/c60_17_4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39072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Cari X terbesar yang valid</a:t>
            </a:r>
            <a:endParaRPr lang="en-US" sz="1350" dirty="0"/>
          </a:p>
        </p:txBody>
      </p:sp>
      <p:pic>
        <p:nvPicPr>
          <p:cNvPr id="7" name="Image 1" descr="/tmp/ppt/imgs/c60_17_4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336518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Ruang Jawaban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valid harus monoton: sekali menjadi T, ia tidak boleh kembali menjadi F.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valid(X)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4730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18057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1  2  3  4  5  6  7  8      jawaban = 5 (T pertama)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mencari batas peralihannya. Bila polanya tidak monoton, misalnya F T F T, teknik ini tidak berlaku.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Menghindari Kesalahan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jebakan klasik binary search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yang tidak menimbulkan error, hanya membuat jawabannya salah diam-diam.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Overflow pada titik tengah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(l + r) / 2 bisa meluap ketika l dan r sama-sama besar. Selalu tulis l + (r − l) / 2.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Infinite loop pada versi maksimum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memakai pembulatan ke bawah lalu menetapkan lo = mid, nilai mid bisa sama dengan lo dan loopnya tidak pernah maju. Gunakan pembulatan ke atas: (hi − lo + 1) / 2.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awal salah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binary search on answer, lo dan hi harus mencakup seluruh jawaban yang mungkin. Terlalu sempit membuat jawaban terlewat, terlalu lebar hanya menambah beberapa iterasi.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Off by one pada lower bound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r dimulai dari n, bukan n − 1, dan syaratnya l &lt; r, bukan l &lt;= r. Mencampur kedua gaya menghasilkan bug yang sulit dilihat.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bilangan real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jawaban desimal, jangan pakai perbandingan kesamaan. Lakukan iterasi tetap sebanyak 100 kali — itu sudah memberi presisi lebih dari cukup.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Split Array Largest Sum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Membagi Array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Meminimalkan Jumlah Terbesar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array berisi n bilangan bulat positif dan sebuah bilangan k. Bagi array menjadi tepat k bagian kontinu.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Minimalkan jumlah terbesar di antara k bagian tersebut.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0624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k ≤ 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a[i] ≤ 10^6</a:t>
            </a:r>
            <a:endParaRPr lang="en-US" sz="1200" dirty="0"/>
          </a:p>
        </p:txBody>
      </p:sp>
      <p:pic>
        <p:nvPicPr>
          <p:cNvPr id="9" name="Image 0" descr="/tmp/ppt/imgs/c60_22_4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5538" y="1280160"/>
            <a:ext cx="369980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log(jumlah total)). Untuk n = 1.000 dan total 10^9, sekitar 30.000 operasi.</a:t>
            </a:r>
            <a:endParaRPr lang="en-US" sz="1300" dirty="0"/>
          </a:p>
        </p:txBody>
      </p:sp>
      <p:pic>
        <p:nvPicPr>
          <p:cNvPr id="4" name="Image 0" descr="/tmp/ppt/imgs/c60_23_4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8371" y="1755648"/>
            <a:ext cx="2967641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valid memeriksa: dengan batas ini, cukupkah k bagian? Ia berjalan greedy dari kiri, membuat bagian baru setiap kali batas terlampaui.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Penjagaan x &gt; batas penting: bila satu elemen saja sudah melebihi batas, pembagian mustahil.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bawah pencarian adalah elemen terbesar, karena setiap bagian minimal memuat satu elemen.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atas adalah jumlah seluruh array, yaitu kasus k = 1.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pencariannya adalah "cari X terkecil yang valid", jadi memakai pembulatan ke bawah dan hi = mid.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Bagaimana materi ini dipakai kembali saat masuk ke Dynamic Programming.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Sering menjadi alternatif DP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contoh di atas juga bisa diselesaikan dengan DP dalam O(n² k). Binary search on answer jauh lebih cepat dan lebih pendek. Kenali keduanya, lalu pilih.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Dipakai di dalam DP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LIS O(n log n) di Day 148, lower_bound dipakai untuk mencari posisi pada array tails. Tanpa binary search, LIS tetap O(n²).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pada segment tree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Teknik lanjut yang menurunkan pencarian dari O(log² n) menjadi O(log n), dipakai untuk mempercepat transisi DP.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Parallel binary search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Menjalankan banyak binary search sekaligus untuk soal query offline. Sering digabung dengan DP atau DSU.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Factory Machines, Array Division, Subarray Sums II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Binary Search, Search Insert Position, Split Array Largest Sum, Koko Eating Bananas, Capacity To Ship Packages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Implementasikan lower_bound dan upper_bound sendiri, uji dengan array berisi nilai kembar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satu soal binary search on answer, dan tuliskan fungsi valid-nya dalam satu kalimat sebelum coding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jebakan: tulis versi maksimum tanpa pembulatan ke atas dan amati infinite loop-nya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Implementasikan binary search pada bilangan real dengan 100 iterasi tetap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 terurut atau monoton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itu, membuang separuh ruang pencarian tidak bisa dibenarkan.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on answer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Cari di ruang jawaban, bukan di dalam array. Tulis fungsi valid, lalu cari batas peralihan F ke 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bentuk, dua pembulatan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Cari minimum pakai pembulatan ke bawah, cari maksimum pakai pembulatan ke atas.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Greedy: kapan boleh mengambil pilihan terbaik saat itu, dan kapan harus memakai DP.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2026-09-03T02:51:32Z</dcterms:created>
  <dcterms:modified xsi:type="dcterms:W3CDTF">2026-09-03T02:51:32Z</dcterms:modified>
</cp:coreProperties>
</file>