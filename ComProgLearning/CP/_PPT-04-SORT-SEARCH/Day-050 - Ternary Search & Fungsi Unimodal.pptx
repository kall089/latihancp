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Ternary Search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Fungsi Unimodal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puncak atau lembah ketika fungsinya tidak monoton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Searching · Day 050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050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mendaki bukit dalam kabut tebal, mencari puncaknya hanya dengan merasakan ketinggian.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Bukit dengan satu puncak saja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2374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unimodal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89864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89864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Berdiri di dua tempat, bandingkan tinggi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14553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89864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89864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f(m1) dan f(m2)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52044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52044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lebih rendah pasti menjauhi puncak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76732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52044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52044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itu boleh dibuang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14223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14223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Daerah pencarian mengecil terus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38912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14223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14223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langkah membuang sepertiga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476402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476402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bukitnya berpunuk dua, cara ini gagal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01091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476402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476402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unimodal wajib dipenuhi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dibutuhkan bukan mengetahui bentuk fungsinya, melainkan kepastian bahwa ia hanya punya satu puncak atau satu lembah.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Ternary search mencari puncak atau lembah sebuah fungsi yang tidak monoton, asalkan fungsi itu hanya punya satu puncak atau satu lembah.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Unimodal, bukan monoton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Turun terus lalu naik terus, atau sebaliknya. Binary search butuh monoton; ternary search berlaku pada kelas fungsi yang jauh lebih luas.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dua titik uji, buang sepertiga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f(m1) lebih kecil daripada f(m2), lembahnya pasti berada di kiri m2. Kebalikannya berarti di kanan m1.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bilangan bulat ada cara yang lebih baik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pada selisih: cari x terkecil dengan f(x) &lt;= f(x+1). Satu panggilan per iterasi dan tanpa masalah pembulatan.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bilangan riil pakai iterasi tetap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ratus iterasi memperkecil daerah jauh melampaui ketelitian double, dan tidak bisa berputar selamanya seperti syarat epsilon.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besaran yang jelas turun lalu naik seiring parameternya membesar.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Meminimalkan jarak ke titik terjauh, atau besaran konveks lain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parameter k dengan biaya yang turun lalu naik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Waktu pertemuan dua benda bergerak lurus; jaraknya fungsi kuadrat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lapisan dalam dari binary search on answer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Fungsinya monoton — binary search lebih sederhana dan lebih cepat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Fungsinya punya lebih dari satu puncak atau lembah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dataran datar; perbandingan dua titik sama tidak memberi informasi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Ternary search tidak memberi tanda apa pun ketika syarat unimodal dilanggar — ia hanya mengembalikan jawaban yang salah. Buktikan kemonotonannya lebih dulu.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(Day 48)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 (Day 15)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dan konveksitas dasar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on answer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Convex hull trick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DP konveks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Ternary Search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Unimodal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puncak atau lembah ketika fungsinya tidak monoton.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argumen bilangan bulat, binary search pada selisih hampir selalu lebih baik daripada ternary search. Pelajari keduanya, lalu pilih yang sesuai.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Unimodal, Bukan Monoton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Perbandingannya Sah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Versi Bilangan Bulat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Bilangan Riil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Alternatif: Binary Search pada Selisih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Muncul di Soal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lembah, atau satu puncak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Unimodal, Bukan Monoton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butuh fungsi monoton. Pada fungsi berbentuk lembah ia bisa tersesat, sementara ternary search tetap benar.</a:t>
            </a:r>
            <a:endParaRPr lang="en-US" sz="1300" dirty="0"/>
          </a:p>
        </p:txBody>
      </p:sp>
      <p:pic>
        <p:nvPicPr>
          <p:cNvPr id="4" name="Image 0" descr="/tmp/ppt/imgs/c63_8_4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567" y="1993392"/>
            <a:ext cx="449841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di sini hanya kebetulan berhasil karena ia diberi turunan numerik. Pada fungsi yang tidak halus, cara itu langsung gagal — ternary search tidak butuh turunan sama sekali.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Unimodal: turun terus lalu naik terus (atau sebaliknya).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Ternary search membandingkan dua titik dalam, bukan satu.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putaran memangkas sepertiga daerah pencariannya.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200 putaran sudah jauh lebih dari cukup untuk ketelitian double.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Perbandingannya Sah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Alasannya bisa diperagakan: kalau f(m1) &lt; f(m2), titik minimum tidak mungkin berada di sebelah kanan m2.</a:t>
            </a:r>
            <a:endParaRPr lang="en-US" sz="1300" dirty="0"/>
          </a:p>
        </p:txBody>
      </p:sp>
      <p:pic>
        <p:nvPicPr>
          <p:cNvPr id="4" name="Image 0" descr="/tmp/ppt/imgs/c63_9_4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405" y="1755648"/>
            <a:ext cx="5608734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selang mengapit angka 3 dari kedua sisi. Kalau f(m1) &lt; f(m2), maka pada fungsi unimodal minimumnya pasti di sebelah kiri m2 — jadi bagian kanan aman dibuang.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6301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502152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dibuang adalah SEPERTIGA daerah, bukan separuh.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19938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071366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f(m1) sama dengan f(m2), keduanya boleh dibuang (untuk fungsi ketat).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76859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640580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bilangan bulat, hentikan saat hi - lo kecil lalu periksa satu per satu.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3781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09794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ternary search bila fungsinya punya bagian mendatar.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Meminimalkan jarak ke titik terjauh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Fungsinya Berbentuk V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titik berada di 1, 4, dan 9. Nilai f(x) adalah jarak dari x ke titik yang paling jauh.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f(x)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56232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56232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56232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06624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06624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06624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57016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57016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57016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07408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07408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07408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57800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57800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08192" y="2395728"/>
            <a:ext cx="77724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08192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08192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58584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58584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58584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08976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08976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808976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59368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59368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659368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509760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509760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509760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360152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360152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360152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x=10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max(|x-1|, |x-4|, |x-9|)      turun sampai x = 5, lalu naik      unimodal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V ini adalah ciri fungsi konveks: jumlah atau maksimum dari beberapa fungsi konveks selalu tetap konveks, sehingga selalu unimodal.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Membandingkan Dua Titik Uji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lo = 0 dan hi = 10, kedua titik ujinya adalah 3 dan 7. Keduanya bernilai 6.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f(x)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56232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56232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56232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06624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06624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06624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57016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57016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57016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07408" y="2395728"/>
            <a:ext cx="77724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07408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07408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57800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57800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08192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08192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08192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58584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58584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58584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08976" y="2395728"/>
            <a:ext cx="77724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08976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808976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59368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59368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659368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509760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509760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509760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360152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360152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360152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x=10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f(3) = 6      f(7) = 6      keduanya sama, jadi lembahnya ada DI ANTARA 3 dan 7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nilainya sama, kedua arah pembuangan sama-sama sah. Kode di halaman berikutnya membuang bagian kiri dengan menaikkan lo menjadi 4.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Daerah Menyempit ke Jawabannya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empat langkah, daerah pencariannya menyusut menjadi satu titik, yaitu x = 5.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f(x)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56232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56232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56232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06624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06624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06624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57016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57016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57016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07408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07408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07408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57800" y="2395728"/>
            <a:ext cx="77724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57800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08192" y="2395728"/>
            <a:ext cx="77724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08192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08192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58584" y="2395728"/>
            <a:ext cx="77724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58584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58584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08976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08976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808976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59368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59368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659368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509760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509760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509760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360152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360152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360152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x=10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[0,10] -&gt; [4,10] -&gt; [4,7] -&gt; [4,5] -&gt; [5,5]        jawaban x = 5 dengan f(5) = 4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langkah membuang sekitar sepertiga daerah. Untuk jangkauan sepuluh pangkat sembilan, sekitar lima puluh langkah sudah cukup.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bentuk, masing-masing untuk kasus berbeda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Bilangan Bulat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aman di baris 18 sampai 23 lebih disarankan, karena menghindari seluruh masalah pembulatan.</a:t>
            </a:r>
            <a:endParaRPr lang="en-US" sz="1300" dirty="0"/>
          </a:p>
        </p:txBody>
      </p:sp>
      <p:pic>
        <p:nvPicPr>
          <p:cNvPr id="4" name="Image 0" descr="/tmp/ppt/imgs/c63_15_4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130" y="1755648"/>
            <a:ext cx="4610125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titik uji membagi daerah menjadi tiga bagian yang kira-kira sama besar.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f(m1) lebih kecil, lembahnya tidak mungkin di kanan m2, jadi hi diturunkan.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tidak, lembahnya tidak mungkin di kiri m1, jadi lo dinaikkan.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aman berhenti ketika daerahnya tinggal empat titik, lalu memeriksanya satu per satu.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Tambahan tiga panggilan itu sangat murah, dan menghilangkan seluruh kelas bug pembulatan.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Bilangan Riil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16 sampai 18: memakai jumlah iterasi tetap jauh lebih aman daripada syarat ketelitian.</a:t>
            </a:r>
            <a:endParaRPr lang="en-US" sz="1300" dirty="0"/>
          </a:p>
        </p:txBody>
      </p:sp>
      <p:pic>
        <p:nvPicPr>
          <p:cNvPr id="4" name="Image 0" descr="/tmp/ppt/imgs/c63_16_4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238" y="1755648"/>
            <a:ext cx="3969067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hi - lo dengan epsilon terlihat wajar, tetapi bisa berputar selamanya ketika ketelitian double sudah habis. Jumlah iterasi tetap tidak punya masalah itu.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Alternatif: Binary Search pada Selisih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argumen bilangan bulat, cara ini hampir selalu lebih baik daripada ternary search.</a:t>
            </a:r>
            <a:endParaRPr lang="en-US" sz="1300" dirty="0"/>
          </a:p>
        </p:txBody>
      </p:sp>
      <p:pic>
        <p:nvPicPr>
          <p:cNvPr id="4" name="Image 0" descr="/tmp/ppt/imgs/c63_17_4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238" y="1755648"/>
            <a:ext cx="3969067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kelebihannya nyata: satu panggilan per iterasi alih-alih dua, pembuangan setengah alih-alih sepertiga, dan tidak ada masalah pembulatan sama sekali.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Muncul di Soal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tersering: meminimalkan nilai maksimum. Kode ini mencari titik yang meminimalkan jarak terjauh ke sekumpulan titik.</a:t>
            </a:r>
            <a:endParaRPr lang="en-US" sz="1300" dirty="0"/>
          </a:p>
        </p:txBody>
      </p:sp>
      <p:pic>
        <p:nvPicPr>
          <p:cNvPr id="4" name="Image 0" descr="/tmp/ppt/imgs/c63_18_4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1386" y="1993392"/>
            <a:ext cx="4378771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adalah titik tengah antara yang terkiri dan terkanan — dan ternary search menemukannya tanpa perlu tahu rumus itu. Fungsi "jarak terjauh" selalu berbentuk lembah, jadi selalu unimodal.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soalnya: minimalkan maksimum, atau maksimalkan minimum.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maksimum dari beberapa fungsi cembung juga cembung — pasti unimodal.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Sering muncul di soal geometri, penempatan fasilitas, dan pembagian beban.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jawabannya bilangan bulat, jangan lupa periksa kandidat di sekitarnya.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Fungsinya ternyata tidak unimodal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Ternary search tidak memberi tanda apa pun ketika syaratnya dilanggar — ia hanya mengembalikan jawaban yang salah. Buktikan kemonotonannya lebih dulu.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dataran datar pada fungsinya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beberapa nilai berturut-turut sama, perbandingan f(m1) = f(m2) tidak memberi informasi. Persempit sampai kecil lalu periksa satu per satu.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syarat ketelitian pada versi riil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Perulangan while (hi - lo &gt; eps) bisa berputar selamanya. Pakai jumlah iterasi tetap, misalnya dua ratus.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Salah arah untuk mencari maksimum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mencari maksimum, seluruh tanda perbandingan dibalik. Cara paling aman adalah mencari minimum dari negatif fungsinya.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Meminimalkan Jarak ke Titik Terjauh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titik pada garis bilangan. Pilih sebuah posisi bulat x sehingga jarak dari x ke titik yang PALING JAUH sekecil mungkin. Keluarkan posisi terbaiknya dan jarak terjauh yang dihasilkan.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&lt;= p[i]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beberapa posisi terbaik, keluarkan yang terkecil</a:t>
            </a:r>
            <a:endParaRPr lang="en-US" sz="1200" dirty="0"/>
          </a:p>
        </p:txBody>
      </p:sp>
      <p:pic>
        <p:nvPicPr>
          <p:cNvPr id="9" name="Image 0" descr="/tmp/ppt/imgs/c63_21_4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7132" y="1280160"/>
            <a:ext cx="211661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25: pencarian dihentikan saat daerahnya tinggal empat titik, lalu sisanya diperiksa langsung.</a:t>
            </a:r>
            <a:endParaRPr lang="en-US" sz="1300" dirty="0"/>
          </a:p>
        </p:txBody>
      </p:sp>
      <p:pic>
        <p:nvPicPr>
          <p:cNvPr id="4" name="Image 0" descr="/tmp/ppt/imgs/c63_22_4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827" y="1993392"/>
            <a:ext cx="252389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log C). Catatan di akhir kode penting: ternary search sering memberi jalan tanpa perlu menemukan rumus tertutupnya lebih dulu.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memakai ternary search langsung; tiga berikutnya menggabungkannya dengan ide lain.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439D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Meminimalkan biaya berbentuk konveks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1355E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Meratakan tinggi dengan biaya konveks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578C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Ternary search pada nilai riil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1359D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Ternary search digabung Kadane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1730B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Waktu pertemuan dengan fungsi kuadrat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Unimodal, bukan monoton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Turun lalu naik, atau naik lalu turun. Binary search butuh monoton; ternary search berlaku pada kelas fungsi yang jauh lebih luas.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dua titik uji, buang sepertiga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f(m1) &lt; f(m2) berarti lembahnya di kiri m2. Kebalikannya berarti di kanan m1. Nilai sama berarti di antara keduanya.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bilangan bulat, binary search pada selisih lebih baik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Cari x terkecil dengan f(x) &lt;= f(x+1). Satu panggilan per iterasi, pembuangan setengah, tanpa masalah pembulatan.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bilangan riil, pakai iterasi tetap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ratus iterasi memperkecil daerahnya jauh melampaui ketelitian double, dan tidak bisa berputar selamanya.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2026-09-05T08:51:34Z</dcterms:created>
  <dcterms:modified xsi:type="dcterms:W3CDTF">2026-09-05T08:51:34Z</dcterms:modified>
</cp:coreProperties>
</file>