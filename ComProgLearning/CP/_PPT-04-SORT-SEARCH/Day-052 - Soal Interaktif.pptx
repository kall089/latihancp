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Interaktif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programmu berbicara dengan juri, bukan membaca berkas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Searching · Day 052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menebak angka yang dipikirkan temanmu, dan setiap tebakan hanya dijawab "terlalu besar" atau "terlalu kecil".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bertanya, teman menjawab, bergantian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mencetak, juri membalas, bergantian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Suaramu harus benar-benar keluar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flush: tanpa itu juri tidak menerima apa-apa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Jatah tebakannya dibatasi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Anggaran pertanyaan; lewat = langsung salah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jawaban harus kamu dengarkan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balasan juri harus dibaca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Tebak tengah-tengah supaya cepat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search: tiap tanya membelah dua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dengan soal biasa hanya satu: masukannya tidak tersedia sejak awal, melainkan muncul sebagai balasan atas pertanyaanmu sendiri.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interaktif, programmu tidak membaca berkas masukan yang tetap. Ia berbicara dengan juri secara bergantian, lalu mencetak jawaban akhir.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Flush setelah setiap kali mencetak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flush, pertanyaanmu tidak pernah sampai ke juri dan programmu menunggu selamanya. Pakai endl dan masalah ini selesai.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Anggaran pertanyaan adalah bagian dari soal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Melebihi batas dinilai salah walau jawaban akhirnya benar. Besar anggarannya adalah petunjuk terbesar tentang algoritma yang diminta.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sync_with_stdio(false)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memutus keterkaitan cin dan cout — persis yang kamu butuhkan pada soal interaktif. Ini penyebab Idle Limit yang paling sering.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juri bersifat adaptif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boleh berubah asalkan tetap konsisten dengan seluruh balasan sebelumnya. Solusimu harus benar untuk semua kemungkinan yang tersisa.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tidak memilih soal interaktif — soal itu yang menemuimu. Yang perlu dipilih adalah pola bertanyanya.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Pernyataan soal menyebut "interactive problem" atau "protokol"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anggaran pertanyaan yang eksplisit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masukan dan keluarannya berselang-seling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perintah khusus untuk mencetak jawaban akhir, misalnya "!"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Masukannya lengkap sejak awal — itu soal biasa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anggaran pertanyaan sama sekali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Keluarannya hanya satu, tanpa balasan dari juri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anggaran pertanyaannya lebih dulu. Sekitar log n berarti binary search; n berarti bertanya satu per satu atau per bit; akar n berarti pembagian blok.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&amp; on answer (Day 48)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Ternary search (Day 50)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(Day 15)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konstruktif (Day 75)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 (Day 54)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permainan (Day 236)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Interaktif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yang bertanya, bukan yang membaca.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Peserta yang belum pernah mencoba soal interaktif hampir selalu kehilangan waktu di kontes pertamanya karena flush. Cukup satu kali latihan untuk menutup celah itu selamanya.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Soal Interaktif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Melakukan Flush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Interaktif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Percakapan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Interaktif Lain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Menguji di Komputer Sendiri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Bergantian bertanya dan menjawab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Soal Interaktif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Supaya bisa dijalankan di sini, jurinya ditulis sebagai fungsi di dalam program yang sama. Bentuk percakapannya persis seperti soal aslinya.</a:t>
            </a:r>
            <a:endParaRPr lang="en-US" sz="1300" dirty="0"/>
          </a:p>
        </p:txBody>
      </p:sp>
      <p:pic>
        <p:nvPicPr>
          <p:cNvPr id="4" name="Image 0" descr="/tmp/ppt/imgs/c64_8_4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583" y="1993392"/>
            <a:ext cx="448637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soal aslinya baris juri() diganti cout diikuti cin, dan mencetaknya WAJIB diakhiri endl supaya ter-flush. Selain itu logikanya sama persis dengan yang di sini.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Ganti fungsi juri dengan cout dan cin saat submit.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endl, bukan "\\n" — endl sudah melakukan flush.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ios::sync_with_stdio(false) pada soal interaktif.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pertanyaannya saat menguji lokal; melebihi anggaran = langsung salah.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Melakukan Flush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13 sampai 16: dua baris yang biasa kamu tulis justru berbahaya di sini.</a:t>
            </a:r>
            <a:endParaRPr lang="en-US" sz="1300" dirty="0"/>
          </a:p>
        </p:txBody>
      </p:sp>
      <p:pic>
        <p:nvPicPr>
          <p:cNvPr id="4" name="Image 0" descr="/tmp/ppt/imgs/c64_9_4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613" y="1755648"/>
            <a:ext cx="399231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interaktif jumlah keluarannya sedikit, jadi biaya flush tidak pernah menjadi masalah. Pakai endl dan berhenti mengkhawatirkannya.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endl sudah melakukan flush — itu cara termudah.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sync_with_stdio(false) dan cin.tie(nullptr).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memutus keterkaitan cin dan cout yang justru dibutuhkan.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printf perlu fflush(stdout) secara manual.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Menebak bilangan rahasia di [1, 10^9]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Tiga Pertanyaan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pertanyaan membelah daerah pencarian menjadi dua. Rahasianya 700000000.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298448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5.0e8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021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7.5e8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737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37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6.25e8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53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53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169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169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169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885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885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601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601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3601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500000000  -&gt;  "&gt;"      ? 750000000  -&gt;  "&lt;"      ? 625000000  -&gt;  "&gt;"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"&gt;" berarti rahasianya lebih besar, jadi batas bawah naik. Jawaban "&lt;" menurunkan batas atas. Persis binary search biasa.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Daerah Pencarian Menyusut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tiga pertanyaan, daerah yang tersisa tinggal seperdelapan dari semula.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298448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1.0e9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021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5.0e8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737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37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2.5e8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5352" y="2395728"/>
            <a:ext cx="1298448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53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1.25e8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169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169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169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885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885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601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601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3601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awal 10^9  -&gt;  5x10^8  -&gt;  2.5x10^8  -&gt;  1.25x10^8      setiap pertanyaan membaginya dua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kenapa anggaran pertanyaannya berupa logaritma. Membelah dua sebanyak 30 kali sudah cukup untuk menyisakan satu bilangan dari satu miliar.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Anggaran Pertanyaan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di baris ini yang perlu kamu kenali saat membaca batasan soal.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021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73752" y="2395728"/>
            <a:ext cx="1298448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37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53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53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169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169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169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885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885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60152" y="2395728"/>
            <a:ext cx="12984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60152" y="239572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360152" y="3017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 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100 -&gt; 7 tanya      n = 10^6 -&gt; 20      n = 10^9 -&gt; 30      n = 10^18 -&gt; 60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memberi anggaran yang mirip log2(n), hampir pasti jawabannya binary search. Anggaran n atau akar n menandakan pola yang berbeda.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&amp; Pengujian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anggaran, dan menguji sendiri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Interaktif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ini bisa langsung disalin. Yang berubah antar soal hanya format pertanyaan dan jawabannya.</a:t>
            </a:r>
            <a:endParaRPr lang="en-US" sz="1300" dirty="0"/>
          </a:p>
        </p:txBody>
      </p:sp>
      <p:pic>
        <p:nvPicPr>
          <p:cNvPr id="4" name="Image 0" descr="/tmp/ppt/imgs/c64_15_4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7354" y="1755648"/>
            <a:ext cx="316683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endl dipakai, bukan "\n". Pada soal interaktif itu bukan gaya penulisan melainkan syarat agar programmu berjalan sama sekali.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415284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287268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anggaran soal dengan log2(n) lebih dulu.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038219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3910203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mid dengan lo + (hi - lo) / 2 agar tidak luber.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661154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533138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Tangani jawaban "=" secara terpisah agar berhenti lebih awal.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284089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156073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Format akhir biasanya "!" diikuti jawabannya.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Interaktif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kedua tersering: bertanya per bit. Dengan n pertanyaan, seluruh bilangan bisa direkonstruksi bit demi bit.</a:t>
            </a:r>
            <a:endParaRPr lang="en-US" sz="1300" dirty="0"/>
          </a:p>
        </p:txBody>
      </p:sp>
      <p:pic>
        <p:nvPicPr>
          <p:cNvPr id="4" name="Image 0" descr="/tmp/ppt/imgs/c64_16_4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476" y="1993392"/>
            <a:ext cx="553859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pertanyaan untuk bilangan tujuh bit. Kalau anggarannya sekitar log n, jawabannya binary search; kalau sekitar n, biasanya bertanya per bit atau per unsur seperti ini.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Anggaran pertanyaan adalah petunjuk terbesar tentang algoritmanya.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log n berarti binary search; sekitar n berarti per bit atau per unsur.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lain: ternary search, bertanya himpunan bagian, menebak permutasi.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Juri adaptif boleh mengubah jawaban asalkan konsisten dengan yang lalu.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Menguji di Komputer Sendiri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Juri palsu yang menghitung pertanyaan dan memeriksa batasnya adalah alat paling berguna untuk soal interaktif. Ini bentuk terpendeknya.</a:t>
            </a:r>
            <a:endParaRPr lang="en-US" sz="1300" dirty="0"/>
          </a:p>
        </p:txBody>
      </p:sp>
      <p:pic>
        <p:nvPicPr>
          <p:cNvPr id="4" name="Image 0" descr="/tmp/ppt/imgs/c64_17_4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681" y="1993392"/>
            <a:ext cx="332018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1.000 kemungkinan diuji sekaligus, dan tidak satu pun melebihi anggaran sepuluh pertanyaan. Pemeriksaan seperti ini memakan lima menit dan menghilangkan hampir semua risiko pada soal interaktif.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Juri palsu harus MENGHITUNG pertanyaan, bukan hanya menjawab.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seluruh nilai rahasia yang mungkin, bukan satu-dua contoh.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 besar, uji dengan nilai acak sebanyak beberapa ribu.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lolos, ganti juri() dengan cout dan cin lalu submit.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kegagalan pada soal interaktif.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flush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flush, juri tidak pernah menerima pertanyaanmu dan programmu menunggu selamanya. Gejalanya Idle Limit Exceeded, bukan TLE — kenali bedanya.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sync_with_stdio(false)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yang biasanya mempercepat masukan justru memutus keterkaitan cin dan cout. Pada soal interaktif, hapus baris itu.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Melebihi anggaran pertanyaan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pertanyaan lebih banyak dari batas langsung dianggap salah, walaupun jawaban akhirnya benar. Hitung anggarannya sebelum menulis kode.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berhenti ketika juri menutup sambungan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cin gagal membaca, juri sudah selesai. Tanpa pemeriksaan itu, programmu bisa berputar selamanya.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Menebak Bilangan Rahasia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Juri memikirkan sebuah bilangan rahasia antara 1 dan n. Kamu boleh bertanya "? x" dan juri menjawab "&lt;" bila rahasianya lebih kecil dari x, "&gt;" bila lebih besar, atau "=" bila tepat. Temukan rahasianya dengan paling banyak 30 pertanyaan, lalu cetak "! jawaban".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8463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30 pertanyaan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juri boleh bersifat adaptif</a:t>
            </a:r>
            <a:endParaRPr lang="en-US" sz="1200" dirty="0"/>
          </a:p>
        </p:txBody>
      </p:sp>
      <p:pic>
        <p:nvPicPr>
          <p:cNvPr id="9" name="Image 0" descr="/tmp/ppt/imgs/c64_20_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008" y="1280160"/>
            <a:ext cx="204886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16 memakai endl, dan baris 20 menangani juri yang menutup sambungan.</a:t>
            </a:r>
            <a:endParaRPr lang="en-US" sz="1300" dirty="0"/>
          </a:p>
        </p:txBody>
      </p:sp>
      <p:pic>
        <p:nvPicPr>
          <p:cNvPr id="4" name="Image 0" descr="/tmp/ppt/imgs/c64_21_4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3038" y="1755648"/>
            <a:ext cx="321546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juri boleh adaptif, jangan pernah berasumsi rahasianya tetap. Binary search tetap benar karena setiap jawaban juri wajib konsisten dengan jawabannya yang terdahulu.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endl dipakai di setiap keluaran — itu sekaligus flush.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mid dihitung agar aman dari luber.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berhenti rapi bila juri menutup sambungan.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30 pertanyaan, sesuai log2(10^9).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binary search langsung; tiga berikutnya butuh pola bertanya yang lebih kreatif.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1352 (Guess)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search interaktif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1479A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Mencari minimum lokal dengan tanya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1486C2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Menebak posisi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1103B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Bertanya dengan nilai ekstrem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1254B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Menebak permutasi dengan anggaran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Flush setelah setiap keluaran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endl dan berhenti mengkhawatirkannya. Jangan pakai sync_with_stdio(false) pada soal interaktif.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Anggaran pertanyaan adalah petunjuk terbesar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 n berarti binary search, n berarti tanya satu per satu atau per bit, akar n berarti pembagian blok. Baca anggarannya sebelum memikirkan idenya.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Juri boleh adaptif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berasumsi rahasianya tetap. Yang dijamin hanyalah setiap jawaban konsisten dengan seluruh jawaban sebelumnya.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juri palsu untuk menguji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Terutama untuk menghitung berapa pertanyaan yang benar-benar diajukan — di situlah solusi boros ketahuan sebelum disubmit.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2026-09-05T08:51:34Z</dcterms:created>
  <dcterms:modified xsi:type="dcterms:W3CDTF">2026-09-05T08:51:34Z</dcterms:modified>
</cp:coreProperties>
</file>