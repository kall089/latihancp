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Meet in the Middle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n terlalu besar untuk brute force, tetapi terlalu kecil untuk DP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Searching · Day 54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54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Meet in the middle: dua tim menggali terowongan dari dua sisi bukit.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Menggali terowongan sepanjang 40 meter sendirian sangat lama. Dua tim menggali dari kedua ujung, masing-masing 20 meter, lalu bertemu di tengah.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Belah n = 40 menjadi dua bagian 20. Masing-masing 2^20 kemungkinan, bukan 2^40.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terbelah dua adalah PANJANG galian, dan itu memangkas waktunya jauh lebih dari setengah.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terbelah adalah PANGKATNYA. Akar dari 10^12 adalah 10^6 — bukan 5 x 10^11.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bertemu, kedua tim harus bisa mencocokkan posisi dengan cepat. Kalau harus mengukur ulang seluruh terowongan, keuntungannya hilang.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Penggabungan wajib efisien: pengurutan, binary search, atau map. Kalau saling memeriksa satu per satu, kembali jadi 2^n.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ini gagal kalau galian tim kiri menentukan bentuk galian tim kanan secara rumit.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kedua bagian harus BEBAS satu sama lain, dan hasilnya bisa digabung dengan operasi sederhana.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n sekitar 40 pada soal hampir selalu berarti meet in the middle — terlalu besar untuk bitmask, terlalu kecil untuk DP.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Meet in the middle membelah ruang pencarian eksponensial menjadi dua, sehingga 2^40 yang mustahil berubah menjadi dua kali 2^20 yang ringan.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dibelah adalah pangkatnya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angkanya. Akar dari 10^12 adalah 10^6, jadi keuntungannya jauh lebih besar daripada sekadar membagi dua.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langkah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Bangkitkan semua kemungkinan bagian kiri, lalu bagian kanan, lalu gabungkan keduanya dengan pengurutan atau binary search.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n sekitar 40 adalah petunjuknya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Terlalu besar untuk bitmask biasa, terlalu kecil untuk DP atau greedy. Angka ini hampir selalu berarti meet in the middle.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Penggabungannya wajib efisien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untuk setiap nilai di kanan kamu memeriksa semua nilai di kiri, kompleksitasnya kembali menjadi 2^n. Wajib memakai sort, binary search, atau map.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syarat harus terpenuhi bersamaan: bisa dibelah, dan bisa digabung dengan murah.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sekitar 30 sampai 45, dan brute force 2^n terlalu lambat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 bisa dibelah menjadi dua bagian yang bebas satu sama lain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kedua bagian bisa digabung dengan penjumlahan, XOR, atau perbandingan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subset sum dengan nilai besar sehingga DP tidak muat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Pilihan di bagian kiri membatasi pilihan di kanan dengan cara yang rumit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cukup kecil sehingga bitmask biasa sudah lolos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Penggabungannya sendiri butuh 2^(n/2) pemeriksaan per elemen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Belah tepat di tengah. Membelah 30 dan 10 menghilangkan hampir seluruh keuntungannya, karena 2^30 tetap terlalu besar.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(Day 60)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(Day 48)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Bidirectional BFS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(Day 156)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lanjut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Meet in the Middle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Membelah ruang pencarian eksponensial menjadi dua bagian.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yang sama muncul pada bidirectional BFS: menelusuri dari kedua ujung sehingga kedalaman pencariannya terbelah dua.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Membelah Dua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Pangkatnya yang Dibelah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Contoh: Subset Sum n &lt;= 40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dengan Binary Search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yang Sering Keluar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Membelah ruang pencarian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Membelah Dua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intinya satu kalimat: susun semua jumlah bagian kiri, susun semua jumlah bagian kanan, lalu pasangkan. Kode ini memperagakannya.</a:t>
            </a:r>
            <a:endParaRPr lang="en-US" sz="1300" dirty="0"/>
          </a:p>
        </p:txBody>
      </p:sp>
      <p:pic>
        <p:nvPicPr>
          <p:cNvPr id="4" name="Image 0" descr="/tmp/ppt/imgs/c65_8_4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0382" y="1993392"/>
            <a:ext cx="310078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daftar berukuran 2^(n/2), bukan satu daftar berukuran 2^n. Untuk n = 40, itu bedanya antara satu juta dan seribu miliar.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65302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525012"/>
            <a:ext cx="318211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Belah tepat di tengah supaya kedua sisinya seimbang.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216527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088511"/>
            <a:ext cx="318211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Urutkan salah satu sisi, lalu cari pasangannya dengan binary search.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78002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652010"/>
            <a:ext cx="318211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O(2^(n/2) * n), bukan O(2^n).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43525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15509"/>
            <a:ext cx="318211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Memorinya juga 2^(n/2) — untuk n = 40 itu sekitar satu juta nilai.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pada n = 40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aman satu detik kira-kira 10^8 operasi. Perhatikan bahwa hanya satu dari dua yang lolos.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212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Brute force 2^40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02152" y="2194560"/>
            <a:ext cx="6583680" cy="384048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77272" y="21945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10^12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02152" y="2615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sekitar 3 jam — jelas tidak mungkin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3081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Meet in the middle 2 x 2^20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02152" y="3063240"/>
            <a:ext cx="228600" cy="384048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22192" y="3063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x 10^6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34838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sekitar 0,05 detik termasuk pengurutan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3950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ditambah binary search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02152" y="3931920"/>
            <a:ext cx="228600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22192" y="3931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x 10^7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43525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sekitar 0,1 detik — masih sangat aman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Aturannya bisa dihitung: bandingkan 2^n dengan 2^(n/2) dikali log-nya. Kode ini memvonis beberapa nilai n.</a:t>
            </a:r>
            <a:endParaRPr lang="en-US" sz="1300" dirty="0"/>
          </a:p>
        </p:txBody>
      </p:sp>
      <p:pic>
        <p:nvPicPr>
          <p:cNvPr id="4" name="Image 0" descr="/tmp/ppt/imgs/c65_10_4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248" y="1993392"/>
            <a:ext cx="633704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40, cara penuh butuh 10^12 operasi sementara meet in the middle hanya 21 juta. Di atas n = 50 keduanya sudah berat, dan soalnya pasti punya struktur lain.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bila n antara sekitar 25 dan 45.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bawah 25, coba-semua biasa sudah cukup dan jauh lebih pendek.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atas 45, memorinya yang habis lebih dulu, bukan waktunya.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Syaratnya: masalahnya bisa dibelah jadi dua bagian yang saling bebas.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dengan n sampai 40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Membangkitkan Semua Jumlah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bagian punya 2^20 subset. Membangkitkan seluruhnya justru bagian yang paling mudah.</a:t>
            </a:r>
            <a:endParaRPr lang="en-US" sz="1300" dirty="0"/>
          </a:p>
        </p:txBody>
      </p:sp>
      <p:pic>
        <p:nvPicPr>
          <p:cNvPr id="4" name="Image 0" descr="/tmp/ppt/imgs/c65_12_4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1998" y="1755648"/>
            <a:ext cx="3997547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kita membangkitkan JUMLAHNYA, bukan subsetnya. Bila soal meminta subsetnya juga, simpan mask bersama jumlahnya.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angka, mencari jumlah 12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Membelah Array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dibelah menjadi dua bagian yang sama besar. Masing-masing diproses secara terpisah.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764792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6479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6479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9504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950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38928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3892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8835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8835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8835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bagian kiri = {3, 34, 4}        bagian kanan = {12, 5, 2}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ganjil, salah satu bagian mendapat satu elemen lebih banyak. Selisih satu itu tidak berpengaruh berarti pada kompleksitasnya.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Semua Jumlah Bagian Kiri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tiga elemen ada 2^3 = 8 subset. Jumlahnya dibangkitkan seluruhnya, lalu diurutkan.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kiri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673352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73352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73352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16936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16936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16936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{3}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60520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{4}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04104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04104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04104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{3,4}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47688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47688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47688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{34}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91272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91272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37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91272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{3,34}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34856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34856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38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{4,34}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378440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78440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378440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jumlah, sudah diurutkan menaik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Pengurutan inilah yang memungkinkan pencarian pasangan dilakukan dengan binary search pada langkah berikutnya.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Mencari Pasangannya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jumlah di bagian kanan, cari berapa banyak jumlah di kiri yang melengkapinya menjadi 12.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kanan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673352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73352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73352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16936" y="2395728"/>
            <a:ext cx="1170432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16936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16936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{12}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60520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{5}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04104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04104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04104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{12,5}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47688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47688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47688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{2}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91272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91272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91272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{12,2}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34856" y="2395728"/>
            <a:ext cx="1170432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34856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{5,2}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378440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78440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378440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kanan 12 butuh kiri 0  (ada)      kanan 7 butuh kiri 5  (tidak ada)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cocok: kanan {12} dengan kiri {} , dan kanan {5,2} dengan kiri {3,4}. Jadi ada dua subset yang jumlahnya tepat 12.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dengan Binary Search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salah satu sisi diurutkan, setiap pertanyaan dijawab dalam O(log n).</a:t>
            </a:r>
            <a:endParaRPr lang="en-US" sz="1300" dirty="0"/>
          </a:p>
        </p:txBody>
      </p:sp>
      <p:pic>
        <p:nvPicPr>
          <p:cNvPr id="4" name="Image 0" descr="/tmp/ppt/imgs/c65_17_4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7544" y="1755648"/>
            <a:ext cx="4386456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kedua sangat sering keluar: mencari jumlah terbesar yang tidak melebihi batas. Perhatikan pemeriksaan it != begin() sebelum memakai prev.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yang sering muncul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Utama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tersering setelah subset sum: menghitung banyaknya himpunan bagian yang jumlahnya tidak melebihi batas.</a:t>
            </a:r>
            <a:endParaRPr lang="en-US" sz="1300" dirty="0"/>
          </a:p>
        </p:txBody>
      </p:sp>
      <p:pic>
        <p:nvPicPr>
          <p:cNvPr id="4" name="Image 0" descr="/tmp/ppt/imgs/c65_19_4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2849" y="1993392"/>
            <a:ext cx="2935845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upper_bound menghitung sekaligus seluruh pasangan yang muat, bukan satu per satu. Lima aplikasinya: subset sum, hitung subset di bawah batas, 4-sum, knapsack n kecil, dan menebak sandi.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pertanyaan "tidak melebihi", pakai upper_bound pada sisi terurut.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"tepat sama", pakai selisih upper_bound dan lower_bound.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butuh nilai terbaik, simpan juga prefiks maksimum sisi kanan.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bandingkan dengan pencacahan langsung untuk n kecil.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meet in the middle.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 2^(n/2)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40, setiap sisi menyimpan 2^20 nilai long long, yaitu sekitar 8 MB. Aman, tetapi bila kamu menyimpan pasangan atau struct, bisa cepat membengkak.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subset kosong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nol adalah subset yang sah dan jumlahnya nol. Melewatkannya membuat jawaban meleset pada kasus di mana seluruh jawaban ada di satu sisi.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Membelah tidak tepat di tengah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salah satu sisi jauh lebih besar, keuntungannya hilang. Untuk n = 40, belah 20 dan 20 — bukan 30 dan 10.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Penggabungan yang masih eksponensial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untuk setiap nilai di kanan kamu memeriksa semua nilai di kiri, totalnya kembali menjadi 2^n. Wajib memakai pengurutan, binary search, atau map.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dengan Jumlah Tertentu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bilangan dan sebuah target S. Hitung ada berapa subset (boleh kosong) yang jumlah anggotanya tepat sama dengan 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40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a[i]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S &lt;= 10^18</a:t>
            </a:r>
            <a:endParaRPr lang="en-US" sz="1200" dirty="0"/>
          </a:p>
        </p:txBody>
      </p:sp>
      <p:pic>
        <p:nvPicPr>
          <p:cNvPr id="9" name="Image 0" descr="/tmp/ppt/imgs/c65_22_4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930" y="1280160"/>
            <a:ext cx="24630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cara menghitung banyaknya kecocokan: selisih upper_bound dan lower_bound memberi banyaknya nilai yang tepat sama.</a:t>
            </a:r>
            <a:endParaRPr lang="en-US" sz="1300" dirty="0"/>
          </a:p>
        </p:txBody>
      </p:sp>
      <p:pic>
        <p:nvPicPr>
          <p:cNvPr id="4" name="Image 0" descr="/tmp/ppt/imgs/c65_23_4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425" y="1993392"/>
            <a:ext cx="2204694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O(2^(n/2) x n), yaitu sekitar 2 x 10^7 untuk n = 40. Jangan lupa reserve pada vector hasil — tanpa itu, penggandaan kapasitas berulang memakan waktu yang lumayan.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Kelimanya punya batasan n sekitar 40 — petunjuk yang sangat khas.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Meet in the Middle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subset dengan jumlah tepat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888E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Meet in the middle dengan modulo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1006F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Belah pada grid, gabungkan dengan XOR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1755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subset terdekat dengan target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ABCDEF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Varian 4-sum dengan map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dibelah adalah pangkatnya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2^40 menjadi dua kali 2^20. Karena akar dari 10^12 adalah 10^6, keuntungannya sangat besar — jauh lebih besar daripada sekadar membagi dua.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n sekitar 40 adalah petunjuknya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Terlalu besar untuk bitmask biasa, terlalu kecil untuk DP atau greedy. Angka ini hampir selalu berarti meet in the middle.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Penggabungan wajib efisien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dua sisi dibangkitkan, gabungkan dengan pengurutan, binary search, atau map. Pemeriksaan pasangan secara langsung mengembalikan kompleksitasnya menjadi 2^n.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 muncul juga di tempat lain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Bidirectional BFS memakai prinsip yang sama pada graf: menelusuri dari kedua ujung sehingga kedalaman pencariannya terbelah dua.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2026-09-05T08:51:34Z</dcterms:created>
  <dcterms:modified xsi:type="dcterms:W3CDTF">2026-09-05T08:51:34Z</dcterms:modified>
</cp:coreProperties>
</file>