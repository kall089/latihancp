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Enumerasi Subset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Bitmask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Mencoba semua kemungkinan secara sistematis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 DP · Day 60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60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Bitmask menyimpan sekumpulan pilihan sebagai satu angka.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Deretan saklar lampu di dinding: setiap saklar hidup atau mati. Kondisi seluruh dinding bisa ditulis sebagai satu deretan angka 0 dan 1.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ke-i menyala berarti benda ke-i terpilih. Seluruh kemungkinan adalah bilangan 0 sampai 2^n - 1.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Menyalakan satu saklar, mematikan satu saklar, atau mengecek satu saklar — semuanya satu gerakan.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mask |= (1 &lt;&lt; i), mask &amp;= ~(1 &lt;&lt; i), (mask &gt;&gt; i) &amp; 1. Semuanya satu operasi prosesor.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Dengan 20 saklar ada sekitar sejuta kombinasi — masih bisa dicoba semua. Dengan 40 saklar sudah triliunan.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praktis bitmask sekitar n = 20. Di atas itu, 2^n meledak.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Nomor kombinasi saklar bisa dipakai sebagai nomor laci penyimpanan.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himpunan menjadi satu bilangan, ia bisa dipakai sebagai INDEKS array — itulah dasar DP bitmask.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Bitmask adalah satu-satunya cara praktis menjadikan "himpunan" sebagai indeks tabel DP.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Bitmask menyimpan sekumpulan pilihan sebagai satu bilangan bulat, sehingga "himpunan" bisa dipakai sebagai indeks array.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bit, satu keputusan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ke-i menyala berarti benda ke-i dipilih. Dengan n benda, seluruh kemungkinan pilihan adalah bilangan 0 sampai 2^n - 1.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Operasinya konstan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Menyalakan bit, mematikan bit, memeriksa bit, dan menggabungkan dua himpunan semuanya satu operasi prosesor. Jauh lebih cepat daripada set atau vector.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praktisnya sekitar n = 20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2^20 kira-kira sejuta, masih nyaman. 2^25 sudah 33 juta dan mulai berat. Di atas itu, bitmask bukan pendekatan yang tepat.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penting untuk DP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soal DP memakai "himpunan yang sudah dipakai" sebagai state. Bitmask adalah satu-satunya cara praktis menjadikan himpunan sebagai indeks tabel.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Petunjuk paling kuat ada di batasan soal: n yang sangat kecil, biasanya di bawah 25.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kecil (di bawah sekitar 22) dan soal berbicara tentang himpunan atau pilihan ya-tidak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mengunjungi semua subset dari sebuah himpunan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DP perlu mengingat "benda mana saja yang sudah dipakai"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menyimpan banyak bendera boolean secara ringkas dan cepat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besar — 2^n meledak jauh sebelum n mencapai 40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pemilihan penting dan tidak bisa disimpulkan dari himpunannya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Himpunannya jarang terisi; struktur data biasa lebih hemat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Hafalkan tiga baris: cek bit (mask &gt;&gt; i &amp; 1), nyalakan (mask |= 1 &lt;&lt; i), dan iterasi submask (for (int s = mask; s; s = (s-1) &amp; mask)).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bit dasar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Backtracking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Meet in the middle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Bitmask (Day 156)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Enumerasi Subset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Bitmask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Menyimpan himpunan sebagai satu bilangan agar bisa menjadi indeks tabel.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adalah prasyarat langsung untuk DP Bitmask dan TSP. Tanpa lancar mengoperasikan bit, kode DP bitmask akan sangat sulit dibaca.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Perlu Enumerasi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Bit Dasar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Bitmask sebagai Himpunan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Enumerasi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Rekursif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Iterasi Submask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Kaitannya dengan DP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Perlu Enumerasi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tidak ada cara pintar, coba semuanya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Enumerasi Subset Dipakai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Petunjuk terbesarnya adalah batasan n yang sangat kecil.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≤ 20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Banyaknya subset adalah 2^n. Untuk n = 20 itu sekitar satu juta — masih sangat cepat diperiksa satu per satu.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≤ 25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33 juta subset. Masih mungkin bila pemrosesan per subset sangat murah, tetapi sudah mulai berisiko.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≥ 30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Lebih dari satu miliar subset. Tidak mungkin. Cari pendekatan lain: DP, greedy, atau meet in the middle.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Ciri soalnya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Kata seperti "pilih sebagian", "ada berapa cara memilih", atau "himpunan bagian" digabung dengan n yang kecil.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harus dikuasai sebelum DP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bitmask di Day 156 dan 157 memakai representasi yang sama persis. Bedanya, di sana hasil setiap mask disimpan agar tidak dihitung ulang.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Bit Dasar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Sepuluh operasi ini muncul di hampir setiap solusi bitmask. Hafalkan.</a:t>
            </a:r>
            <a:endParaRPr lang="en-US" sz="1300" dirty="0"/>
          </a:p>
        </p:txBody>
      </p:sp>
      <p:pic>
        <p:nvPicPr>
          <p:cNvPr id="4" name="Image 0" descr="/tmp/ppt/imgs/c64_9_4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6622" y="1755648"/>
            <a:ext cx="5475708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Bitmask sebagai Himpunan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bilangan bulat mewakili satu himpunan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Membaca Sebuah Bitmask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untuk n = 4 elemen, dengan array a = [3, 5, 2, 4].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368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mask = 13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862072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862072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a[3]=4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849624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849624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a[2]=2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37176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37176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a[1]=5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24728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24728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824728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0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824728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a[0]=3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23682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= biner 1101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67512" y="36484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41832" y="37398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 &gt;&gt; i &amp; 1   memeriksa apakah elemen ke-i terpilih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" y="40873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Elemen yang terpilih: a[0] = 3, a[2] = 2, dan a[3] = 4. Jumlahnya 9. Elemen a[1] = 5 tidak terpilih.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Enumerasi Seluruh Subset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luar berjalan atas seluruh 2^n himpunan, loop dalam membaca isinya.</a:t>
            </a:r>
            <a:endParaRPr lang="en-US" sz="1300" dirty="0"/>
          </a:p>
        </p:txBody>
      </p:sp>
      <p:pic>
        <p:nvPicPr>
          <p:cNvPr id="4" name="Image 0" descr="/tmp/ppt/imgs/c64_12_43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3639" y="1755648"/>
            <a:ext cx="5181673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Enumerasi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= 3, array a = [3, 5, 2]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mask = 0 — Himpunan Kosong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Enumerasi selalu dimulai dari himpunan kosong.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368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mask = 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862072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862072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a[2]=2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849624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849624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a[1]=5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37176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0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37176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a[0]=3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099048" y="23682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= 0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7512" y="36484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41832" y="37398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tidak ada bit yang menyala  -&gt;  tidak ada elemen terpilih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41832" y="40873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Himpunan kosong tetap dihitung sebagai satu subset yang sah.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mask = 5 — Dua Elemen Terpilih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ke-0 dan ke-2 menyala.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368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mask = 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862072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862072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a[2]=2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849624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849624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a[1]=5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37176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0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37176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a[0]=3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099048" y="23682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= 3 + 2 = 5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7512" y="36484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41832" y="37398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biner 101  -&gt;  elemen a[0] dan a[2] terpilih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41832" y="40873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enumerasi mengikuti urutan bilangan: 0, 1, 2, 3, 4, 5, 6, 7. Setiap angka mewakili satu himpunan berbeda.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mask = 7 — Seluruh Elemen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Mask terakhir, seluruh bit menyala.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368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mask = 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862072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862072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a[2]=2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849624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849624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a[1]=5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37176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0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37176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a[0]=3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099048" y="23682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= 3 + 5 + 2 = 10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7512" y="36484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41832" y="37398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 terakhir = (1 &lt;&lt; n) - 1 = 7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41832" y="40873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ada 2^3 = 8 subset, dari mask 0 sampai 7. Setiap subset diperiksa tepat satu kali.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Cara Lain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Rekursif dan iterasi submask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 Enumerasi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rekursif lebih mudah dipahami, iterasi submask dipakai untuk soal partisi.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Rekursif — pilih atau lewati</a:t>
            </a:r>
            <a:endParaRPr lang="en-US" sz="1350" dirty="0"/>
          </a:p>
        </p:txBody>
      </p:sp>
      <p:pic>
        <p:nvPicPr>
          <p:cNvPr id="5" name="Image 0" descr="/tmp/ppt/imgs/c64_18_4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157984"/>
            <a:ext cx="5198364" cy="35470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23076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Iterasi submask dari sebuah mask</a:t>
            </a:r>
            <a:endParaRPr lang="en-US" sz="1350" dirty="0"/>
          </a:p>
        </p:txBody>
      </p:sp>
      <p:pic>
        <p:nvPicPr>
          <p:cNvPr id="7" name="Image 1" descr="/tmp/ppt/imgs/c64_18_44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2157984"/>
            <a:ext cx="5198364" cy="376038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Memahami Iterasi Submask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yang membingungkan pada awalnya, tetapi sangat penting untuk soal partisi.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 (int s = mask; s; s = (s − 1) &amp; mask). Menghasilkan seluruh subset tak kosong dari mask, dari yang terbesar ke terkecil.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berhasil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Mengurangi satu meminjam dari bit menyala terendah. Meng-AND dengan mask membuang bit yang tidak termasuk. Hasilnya adalah subset berikutnya dalam urutan menurun.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totalnya 3^n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elemen punya tiga kemungkinan: berada di s, berada di mask tetapi tidak di s, atau tidak di mask sama sekali.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praktis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3^n untuk n = 16 sekitar 43 juta — aman. Untuk n = 18 sudah 387 juta — mulai berat.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subset dengan jumlah tertentu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Subset dengan Jumlah Target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Banyak Subset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array berisi n bilangan bulat dan sebuah nilai target. Hitung ada berapa himpunan bagian yang jumlah anggotanya tepat sama dengan target.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Himpunan kosong ikut dihitung bila targetnya nol.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29768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20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a[i] ≤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target ≤ 10^18</a:t>
            </a:r>
            <a:endParaRPr lang="en-US" sz="1200" dirty="0"/>
          </a:p>
        </p:txBody>
      </p:sp>
      <p:pic>
        <p:nvPicPr>
          <p:cNvPr id="9" name="Image 0" descr="/tmp/ppt/imgs/c64_21_4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817" y="1280160"/>
            <a:ext cx="3687247" cy="431101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O(2^n · n) = 1.048.576 × 20 ≈ 2 × 10^7 — aman.</a:t>
            </a:r>
            <a:endParaRPr lang="en-US" sz="1300" dirty="0"/>
          </a:p>
        </p:txBody>
      </p:sp>
      <p:pic>
        <p:nvPicPr>
          <p:cNvPr id="4" name="Image 0" descr="/tmp/ppt/imgs/c64_22_44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5728" y="1755648"/>
            <a:ext cx="4892928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luar berjalan dari 0 sampai 2^n − 1, mencakup seluruh kemungkinan himpunan bagian.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dalam memeriksa setiap bit. Bila menyala, elemen pada posisi itu ikut dijumlahkan.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mask &gt;&gt; i &amp; 1 adalah cara standar memeriksa bit ke-i. Perhatikan urutan operatornya.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jumlahnya cocok dengan target, pencacah ditambah.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lebih besar dari 25, pendekatan ini gagal. Gunakan meet in the middle atau subset sum DP.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Kaitannya dengan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Jembatan langsung menuju Day 146, 156, dan 157.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Menuju subset sum DP — Day 146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di atas bisa diselesaikan lebih cepat dengan DP boolean bila nilainya kecil. Enumerasi dipakai hanya bila nilainya sangat besar.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Menuju DP bitmask — Day 156, 157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Representasi mask persis sama. Bedanya, DP menyimpan hasil setiap mask sehingga tidak dihitung ulang.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Menuju meet in the middle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sampai 40, bagi menjadi dua bagian, enumerasi masing-masing 2^(n/2), lalu gabungkan dengan binary search.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Menuju SOS DP — Day 158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Iterasi submask yang berbiaya 3^n dipercepat menjadi 2^n · n. Tanpa memahami iterasi submask, teknik itu tidak masuk akal.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Cetak seluruh subset dari array berisi 4 elemen, periksa jumlahnya ada 16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Implementasikan versi iteratif dan rekursif, pastikan keduanya menghasilkan urutan yang sama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Cetak seluruh submask dari mask = 13, lalu hitung jumlahnya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Apple Division — bagi array menjadi dua kelompok dengan selisih minimum, n ≤ 20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LeetCode: Subsets, Subsets II, Partition to K Equal Sum Subsets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batas: ukur waktu jalan enumerasi untuk n = 20, 22, dan 25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bilangan mewakili satu himpunan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ke-i menandai apakah elemen ke-i terpilih.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2^n subset, n ≤ 20 aman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atas 25 sudah tidak realistis. Batasan kecil adalah petunjuk bahwa enumerasi memang dimaksudkan.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Iterasi submask berbiaya 3^n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(s − 1) &amp; mask menghasilkan seluruh subset dari sebuah mask.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Backtracking: enumerasi dengan pruning, untuk ruang pencarian yang lebih besar.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2026-09-03T02:51:32Z</dcterms:created>
  <dcterms:modified xsi:type="dcterms:W3CDTF">2026-09-03T02:51:32Z</dcterms:modified>
</cp:coreProperties>
</file>