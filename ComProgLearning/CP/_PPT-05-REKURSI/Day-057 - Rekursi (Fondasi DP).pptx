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yang harus kokoh sebelum belajar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adalah cara menyelesaikan masalah dengan mendelegasikan versi kecilnya.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di antrean panjang dan ingin tahu nomor urutmu. Kamu tanya orang di depan: "kamu nomor berapa?" Ia bertanya ke depannya lagi, sampai orang paling depan menjawab "aku nomor 1".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kasus terkecil yang jawabannya sudah pasti, tanpa bertanya lagi.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orang depan menjawab, kamu tinggal menambah satu dan menjawab ke belakangmu.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rekursif: jawaban masalah besar disusun dari jawaban masalah yang lebih kecil.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orang paling depan ikut bertanya ke depan lagi, antrean itu tidak akan pernah selesai.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base case berarti rekursi tak berujung, dan program berhenti karena stack habis.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orang mengingat pertanyaannya sendiri sambil menunggu jawaban. Antrean sejuta orang berarti sejuta ingatan tertahan.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menyimpan variabelnya di stack. Kedalaman sejuta bisa menyebabkan stack overflow.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bisa menuliskan base case dan cara masalah mengecil dalam dua kalimat, kodenya hampir selalu mengikuti dengan sendirinya.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adalah fungsi yang memanggil dirinya sendiri pada masalah yang lebih kecil. Ia adalah bahasa yang dipakai untuk menuliskan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case, yaitu masalah terkecil yang jawabannya sudah pasti; dan langkah rekursif, yang memecah masalah menjadi versi yang lebih kecil. Lupa base case berarti program tidak pernah berhenti.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punya ruangnya sendiri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Variabel lokal setiap pemanggilan terpisah dan tersimpan di stack. Memahami stack frame menjelaskan kenapa rekursi bisa "mengingat" tempatnya kembali.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kedalamannya nyata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biasanya sekitar 1 sampai 8 MB. Rekursi sedalam sejuta tingkat dengan variabel lokal besar akan menyebabkan stack overflow — yang muncul sebagai runtime error, bukan pesan yang jelas.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dengan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rekursi yang hasilnya disimpan. Bila kamu bisa menulis rekursinya dengan benar, mengubahnya menjadi DP hanya butuh tiga baris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bukan soal cepat atau lambat, melainkan soal apakah masalahnya punya struktur yang mengulang dirinya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bisa dinyatakan lewat versi dirinya yang lebih kecil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datanya memang rekursif: pohon, graf, ekspresi bersarang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semua kemungkinan: permutasi, kombinasi, subset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kerangka awal sebelum diubah menjadi DP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biasa jelas lebih sederhana, misalnya menjumlahkan array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Kedalamannya bisa mencapai ratusan ribu tanpa jaminan aman — ubah menjadi iteratif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dihitung berulang kali tanpa cache — tambahkan memoisasi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rekursi, tuliskan dua kalimat: apa base case-nya, dan bagaimana masalah ini mengecil. Bila keduanya belum jelas, kodenya pasti akan berantakan.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dan parameter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case, stack frame, dan batas kedalaman — fondasi seluruh materi DP.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materi DP diperkenalkan lewat rekursi lebih dulu, baru kemudian diubah menjadi tabel. Karena itu materi ini wajib benar-benar mantap.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Rekursi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Rekursif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Stack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Pemanggilan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Rekursi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yang memanggil dirinya sendiri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menyelesaikan masalah dengan memecahnya menjadi versi yang lebih kecil dari masalah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fungsi disebut rekursif bila di dalam tubuhnya ia memanggil dirinya sendiri, dengan argumen yang lebih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sehari-hari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5!, kita cukup tahu 4! lalu mengalikannya dengan 5. Untuk tahu 4!, kita butuh 3!. Begitu seterusnya sampai mencapai kasus yang jawabannya sudah pasti.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solusi DP lahir dari solusi rekursif. Kita menulis rekursi dulu, baru menambahkan cache. Tanpa menguasai rekursi, DP top-down mustahil ditulis.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dikuasai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hal: menentukan base case yang benar, memastikan argumen selalu mengecil, dan memahami bagaimana hasilnya dikembalikan naik.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Rekursif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fungsi rekursif selalu punya dua bagian ini. Tidak pernah kurang.</a:t>
            </a:r>
            <a:endParaRPr lang="en-US" sz="1300" dirty="0"/>
          </a:p>
        </p:txBody>
      </p:sp>
      <p:pic>
        <p:nvPicPr>
          <p:cNvPr id="4" name="Image 0" descr="/tmp/ppt/imgs/c63_9_4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065" y="1755648"/>
            <a:ext cx="777682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sebenarnya terjadi di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fungsi membuat satu ruang kerja sendiri di memori.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satu stack frame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parameter, variabel lokal, dan alamat baris tempat fungsi harus kembali setelah selesai.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Tumbuh saat memanggil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fungsi memanggil dirinya, satu frame baru ditumpuk di atas. Frame lama tetap tersimpan, menunggu giliran.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Menyusut saat kembali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sebuah pemanggilan selesai dan mengembalikan nilai, framenya dibuang dan eksekusi kembali ke frame di bawahnya.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stack biasanya 1 sampai 8 MB. Satu frame memakai puluhan byte, sehingga kedalaman sekitar 10^5 sudah mendekati batas. Melewatinya menghasilkan segmentation fault.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Pemanggilan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faktorial(4) dari awal sampai selesai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Rekursi Turun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menumpuk frame baru. Belum ada satu pun yang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(tumbuh ke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faktorial(3)  n =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faktorial(2)  n =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37413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666744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66674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faktorial(1)  n =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75688"/>
            <a:ext cx="5212080" cy="23774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frame aktif bersamaan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  menunggu hasil dari n = 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 menunggu hasil dari n = 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 menunggu hasil dari n = 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67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  BASE CASE, langsung menjawab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" y="46085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7000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pemanggilan menambah satu frame ke stack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50474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tidak ada perkalian yang terjadi selama rekursi turun. Semuanya menunggu.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Base Case Tercapai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Frame terbawah menjawab tanpa memanggil siapa pun, lalu dibuang.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faktorial(3)  n =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faktorial(2)  n =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mengembalikan 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menerima 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lalu menghitung 2 x 1 = 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n = 1 sudah dibuang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40782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1696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faktorial(1) mengembalikan 1  -&gt;  frame dibuang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5171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titik balik: rekursi berhenti turun dan mulai naik sambil menghitung.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Hasil Naik Satu per Satu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frame mengalikan hasil dari bawah, lalu ikut dibuang.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naik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mengembalikan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mengembalikan 3 x 2 = 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 mengembalikan 4 x 6 = 24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0175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31089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akhir = 24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4564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sesungguhnya hanya terjadi saat rekursi naik. Ini yang sering luput dipahami pemula.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pemanggilan memanggil lebih dari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Rekursi Bercabang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 setiap pemanggilan bercabang menjadi dua, sehingga pohonnya tumbuh eksponensial.</a:t>
            </a:r>
            <a:endParaRPr lang="en-US" sz="1300" dirty="0"/>
          </a:p>
        </p:txBody>
      </p:sp>
      <p:pic>
        <p:nvPicPr>
          <p:cNvPr id="4" name="Image 0" descr="/tmp/ppt/imgs/c63_17_4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187" y="1755648"/>
            <a:ext cx="724057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Pohon Rekursinya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gambar yang akan muncul lagi di Day 141 sebagai alasan lahirnya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keduanya menentukan apakah program akan cepat atau meledak.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linear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hanya memanggil satu kali. Contohnya faktorial. Kedalaman n, jumlah pemanggilan n. Aman selama n tidak terlalu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memanggil dua kali atau lebih. Contohnya Fibonacci dan penghitungan jalur. Jumlah pemanggilan tumbuh eksponensial.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penting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 yang lambat adalah gejala klasik bahwa DP dibutuhkan. Bila sub-masalah yang sama muncul berkali-kali, simpan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biayanya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percabangan dua dan kedalaman n, jumlah pemanggilan sekitar 2^n. Untuk n = 40 itu sudah satu triliun — mustahil.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rekursi menjadi berbahaya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dan Menghindari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kedalamannya bisa besar, ubah menjadi iteratif.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kedalaman</a:t>
            </a:r>
            <a:endParaRPr lang="en-US" sz="1350" dirty="0"/>
          </a:p>
        </p:txBody>
      </p:sp>
      <p:pic>
        <p:nvPicPr>
          <p:cNvPr id="5" name="Image 0" descr="/tmp/ppt/imgs/c63_21_4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7603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1350" dirty="0"/>
          </a:p>
        </p:txBody>
      </p:sp>
      <p:pic>
        <p:nvPicPr>
          <p:cNvPr id="7" name="Image 1" descr="/tmp/ppt/imgs/c63_21_4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545" y="2157984"/>
            <a:ext cx="4411426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Kesalahan Klasik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menghasilkan crash atau jawaban salah, dan semuanya berasal dari base case yang tidak dirancang dengan benar.</a:t>
            </a:r>
            <a:endParaRPr lang="en-US" sz="1300" dirty="0"/>
          </a:p>
        </p:txBody>
      </p:sp>
      <p:pic>
        <p:nvPicPr>
          <p:cNvPr id="4" name="Image 0" descr="/tmp/ppt/imgs/c63_22_4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254" y="1993392"/>
            <a:ext cx="6612443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 dengan rekursi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Faktorial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 Faktorial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bilangan bulat n. Hitung n! yaitu hasil perkalian seluruh bilangan bulat dari 1 sampai 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pendekatan rekursif, dan tentukan base case-nya dengan tepat.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20! ≈ 2,4 × 10^18</a:t>
            </a:r>
            <a:endParaRPr lang="en-US" sz="1200" dirty="0"/>
          </a:p>
        </p:txBody>
      </p:sp>
      <p:pic>
        <p:nvPicPr>
          <p:cNvPr id="9" name="Image 0" descr="/tmp/ppt/imgs/c63_24_4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835" y="1280160"/>
            <a:ext cx="3783211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base case yang mencakup n = 0, dan cast ke long long.</a:t>
            </a:r>
            <a:endParaRPr lang="en-US" sz="1300" dirty="0"/>
          </a:p>
        </p:txBody>
      </p:sp>
      <p:pic>
        <p:nvPicPr>
          <p:cNvPr id="4" name="Image 0" descr="/tmp/ppt/imgs/c63_25_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309" y="1755648"/>
            <a:ext cx="571976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n &lt;= 1 mencakup dua kasus sekaligus: 0! = 1 dan 1! = 1. Menulis n == 1 saja akan membuat n = 0 gagal.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rekursif memanggil dengan n - 1, sehingga argumennya dijamin mengecil dan base case pasti tercapai.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(ll)n penting: n bertipe int, sehingga tanpa cast perkaliannya dihitung sebagai int dan meluap sebelum disimpan.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hanya n, maksimum 20. Sangat aman.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21! sudah melampaui long long. Untuk n lebih besar, dibutuhkan modulo atau big integer.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rekursi harus dikuasai sebelum masuk ke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kodenya persis sama dengan rekursi biasa. Yang ditambahkan hanya tiga baris: cek cache, simpan hasil, dan reset cache.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 = base case rekursi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ketiga dari empat langkah merancang DP adalah menentukan base case. Kemampuan itu dilatih di sini.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DP = langkah rekursif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dp[i] = f(dp[i−1]) tidak lain adalah bentuk lain dari pemanggilan rekursif.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rekursi menjelaskan kenapa DP dibutuhkan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pohonnya bercabang dan sub-masalah berulang, di situlah DP masuk. Day 141 dimulai persis dari gambar ini.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versi rekursif untuk: faktorial, Fibonacci, pangkat, jumlah digit, dan pembalikan string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tuliskan base case-nya dalam satu kalimat sebelum menulis kode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urutan pemanggilan dengan menambahkan cerr di awal dan akhir fungsi, lalu amati polanya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kedalaman maksimum untuk n = 100.000 dan amati apakah program bertahan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tiga solusi rekursif menjadi iteratif, lalu bandingkan waktu jalannya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fib(3) dipanggil saat menghitung fib(20) — ini persiapan langsung untuk Day 141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sebagai kondisi berhenti, dan langkah rekursif dengan argumen yang mengecil.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tumbuh saat turun, menyusut saat naik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sesungguhnya sering baru terjadi ketika rekursi kembali naik.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 tumbuh eksponensial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gejala bahwa DP dibutuhkan — dan menjadi titik awal Day 141.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 dan bitmask, yang menjadi dasar DP bitmask di Day 156.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