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DP Bottom-Up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memoisasi sudah masuk akal, DP sebenarnya tidak menambah konsep baru sama sekali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ke DP · Day 067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mengerjakan silsilah keluarga: siapa kakek buyutmu, dan siapa saja kakek buyut orang lain.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ke atas satu per satu saat ditanya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Memoisasi: rekursi turun mencari yang dibutuhkan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Mencatat setiap nama yang sudah ketemu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memo[] menyimpan hasil perhitungan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nama yang sama, tinggal baca catatan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"sudah ada di memo?" lebih dulu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Atau: isi silsilah dari generasi paling tua dulu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Bottom-up: isi tabel dari indeks terkecil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Catatannya sama, cuma cara mengisinya beda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dp[] identik dengan memo[]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Kertas catatannya sama persis. Yang berbeda hanya apakah kamu menunggu ditanya (memoisasi) atau mengisinya duluan secara berurutan (bottom-up).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memoisasi sudah masuk akal bagimu, bottom-up tidak menambah satu pun konsep baru — ia hanya mengisi tabel yang sama dengan urutan yang kamu tentukan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memo[] dan dp[] adalah array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sama, ukurannya sama, angkanya sama. Yang hilang pada bottom-up hanyalah pemanggilan rekursifnya.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hanya menemukan urutan pengisian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Pemanggilannya turun dari besar ke kecil, tetapi PENGISIANNYA naik dari kecil ke besar. Urutan mengisi itulah yang menjadi urutan loop.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lima langkah bersifat mekanis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menjadi bentuk tabel, kasus dasar menjadi nilai awal, arah kebutuhan menentukan arah loop, dan return menjadi penugasan.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tidak punya pengaman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menghitung nilai yang belum ada saat itu juga. Bottom-up hanya membaca sel kosong dan diam saja — karena itu urutan loop menjadi syarat kebenaran.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kontes, tulis memoisasi lebih dulu supaya benar; ubah ke bottom-up hanya bila perlu.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sudah punya solusi memoisasi dan terkena TLE atau MLE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berbahaya, misalnya n sampai sepuluh pangkat enam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state akan terpakai, jadi tidak ada yang terbuang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Ingin menekan memori menjadi satu atau dua baris saja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sebagian kecil state yang terpakai — memoisasi justru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rumit dan urutannya sulit ditentukan manual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belum benar; perbaiki kebenarannya dulu sebelum mengoptimalkan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dp[i] yang membaca dp[j], pastikan j sudah dilewati loop sebelum i. Salah arah loop tidak menimbulkan pesan kesalahan apa pun — hasilnya hanya salah.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&amp; bottom-up (Day 142)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 (Day 153)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 ke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Bottom-Up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yang sama, urutan pengisian yang berbeda.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DP terasa abstrak, sumbernya hampir selalu satu: rekursinya hilang dari pandangan sehingga tabelnya terlihat muncul entah dari mana. Materi ini menutup celah itu.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Mengisi Tabel yang Sama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Perbedaan: Urutan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Lima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Loop Menentukan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yang Mana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konsep baru, hanya urutan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Mengisi Tabel yang Sama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kode ini: kedua cara mengisi array yang sama dengan angka yang sama. Programnya sendiri yang memeriksa keduanya identik.</a:t>
            </a:r>
            <a:endParaRPr lang="en-US" sz="1300" dirty="0"/>
          </a:p>
        </p:txBody>
      </p:sp>
      <p:pic>
        <p:nvPicPr>
          <p:cNvPr id="4" name="Image 0" descr="/tmp/ppt/imgs/c70_8_4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871" y="1993392"/>
            <a:ext cx="38278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perbedaan. memo[] dan dp[] bukan dua benda berbeda — keduanya array yang sama, hanya diisi dengan cara yang berbeda. Kalau memoisasi sudah masuk akal bagimu, bottom-up tidak menambah satu konsep pun.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memo[] dan dp[] menyimpan nilai yang sama persis untuk tiap indeks.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mengisi sesuai permintaan; bottom-up mengisi semuanya berurutan.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12 dan baris 20 menghitung hal yang identik.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hilang pada bottom-up hanyalah pemanggilan rekursifnya.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Perbedaan: Urutan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 saat memanggil, tetapi tabelnya terisi NAIK saat kembali. Kode ini mencetak kedua urutan itu supaya terlihat.</a:t>
            </a:r>
            <a:endParaRPr lang="en-US" sz="1300" dirty="0"/>
          </a:p>
        </p:txBody>
      </p:sp>
      <p:pic>
        <p:nvPicPr>
          <p:cNvPr id="4" name="Image 0" descr="/tmp/ppt/imgs/c70_9_4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418" y="1993392"/>
            <a:ext cx="565270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keluarannya dua kali. Pemanggilan turun 5, 4, 3, 2, 1. Pengisian naik memo[2], memo[3], memo[4], memo[5]. Urutan pengisian itulah — dan hanya itu — yang menjadi urutan loop bottom-up.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 dulu sampai kasus dasar, baru mengisi saat kembali.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selalu dari indeks kecil ke besar di sini.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bottom-up hanya menuliskan urutan pengisian itu secara langsung.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yakin arah loop, cetak urutan pengisian versi memoisasinya.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 dikerjakan dengan kedua cara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Memoisasi Turun Dulu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 bergerak dari kanan ke kiri: fib(5) memanggil fib(4), yang memanggil fib(3), dan seterusnya.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62872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28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PEMANGGILAN:  fib(5) -&gt; fib(4) -&gt; fib(3) -&gt; fib(2) -&gt; fib(1)      tabel masih kosong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titik ini belum ada satu pun nilai yang dihitung. Rekursi baru sibuk turun mencari kasus dasar.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Terisi Saat Rekursi Kembali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menyentuh kasus dasar, nilainya terisi satu per satu saat rekursi kembali ke 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6287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28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PENGISIAN:  memo[0], memo[1], memo[2], memo[3], memo[4], memo[5]      dari KIRI ke KANAN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baik-baik: walaupun pemanggilannya dari kanan ke kiri, PENGISIANNYA justru dari kiri ke kanan. Itu bukan kebetulan.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Bottom-Up Langsung Mengisi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melewatkan seluruh tahap turun. Ia langsung mengisi dari kiri ke kanan, karena urutannya sudah diketahui.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 = 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633472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633472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62872" y="2633472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2872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2; i &lt;= 5; i++)  dp[i] = dp[i-1] + dp[i-2];      hasilnya SAMA PERSIS: 0 1 1 2 3 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gambar ini dengan gambar sebelumnya. Angkanya identik, posisinya identik. Yang hilang hanya perjalanan turunnya — dan perjalanan itu memang tidak menghasilkan apa-apa.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langkah mekanis, tanpa memikirkan ulang soalnya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Lima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langkah mekanis dari memoisasi ke bottom-up. Kode di bawah adalah hasil akhirnya, dengan tiap langkah ditandai di baris yang bersangkutan.</a:t>
            </a:r>
            <a:endParaRPr lang="en-US" sz="1300" dirty="0"/>
          </a:p>
        </p:txBody>
      </p:sp>
      <p:pic>
        <p:nvPicPr>
          <p:cNvPr id="4" name="Image 0" descr="/tmp/ppt/imgs/c70_15_4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765" y="1993392"/>
            <a:ext cx="434401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langkah ini mekanis, bukan kreatif. Kalau versi memoisasimu sudah benar, mengubahnya jadi bottom-up tidak butuh gagasan baru sama sekali — hanya menyalin ulang dengan urutan yang benar.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fungsi menjadi indeks tabel; jumlahnya menjadi dimensinya.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 diisi sebelum loop, bukan di dalamnya.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mengikuti arah kebutuhan: dp[i] butuh i lebih kecil, jadi menaik.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return berubah jadi baris penugasan — isinya sama persis.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Loop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loop tidak menimbulkan satu pun pesan kesalahan. Programnya jalan lancar dan hasilnya salah. Bandingkan sendiri.</a:t>
            </a:r>
            <a:endParaRPr lang="en-US" sz="1300" dirty="0"/>
          </a:p>
        </p:txBody>
      </p:sp>
      <p:pic>
        <p:nvPicPr>
          <p:cNvPr id="4" name="Image 0" descr="/tmp/ppt/imgs/c70_16_4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933" y="1993392"/>
            <a:ext cx="443967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terbalik membaca sel yang belum terisi, dan sel itu masih bernilai tak hingga. Tidak ada error, tidak ada crash — hanya jawaban yang salah di sebagian indeks.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butuh dp[i-c], jadi i yang lebih kecil WAJIB selesai lebih dulu.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tidak punya masalah ini: nilai yang belum ada langsung dihitung.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hanya membaca sel — kalau kosong, ia diam saja.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urutan loop adalah syarat kebenaran, bukan sekadar gaya menulis.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yang 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bukan kecepatan besar-O, melainkan berapa banyak state yang benar-benar terpakai. Kode ini menghitungnya.</a:t>
            </a:r>
            <a:endParaRPr lang="en-US" sz="1300" dirty="0"/>
          </a:p>
        </p:txBody>
      </p:sp>
      <p:pic>
        <p:nvPicPr>
          <p:cNvPr id="4" name="Image 0" descr="/tmp/ppt/imgs/c70_17_4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087" y="1993392"/>
            <a:ext cx="44733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105 state dari 100.000 yang benar-benar terpakai. Di kasus seperti ini memoisasi jauh lebih cepat, dan mengubahnya jadi bottom-up justru merugikan.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hanya sebagian kecil state terpakai, pilih memoisasi.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hampir semua state terpakai, bottom-up lebih cepat dan hemat memori.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wajib bila kedalaman rekursinya berbahaya (n sampai 10^6).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kontes: tulis memoisasi dulu supaya benar, ubah hanya kalau kena TLE.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Berdampingan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perbedaannya bersifat teknis. Tidak ada satu pun yang berkaitan dengan cara berpikir soalnya.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454456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Memoisasi (top-down)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Bentuk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Fungsi rekursif + array 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+ array yang 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 pengisian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Ditemukan sendiri oleh rekursi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Ditentukan oleh urutan loop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dihitung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yang benar-benar dibutuhkan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state, dibutuhkan atau 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overflow bila 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Salah urutan loop, tanpa peringatan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Menekan 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Mudah: cukup simpan satu atau dua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Kecepatan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lambat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cepat, tanpa panggilan fungsi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soal, dikerjakan dengan kedua cara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Paling Sedikit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target dan k jenis koin yang jumlahnya tak terbatas. Cari banyaknya koin PALING SEDIKIT yang jumlah nilainya tepat sama dengan target. Bila mustahil,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target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nilai koin &lt;= target</a:t>
            </a:r>
            <a:endParaRPr lang="en-US" sz="1200" dirty="0"/>
          </a:p>
        </p:txBody>
      </p:sp>
      <p:pic>
        <p:nvPicPr>
          <p:cNvPr id="9" name="Image 0" descr="/tmp/ppt/imgs/c70_20_4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0682" y="1280160"/>
            <a:ext cx="19695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— Dua Versi Berdampingan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baris 24 dengan baris 43. Keduanya menuliskan hal yang sama ke tabel yang sama.</a:t>
            </a:r>
            <a:endParaRPr lang="en-US" sz="1300" dirty="0"/>
          </a:p>
        </p:txBody>
      </p:sp>
      <p:pic>
        <p:nvPicPr>
          <p:cNvPr id="4" name="Image 0" descr="/tmp/ppt/imgs/c70_21_4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1292" y="1755648"/>
            <a:ext cx="220179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memoisasi: pemeriksaan "sudah pernah dihitung?" — inilah bagian yang sudah kamu pahami.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fungsi rekursif menyimpan hasilnya. Baris inilah yang nanti menjadi isi loop bottom-up.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Komentar di baris 28 sampai 32 adalah resep lima langkah yang diterapkan pada soal ini secara langsung.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 f(0) = 0 menjadi nilai awal dp[0] = 0. Tidak ada yang berubah selain bentuk penulisannya.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MENAIK dipilih karena dp[s] membutuhkan dp[s - c], yaitu indeks yang lebih kecil.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baris ini dengan baris 24: ekspresinya sama persis, hanya return diganti penugasan.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paling sering muncul saat pertama kali beralih ke bottom-up.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terbalik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tidak memberi peringatan apa pun ketika membaca sel yang belum diisi — ia hanya mengembalikan nilai awal. Periksa setiap dp[i] = ... dp[j] ... bahwa j sudah dilewati lebih dulu.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 tidak dipindahkan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return pada kasus dasar harus menjadi nilai awal tabel. Melupakan satu saja membuat seluruh tabel salah tanpa gejala yang jelas.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tabel kurang satu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target n, tabelnya berukuran n + 1 karena indeks 0 ikut terpakai. Ini kesalahan indeks yang paling sering terjadi.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bottom-up selalu lebih baik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sebagian kecil state yang terpakai, memoisasi justru jauh lebih cepat karena ia hanya menghitung yang benar-benar dibutuhkan.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kelima soal ini, tulis versi memoisasinya lebih dulu, lalu ubah menjadi bottom-up memakai resep lima langkah.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Dice Combinations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Mengubah rekursi satu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Minimizing Coins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Resep lima langkah, kasus 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Grid Paths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dimensi, urutan baris dan kolom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Book Shop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Knapsack, dan kenapa loopnya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string, tabel dua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Tabelnya sama, isinya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memo[] pada memoisasi dan dp[] pada bottom-up adalah array yang sama persis, berisi angka yang sama persis. Tidak ada konsep baru di dalam bottom-up.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hanya menemukan urutan pengisian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memanggil turun, tetapi urutan MENGISI naik. Urutan mengisi itulah yang menjadi urutan loop bottom-up.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lima langkah bersifat mekanis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menjadi bentuk tabel, kasus dasar menjadi nilai awal, arah kebutuhan menentukan arah loop, dan return menjadi penugasan.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memoisasi dulu saat kontes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lebih cepat ditulis dan lebih sulit disalahkan. Ubah ke bottom-up hanya ketika benar-benar butuh kecepatan atau hemat memori.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