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STL Algorithms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sort  ·  binary search  ·  permutation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Toolbox lengkap untuk transform &amp;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37160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20640"/>
            <a:ext cx="137160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5212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lower_bound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120640"/>
            <a:ext cx="137160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5212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accumulate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5120640"/>
            <a:ext cx="137160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52120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next_perm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Sort &amp;
Comparator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+ 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stable_sort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Multi-criteria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greater&lt;int&gt;()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Binary
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lower_bound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upper_bound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binary_search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Count in range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Reduksi &amp;
Transform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accumulate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max/min_element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transform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iota &amp; fill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Permutation
&amp; Lainnya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next_permutation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all/any/none_of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Coordinate Compress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set_union/intersect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Sort &amp; Comparator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O(n log n) — fondasi banyak teknik 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sort() — Built-in Introsort O(n log 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SORT DEFAULT (ASCENDING)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3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4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5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9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6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→ {1, 1, 2, 3, 4, 5, 6, 9}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DESCENDING ===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greater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atau pakai reverse iterator: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rbegin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rend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LAMBDA CUSTOM ===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descending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STABLE_SORT ===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Pertahankan urutan relatif elemen sama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stable_sort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comp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Visualisasi sort([3,1,4,1,5])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554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554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554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554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554480"/>
            <a:ext cx="50292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3075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16367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1031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↓ sort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4688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2219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7" y="25511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4688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2219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5511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4688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22219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25511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24688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2219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25511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2468880"/>
            <a:ext cx="502920" cy="45720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222199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2551176"/>
            <a:ext cx="466344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3200400"/>
            <a:ext cx="521208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0" y="3200400"/>
            <a:ext cx="521208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32369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Multi-Criteria Sort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36941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Sort score desc, name asc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9867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(a.score != b.score)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42793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 return a.score &gt; b.score;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457200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return a.name &lt; b.name;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4937760"/>
            <a:ext cx="246888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5120" y="4937760"/>
            <a:ext cx="24688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5102352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5440680"/>
            <a:ext cx="228600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O(n log 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26880" y="4937760"/>
            <a:ext cx="256032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26880" y="4937760"/>
            <a:ext cx="25603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19" y="5102352"/>
            <a:ext cx="23774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stable_sort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19" y="5440680"/>
            <a:ext cx="2377439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 log²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Binary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lower_bound, upper_bound — O(log n) di sorted array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lower_bound vs upper_bound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Konsep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lower_bound(it, x) → iterator pertama ≥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upper_bound(it, x) → iterator pertama &gt;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binary_search(it, x) → bool (ada/tidak)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Selisih hi - lo = jumlah elemen ==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Array HARUS sorted dulu!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5303520" cy="2286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7" y="39319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19" y="39319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319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60520"/>
            <a:ext cx="502920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lower_bound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upper_bound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idx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1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hi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lo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2 (banyaknya '2')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bool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ada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binary_search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005840"/>
            <a:ext cx="5852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Array sorted: [1, 2, 2, 3, 4, 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286000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↑ lower_bound(2) = idx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2606040"/>
            <a:ext cx="5852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↑ upper_bound(2) = idx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3200400"/>
            <a:ext cx="585216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3200400"/>
            <a:ext cx="585216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1" y="3236976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Pola: Hitung dalam range [l, r]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7" y="3694176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int cnt = upper_bound(A,r)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7" y="3986784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     - lower_bound(A,l);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7" y="427939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// jumlah elemen di [l, r]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892040"/>
            <a:ext cx="585216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892040"/>
            <a:ext cx="585216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1" y="4928616"/>
            <a:ext cx="55778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Hati-hati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7" y="5385816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× Tanpa sort → undefined!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7" y="5678424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Selalu sort dulu sebelum BS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7" y="597103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lower_bound return iterator,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7" y="6263640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kurangi begin() →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Reduksi &amp;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accumulate, transform, fill, iota, max_element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accumulate, max_element, count_if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FF7BC7"/>
                </a:solidFill>
                <a:latin typeface="Menlo"/>
              </a:rPr>
              <a:t>#include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numeric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4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5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SUM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accumulate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0LL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15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PRODUCT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prod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accumulate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1LL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acc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acc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120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SUM OF SQUARES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sq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accumulate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0LL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acc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acc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MAX &amp; MIN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79C0FF"/>
                </a:solidFill>
                <a:latin typeface="Menlo"/>
              </a:rPr>
              <a:t>max_element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5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79C0FF"/>
                </a:solidFill>
                <a:latin typeface="Menlo"/>
              </a:rPr>
              <a:t>min_element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1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index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COUNT_IF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evens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count_if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%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05840"/>
            <a:ext cx="53035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00584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Tips Akumulasi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Inisial 0LL/1LL untuk hindari 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callable untuk produk/mod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Lambda dengan capture [&amp;] 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Lebih singkat daripada loop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971800"/>
            <a:ext cx="5303520" cy="1828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97180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84848" y="30175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30175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4032" y="30175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246120"/>
            <a:ext cx="502920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MOD product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const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MOD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e9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7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accumulate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1LL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acc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acc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*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%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MOD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COUNT exact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937760"/>
            <a:ext cx="530352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4937760"/>
            <a:ext cx="530352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97433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Big Picture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543153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accumulate = reduce / fold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572414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transform =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601675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count_if = filter +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630936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Pikir functional programming!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transform, fill, iota — Inisialisasi &amp;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21208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TRANSFORM (map)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4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transform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B = {1, 4, 9, 16}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2 input range: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transform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</a:t>
            </a:r>
            <a:r>
              <a:rPr sz="1050">
                <a:solidFill>
                  <a:srgbClr val="C9D1D9"/>
                </a:solidFill>
                <a:latin typeface="Menlo"/>
              </a:rPr>
              <a:t>plus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C[i] = A[i] + B[i]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62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530352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FILL &amp; IOTA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5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fill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7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 = {7, 7, 7, 7, 7}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iota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 = {0, 1, 2, 3, 4}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INDEX SORTING TRICK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iota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val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val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11247120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C9A0FF"/>
                </a:solidFill>
              </a:rPr>
              <a:t>all_of / any_of / none_of — Cek Batch Cepat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10972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7" y="5394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399" y="5394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8991" y="5394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59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bool semuaGenap = all_of(A.begin(), A.end(), [](int x){ return x%2==0; });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bool adaNeg     = any_of(A.begin(), A.end(), [](int x){ return x&lt;0; });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bool tidakNol   = none_of(A.begin(), A.end(), [](int x){ return x==0; 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find · reverse · rotate · unique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Manipulasi array klasik — semua O(n)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03504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76072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FIND — cari elemen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find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5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79C0FF"/>
                </a:solidFill>
                <a:latin typeface="Menlo"/>
              </a:rPr>
              <a:t>cout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"Found at "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79C0FF"/>
                </a:solidFill>
                <a:latin typeface="Menlo"/>
              </a:rPr>
              <a:t>cout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"Not found"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REVERSE — balik in-place ===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reverse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ROTATE — rotasi kiri k posisi ===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rotate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untuk rotasi kanan k: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rotate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UNIQUE — hapus duplicate consecutive ===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WAJIB sort dulu!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erase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79C0FF"/>
                </a:solidFill>
                <a:latin typeface="Menlo"/>
              </a:rPr>
              <a:t>unique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🔄 reverse([1,2,3,4,5])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4173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17043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7" y="14913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4173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17043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14913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4173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17043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14913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4173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17043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14913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4173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117043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14913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874519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19456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947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7" y="226862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219456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1947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7" y="226862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19456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1947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26862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219456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1947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7" y="226862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219456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194767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226862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278892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🔁 rotate([1,2,3,4,5], k=2)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320040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9535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3407" y="32744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78040" y="320040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29535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7" y="32744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0" y="320040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29535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9248" y="32744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79" y="320040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79" y="29535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32744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320040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29535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05088" y="32744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61188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↓ rotate kiri 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39319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3685031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3407" y="40059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78040" y="39319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78040" y="3685031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6327" y="40059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3931920"/>
            <a:ext cx="457200" cy="41148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80960" y="3685031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9248" y="40059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83879" y="393192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83879" y="3685031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7" y="40059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86800" y="393192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3685031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05088" y="400598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457200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✂ sort+unique([3,1,4,1,5,3])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75120" y="4983480"/>
            <a:ext cx="457200" cy="4114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3407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78040" y="498348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78040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96327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680960" y="4983480"/>
            <a:ext cx="457200" cy="4114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0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99248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4983480"/>
            <a:ext cx="457200" cy="411480"/>
          </a:xfrm>
          <a:prstGeom prst="round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3879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02167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86800" y="4983480"/>
            <a:ext cx="457200" cy="4114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0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05088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89720" y="4983480"/>
            <a:ext cx="457200" cy="4114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89720" y="47365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08008" y="505754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539496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↓ erase consecutive dup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675120" y="571500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75120" y="54681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93407" y="57890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178040" y="571500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8040" y="54681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96327" y="57890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680960" y="571500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80960" y="54681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99248" y="57890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83879" y="5715000"/>
            <a:ext cx="45720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83879" y="546811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02167" y="5789066"/>
            <a:ext cx="42062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78240" y="61264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1">
                <a:solidFill>
                  <a:srgbClr val="3FD97F"/>
                </a:solidFill>
              </a:rPr>
              <a:t>↑ unique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nth_element &amp; partial_sort — Top-K Tanpa Full Sort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Cari k-th element atau k terkecil tanpa O(n log n) penuh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4008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61264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FFA657"/>
                </a:solidFill>
                <a:latin typeface="Menlo"/>
              </a:rPr>
              <a:t>7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9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5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8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nth_element (k=3) — letakkan elemen ke-k di posisi yg benar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nth_element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A[3] = elemen yg seharusnya di posisi 3 setelah sort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A[0..2] semua ≤ A[3], A[4..n] semua ≥ A[3]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O(n) RATA-RATA (quickselect)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Cari median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nth_element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/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median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/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partial_sort (k=3) — sort 3 elemen pertama saja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partial_sort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A[0] ≤ A[1] ≤ A[2] dan keduanya ≤ A[3..n]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O(n log k) — lebih cepat dari sort()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Top-K terbesar (descending)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partial_sort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005840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📊 nth_element vs partial_sort vs 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554480"/>
            <a:ext cx="151790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600200"/>
            <a:ext cx="137160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Algo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54480"/>
            <a:ext cx="142646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600200"/>
            <a:ext cx="128016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554480"/>
            <a:ext cx="1792224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600200"/>
            <a:ext cx="164592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Hasil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027681"/>
            <a:ext cx="48097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100834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0834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100834"/>
            <a:ext cx="16459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Fully sorted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530602"/>
            <a:ext cx="4809744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603754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partial_sort(k)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603754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603754"/>
            <a:ext cx="16459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K terkecil sorted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33522"/>
            <a:ext cx="4809744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106674"/>
            <a:ext cx="1371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nth_element(k)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106674"/>
            <a:ext cx="128016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O(n) avg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106674"/>
            <a:ext cx="164592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A[k] correct, rest unsorted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61188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Trace nth_element k=3: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3931920"/>
            <a:ext cx="411480" cy="4114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36850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02367" y="40059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480560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↓ nth_element(begin+3)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40880" y="484632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9168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484632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63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5279" y="4846320"/>
            <a:ext cx="411480" cy="4114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79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735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12480" y="4846320"/>
            <a:ext cx="411480" cy="4114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07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4846320"/>
            <a:ext cx="411480" cy="411480"/>
          </a:xfrm>
          <a:prstGeom prst="round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69680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879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7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26880" y="4846320"/>
            <a:ext cx="411480" cy="411480"/>
          </a:xfrm>
          <a:prstGeom prst="round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51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4846320"/>
            <a:ext cx="411480" cy="411480"/>
          </a:xfrm>
          <a:prstGeom prst="round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7" y="4920386"/>
            <a:ext cx="374904" cy="2880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78040" y="534924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3FD97F"/>
                </a:solidFill>
              </a:rPr>
              <a:t>≤5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534924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FFC857"/>
                </a:solidFill>
              </a:rPr>
              <a:t>k=5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534924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A0FF"/>
                </a:solidFill>
              </a:rPr>
              <a:t>≥5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760720"/>
            <a:ext cx="640080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576072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5852159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" y="5870448"/>
            <a:ext cx="56235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Use case: median, top-K, quickselect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Permutation &amp; Set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next_permutation, set_intersection, coordinate compression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next_permutation — Generate Semua Permutasi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3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</a:t>
            </a:r>
            <a:r>
              <a:rPr sz="1100">
                <a:solidFill>
                  <a:srgbClr val="6E7681"/>
                </a:solidFill>
                <a:latin typeface="Menlo"/>
              </a:rPr>
              <a:t>// mulai dari terkecil!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do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79C0FF"/>
                </a:solidFill>
                <a:latin typeface="Menlo"/>
              </a:rPr>
              <a:t>next_permutation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Output (n! = 6 permutasi):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123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132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213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231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312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321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05840"/>
            <a:ext cx="5303520" cy="20116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Catatan Penting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Harus sort dulu (mulai terkecil)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Return false saat balik ke awal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n! permutasi → maks n ≈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Berguna untuk brute force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00400"/>
            <a:ext cx="5303520" cy="1920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23697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Coordinate Compression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9417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Mengubah nilai besar → rank kecil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98678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sort + unique + lower_bound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27939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Sangat berguna untuk BIT/segtree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57200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Kompleksitas O(n log 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49240"/>
            <a:ext cx="11247120" cy="10058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7" y="5394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19" y="5394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5394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23559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COORDINATE COMPRESSION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copy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sort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erase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79C0FF"/>
                </a:solidFill>
                <a:latin typeface="Menlo"/>
              </a:rPr>
              <a:t>unique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lower_bound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A diubah jadi rank-nya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Set Operations on Sorted Ranges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set_intersection / set_union / set_difference / merge — O(n+m)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8580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8580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65836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PRASYARAT: kedua range harus SORTED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6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INTERSECTION (irisan)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set_intersection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back_inserter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 = {2, 4}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UNION (gabungan)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clear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set_union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C9D1D9"/>
                </a:solidFill>
                <a:latin typeface="Menlo"/>
              </a:rPr>
              <a:t>back_inserter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 = {1, 2, 3, 4, 6}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DIFFERENCE (A \ B)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clear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set_difference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back_inserter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 = {1, 3}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MERGE — gabung sorted, KEEP DUPLIKAT ===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clear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merge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C9D1D9"/>
                </a:solidFill>
                <a:latin typeface="Menlo"/>
              </a:rPr>
              <a:t>back_inserter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result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result = {1, 2, 2, 3, 4, 4, 6}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005840"/>
            <a:ext cx="4389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🎯 Visual Set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41732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Menlo"/>
              </a:rPr>
              <a:t>A = {1,2,3,4}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B = {2,4,6}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103120"/>
            <a:ext cx="4389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103120"/>
            <a:ext cx="438912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19456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∩ intersection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51460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→ {2, 4}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063239"/>
            <a:ext cx="4389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3063239"/>
            <a:ext cx="438912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154679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∪ union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47472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→ {1,2,3,4,6}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023360"/>
            <a:ext cx="4389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4023360"/>
            <a:ext cx="4389120" cy="457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11480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− difference (A−B)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43484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→ {1, 3}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983480"/>
            <a:ext cx="4389120" cy="8686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4983480"/>
            <a:ext cx="4389120" cy="4572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507492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merge (keep dup)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394960"/>
            <a:ext cx="4114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Menlo"/>
              </a:rPr>
              <a:t>→ {1,2,2,3,4,4,6}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355080"/>
            <a:ext cx="6858000" cy="2743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91440" cy="274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457200" cy="914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6464808"/>
            <a:ext cx="6080760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Wajib SORTED dulu! Kompleksitas O(n+m).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Coordinate Compression — Trace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Mengubah nilai besar → rank kecil. Kunci untuk Fenwick/Segment 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Step 0: Original A = [100, 5, 50, 100, 5]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77724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6212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371600"/>
            <a:ext cx="77724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1247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6212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371600"/>
            <a:ext cx="77724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1247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146212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1371600"/>
            <a:ext cx="77724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11247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146212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371600"/>
            <a:ext cx="77724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112471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7" y="146212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1247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E7681"/>
                </a:solidFill>
              </a:rPr>
              <a:t>Nilai bisa sampai 10⁹ → susah index langsung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Step 1: Copy &amp; Sort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69748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269748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269748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140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269748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39" y="269748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7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33172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Step 2: unique + erase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697480"/>
            <a:ext cx="777240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2697480"/>
            <a:ext cx="777240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2697480"/>
            <a:ext cx="777240" cy="50292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245059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278800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24612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rank: 0   1   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61188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Step 3: lower_bound — replace each value with its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023360"/>
            <a:ext cx="21488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11480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6B8A"/>
                </a:solidFill>
                <a:latin typeface="Menlo"/>
              </a:rP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41148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4114800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rank 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0" y="4023360"/>
            <a:ext cx="21488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11480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6B8A"/>
                </a:solidFill>
                <a:latin typeface="Menlo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1148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4114800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rank 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0" y="4023360"/>
            <a:ext cx="21488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411480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6B8A"/>
                </a:solidFill>
                <a:latin typeface="Menlo"/>
              </a:rPr>
              <a:t>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41148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4114800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rank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4023360"/>
            <a:ext cx="21488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411480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6B8A"/>
                </a:solidFill>
                <a:latin typeface="Menlo"/>
              </a:rPr>
              <a:t>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1148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114800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rank 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4023360"/>
            <a:ext cx="21488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01200" y="4114800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6B8A"/>
                </a:solidFill>
                <a:latin typeface="Menlo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41148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4114800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3FD97F"/>
                </a:solidFill>
                <a:latin typeface="Menlo"/>
              </a:rPr>
              <a:t>rank 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Hasil: A_compressed = [2, 0, 1, 2, 0]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074920"/>
            <a:ext cx="77724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828031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516544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80160" y="5074920"/>
            <a:ext cx="77724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80160" y="4828031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98448" y="516544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03120" y="5074920"/>
            <a:ext cx="77724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0" y="4828031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21408" y="516544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926080" y="5074920"/>
            <a:ext cx="77724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0" y="4828031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44368" y="516544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49039" y="5074920"/>
            <a:ext cx="777240" cy="50292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39" y="4828031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7327" y="516544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200" y="5669280"/>
            <a:ext cx="1124712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💡 Use Cases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6035040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Fenwick / BIT (index 0..n-1)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6035040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Segment Tree (kompak)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" y="6309359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Counting inversions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6309359"/>
            <a:ext cx="5303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Range queries dengan koordinat besar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 Recognition — Algoritma 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88950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7432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Situasi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97280"/>
            <a:ext cx="307238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143000"/>
            <a:ext cx="292607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Algoritma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97280"/>
            <a:ext cx="25237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143000"/>
            <a:ext cx="23774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Kompleksitas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097280"/>
            <a:ext cx="2615184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9" y="1143000"/>
            <a:ext cx="246887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316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047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 biasa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047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6047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16047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Hampir semua soal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88819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619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 multi-criteria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0619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sort + lambda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0619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0619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Score+name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460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5191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Cari elemen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5191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find / binary_search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5191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 / O(log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25191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Pencarian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032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63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Hitung occurrence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9763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count / count_if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29763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9" y="29763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Frequency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04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4335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Cek semua memenuhi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4335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all_of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34335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34335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Validasi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176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8907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Sum / product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907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accumulate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38907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9" y="38907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Reduksi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74820"/>
            <a:ext cx="1121054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3479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Generate permutasi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3479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next_permutation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43479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O(n!)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43479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Brute force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32020"/>
            <a:ext cx="1121054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80517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Range query &lt;= 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80517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lower/upper_bound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480517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3999" y="4805172"/>
            <a:ext cx="24688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Sorted array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lower_bound tanpa 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Hasilnya undefined!
Selalu sort dulu sebelum binary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unique tanpa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unique hanya hapus consecutive dup.
Sort → unique → erase.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accumulate dengan int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0 → int → overflow!
Pakai 0LL untuk long long sum.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next_permutation tanpa sort awal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Loop tidak akan kembali ke awal.
Sort dulu = mulai dari terkecil.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transform output kurang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Output range harus cukup,
ataupakai back_inserter().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all_of pada vector kosong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Selalu return true (vacuous truth).
Cek !A.empty() jika perlu.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SORT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BINARY SEARCH (sorted!)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lower_bound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upper_bound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hi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REDUKSI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sum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accumulate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0LL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79C0FF"/>
                </a:solidFill>
                <a:latin typeface="Menlo"/>
              </a:rPr>
              <a:t>max_element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count_if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pred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TRANSFORM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transform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*</a:t>
            </a:r>
            <a:r>
              <a:rPr sz="1050">
                <a:solidFill>
                  <a:srgbClr val="FFA657"/>
                </a:solidFill>
                <a:latin typeface="Menlo"/>
              </a:rPr>
              <a:t>2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iota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fill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CEK BATCH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all_of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pred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any_of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pred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PERMUTATION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do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79C0FF"/>
                </a:solidFill>
                <a:latin typeface="Menlo"/>
              </a:rPr>
              <a:t>next_permutation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DEDUP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erase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79C0FF"/>
                </a:solidFill>
                <a:latin typeface="Menlo"/>
              </a:rPr>
              <a:t>unique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🌟 Aturan 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Sort sebelum binary search /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7607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Pakai 0LL/1LL untuk akumulasi long 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Lambda untuk custom comparator/predicate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080759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stable_sort jika butuh urutan relatif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STL Algorithms — Toolbox lengkap untuk transform &amp;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O(n log n) introsort. Lambda untuk custom. stable_sort jika urutan relatif penting.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Binary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lower/upper_bound — O(log n). Hitung jumlah dalam range dengan selisih iterator.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Reduksi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accumulate, max_element, count_if. Pakai 0LL untuk hindari overflow.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Permutation &amp;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next_permutation untuk brute force. set_intersection/union pada sorted ranges.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Sort dulu sebelum BS/unique. accumulate butuh 0LL. transform butuh space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6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