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Algoritma STL</a:t>
            </a:r>
            <a:endParaRPr lang="en-US" sz="4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Penting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lower_bound, unique, next_permutation, dan kawan-kawannya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 CP · Day 25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25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 Sederhana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Fungsi-fungsi ini menghemat banyak baris kode. Ini gambaran cara kerjanya.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SEPERTI INI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DALAM SOAL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7512" y="2276856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276856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3544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Mencari nama di daftar hadir yang sudah urut: kamu buka di tengah, lihat lebih depan atau lebih belakang, lalu ulangi.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86984" y="2553462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0" y="2276856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2276856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14032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lower_bound / upper_bound: O(log n) pada data terurut. Syaratnya data WAJIB sudah terurut.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2958084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2958084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Merapikan daftar tamu yang punya nama kembar: urutkan dulu agar yang kembar berdampingan, baru coret yang berulang.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86984" y="3234690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0" y="2958084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2958084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14032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sort + unique: unique hanya bekerja pada duplikat yang bersebelahan, jadi sort dulu wajib.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" y="3639312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3639312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3544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Nomor punggung pelari bisa sampai jutaan, tetapi pesertanya cuma 200 orang. Cukup beri mereka nomor urut 1 sampai 200.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86984" y="3915918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0" y="3639312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0" y="3639312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14032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Kompresi koordinat: nilai sampai 10^9 diganti peringkatnya, agar bisa dipakai sebagai indeks array.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4320540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" y="4320540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3544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uang di dompet: kalau kamu pakai kotak kecil untuk menampung, uang yang banyak tidak akan muat.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86984" y="4597146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58000" y="4320540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0" y="4320540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14032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accumulate mengambil tipe dari NILAI AWAL. Tulis 0LL, bukan 0, agar hasilnya tidak overflow.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527608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" y="5276088"/>
            <a:ext cx="1085392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41832" y="54223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INTINYA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941832" y="566013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Semua fungsi ini adalah alat bantu di dalam solusi, bukan solusi itu sendiri — tetapi tanpa mereka kodemu jadi jauh lebih panjang.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Belasan fungsi bawaan yang menghemat banyak baris kode. Yang terpenting adalah lower_bound, unique, dan next_permutation.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lower_bound &amp; upper_bound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Keduanya menjawab hampir semua pertanyaan "berapa banyak yang lebih kecil dari x" dalam O(log n). Syaratnya data harus sudah terurut.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sort + unique membuang duplikat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unique tidak menghapus apa pun — ia hanya memindahkan nilai unik ke depan. erase-lah yang benar-benar memotong sisanya.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Kompresi koordinat adalah pola tiga baris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sort, unique, erase — lalu peringkat dicari dengan lower_bound. Wajib dikuasai sebelum memakai Fenwick tree pada nilai besar.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next_permutation menelusuri semua urutan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Tanpa menulis rekursi sendiri. Batas praktisnya n = 12, karena 13 faktorial sudah lebih dari enam miliar.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Fungsi-fungsi ini dipakai sebagai alat bantu di dalam solusi, bukan sebagai solusi itu sendiri.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Perlu mencari posisi pada data terurut, atau menghitung berapa yang lebih kecil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terlalu besar untuk dijadikan indeks array — kompresi koordinat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Perlu mencoba semua urutan dan n di bawah 12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Perlu elemen ke-k terkecil tanpa mengurutkan seluruh array — nth_element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Data belum terurut dan kamu memakai lower_bound — hasilnya salah tanpa peringatan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 lebih dari 12 dan kamu memakai next_permutation — faktorialnya meledak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Memakai std::lower_bound pada set — berjalan O(n), pakai metode set-nya sendiri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accumulate mengambil tipe dari NILAI AWAL. Tulis 0LL, bukan 0, atau jumlahnya akan overflow menjadi bilangan negatif acak.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Kontainer STL (Day 18)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 &amp; map (Day 21)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7512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2" name="Shape 10"/>
          <p:cNvSpPr/>
          <p:nvPr/>
        </p:nvSpPr>
        <p:spPr>
          <a:xfrm>
            <a:off x="667512" y="395935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05256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Sorting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Binary search (Day 48)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Fenwick tree (Day 170)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2" name="Shape 20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Meet in the middle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Algoritma STL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Penting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lower_bound, unique, kompresi koordinat, dan next_permutation.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Kompresi koordinat dari materi ini adalah prasyarat langsung untuk menghitung inversi dengan Fenwick tree pada Day 170.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lower_bound &amp; upper_bound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Pertanyaan, Satu Alat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sort + unique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Kompresi Koordinat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next_permutation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accumulate &amp; Jebakan Overflow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Algoritma Lain yang Berguna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Latihan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Pencarian Berbatas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lower_bound dan upper_bound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Fungsi, Empat Pertanyaan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Hampir semua pertanyaan "berapa banyak yang lebih kecil dari x" terjawab oleh dua fungsi ini.</a:t>
            </a:r>
            <a:endParaRPr lang="en-US" sz="1300" dirty="0"/>
          </a:p>
        </p:txBody>
      </p:sp>
      <p:pic>
        <p:nvPicPr>
          <p:cNvPr id="4" name="Image 0" descr="/tmp/ppt/imgs/c53_8_3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8294" y="1755648"/>
            <a:ext cx="5144956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Syarat mutlaknya ada di baris terakhir: array harus sudah terurut. Pada array tidak terurut, hasilnya salah tanpa peringatan apa pun.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Melihat Perbedaannya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array dengan nilai kembar, lower_bound menunjuk salinan PERTAMA dan upper_bound menunjuk tepat SESUDAH yang terakhir.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7889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039112" y="2633472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39112" y="2633472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039112" y="327355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072384" y="2633472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072384" y="2633472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072384" y="327355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05656" y="2633472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105656" y="2633472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105656" y="327355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138928" y="2633472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138928" y="2633472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138928" y="327355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72200" y="2633472"/>
            <a:ext cx="96012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72200" y="2633472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172200" y="327355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205472" y="2633472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205472" y="2633472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205472" y="327355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238744" y="2633472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38744" y="2633472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238744" y="327355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272016" y="2633472"/>
            <a:ext cx="96012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272016" y="2633472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9272016" y="327355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i=7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 flipH="1">
            <a:off x="6652260" y="2523744"/>
            <a:ext cx="3099816" cy="91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67512" y="376732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41832" y="385876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lower_bound(7) = indeks 4        upper_bound(7) = indeks 7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941832" y="420624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Selisih keduanya adalah banyaknya kemunculan 7, yaitu 3. Pola upper_bound(x) - lower_bound(x) adalah cara termudah menghitung kemunculan pada array terurut.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Salinan Sebelum Diproses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Idiom sort + unique + erase selalu bekerja pada SALINAN, agar urutan aslinya tidak rusak.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039112" y="2395728"/>
            <a:ext cx="1371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39112" y="239572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50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039112" y="30358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83864" y="2395728"/>
            <a:ext cx="1371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83864" y="239572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83864" y="30358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928616" y="2395728"/>
            <a:ext cx="1371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928616" y="239572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50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928616" y="30358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373368" y="2395728"/>
            <a:ext cx="1371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73368" y="239572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30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373368" y="30358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818120" y="2395728"/>
            <a:ext cx="1371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818120" y="239572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818120" y="30358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salinan dari a      lima nilai, dua di antaranya kembar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Mengurutkan array aslinya adalah kesalahan pertama yang biasanya terjadi. Yang dicari adalah nomor baru, bukan urutan baru.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Setelah sort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Pengurutan mengumpulkan nilai kembar menjadi bersebelahan. Itulah syarat yang dibutuhkan unique.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039112" y="2395728"/>
            <a:ext cx="137160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39112" y="239572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039112" y="30358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83864" y="2395728"/>
            <a:ext cx="137160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83864" y="239572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83864" y="30358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928616" y="2395728"/>
            <a:ext cx="1371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928616" y="239572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30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928616" y="30358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373368" y="2395728"/>
            <a:ext cx="137160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73368" y="239572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50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373368" y="30358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818120" y="2395728"/>
            <a:ext cx="1371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818120" y="239572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50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818120" y="30358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sort(b.begin(), b.end())      kembar kini bersebelahan: 10 10  dan  50 50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unique HANYA membandingkan unsur bertetangga. Tanpa sort lebih dulu, kembar yang berjauhan tidak akan terdeteksi sama sekali.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Setelah unique dan erase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unique menggeser unsur unik ke depan dan mengembalikan penunjuk; erase yang benar-benar memotong ekornya.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039112" y="2395728"/>
            <a:ext cx="137160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39112" y="239572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039112" y="30358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83864" y="2395728"/>
            <a:ext cx="137160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83864" y="239572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30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83864" y="30358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928616" y="2395728"/>
            <a:ext cx="137160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928616" y="239572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50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928616" y="30358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373368" y="2395728"/>
            <a:ext cx="1371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73368" y="239572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sampah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373368" y="30358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dipotong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818120" y="2395728"/>
            <a:ext cx="1371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818120" y="239572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sampah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818120" y="30358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dipotong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b.erase(unique(b.begin(), b.end()), b.end())      tersisa 3 nilai unik: 10, 30, 50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unique sendiri TIDAK menghapus apa pun. Memakainya tanpa erase meninggalkan sampah di belakang, dan b.size() tetap 5 — bug yang sangat sering terjadi.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sort + unique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Pola dua baris untuk membuang duplikat. Perhatikan kenapa erase mutlak diperlukan.</a:t>
            </a:r>
            <a:endParaRPr lang="en-US" sz="1300" dirty="0"/>
          </a:p>
        </p:txBody>
      </p:sp>
      <p:pic>
        <p:nvPicPr>
          <p:cNvPr id="4" name="Image 0" descr="/tmp/ppt/imgs/c53_13_35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0716" y="1755648"/>
            <a:ext cx="5000113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unique tidak menghapus apa pun; ia hanya memindahkan nilai unik ke depan. Melupakan erase membuat vector tetap berukuran lama dengan sampah di belakang.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Kompresi Koordinat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Pola tiga baris yang mengubah nilai sampai 10^9 menjadi peringkat 1 sampai n. Sangat sering dipakai bersama Fenwick tree.</a:t>
            </a:r>
            <a:endParaRPr lang="en-US" sz="1300" dirty="0"/>
          </a:p>
        </p:txBody>
      </p:sp>
      <p:pic>
        <p:nvPicPr>
          <p:cNvPr id="4" name="Image 0" descr="/tmp/ppt/imgs/c53_14_35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6811" y="1993392"/>
            <a:ext cx="5607922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Gunakan ini setiap kali nilainya terlalu besar untuk dijadikan indeks array, tetapi jumlah nilai berbedanya sedikit. Yang penting biasanya memang hanya urutan relatifnya.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Enumerasi &amp; Agregasi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next_permutation, accumulate, dan lainnya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next_permutation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Menelusuri seluruh urutan tanpa menulis rekursi sendiri. Perhatikan dua syaratnya.</a:t>
            </a:r>
            <a:endParaRPr lang="en-US" sz="1300" dirty="0"/>
          </a:p>
        </p:txBody>
      </p:sp>
      <p:pic>
        <p:nvPicPr>
          <p:cNvPr id="4" name="Image 0" descr="/tmp/ppt/imgs/c53_16_35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0716" y="1755648"/>
            <a:ext cx="5000113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hal yang harus diingat: wajib di-sort lebih dulu, dan batas praktisnya n = 12. Bila n sampai 20, gunakan bitmask atau DP bitmask, bukan permutasi.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Jebakan accumulate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Kesalahan yang sangat sering terjadi dan hasilnya bilangan negatif acak.</a:t>
            </a:r>
            <a:endParaRPr lang="en-US" sz="1300" dirty="0"/>
          </a:p>
        </p:txBody>
      </p:sp>
      <p:pic>
        <p:nvPicPr>
          <p:cNvPr id="4" name="Image 0" descr="/tmp/ppt/imgs/c53_17_36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4288" y="1755648"/>
            <a:ext cx="5152968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Aturannya: tipe hasil ditentukan oleh NILAI AWAL, bukan oleh tipe elemen kontainer. Menulis 0LL alih-alih 0 sudah cukup untuk memperbaikinya.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Algoritma Lain yang Berguna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Sepuluh fungsi yang menghemat banyak baris kode. Yang bertanda perlu perhatian khusus.</a:t>
            </a:r>
            <a:endParaRPr lang="en-US" sz="1300" dirty="0"/>
          </a:p>
        </p:txBody>
      </p:sp>
      <p:pic>
        <p:nvPicPr>
          <p:cNvPr id="4" name="Image 0" descr="/tmp/ppt/imgs/c53_18_3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3016" y="1755648"/>
            <a:ext cx="4675512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baris KPK: bagi dulu dengan gcd, baru kalikan. Menulis a * b / gcd terlebih dahulu bisa overflow padahal hasil akhirnya masih muat.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Memakai yang Mana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Cocokkan kebutuhanmu dengan barisnya. Tabel ini menghemat banyak waktu saat kontes.</a:t>
            </a:r>
            <a:endParaRPr lang="en-US" sz="13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108960"/>
                <a:gridCol w="463600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Kebutuhan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Pakai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Catatan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Cari posisi pada data terurut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lower_bound / upper_bound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O(log n). Wajib terurut lebih dulu.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Buang nilai kembar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sort + unique + erase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Jangan lupa erase; unique tidak menghapus.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Nilai besar jadi indeks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kompresi koordinat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Pola tiga baris; wajib untuk BIT dengan nilai 10^9.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Coba semua urutan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next_permutation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Batas praktis n = 12. Wajib di-sort dulu.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Elemen ke-k terkecil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nth_element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O(n), jauh lebih cepat daripada sort penuh.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Jumlah seluruh elemen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accumulate dengan 0LL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Tipe hasil ditentukan nilai awal, bukan elemen.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Kompresi koordinat dan pencarian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EC6BA8"/>
          </a:solidFill>
          <a:ln/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Terbimbing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Peringkat Nilai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n bilangan, lalu q pertanyaan. Setiap pertanyaan berisi bilangan x; keluarkan peringkat x di antara nilai-nilai berbeda yang ada (dimulai dari 1, terkecil berperingkat 1). Bila x tidak ada di dalam daftar, keluarkan -1.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48056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n, q &lt;= 200000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a[i], x &lt;= 10^9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waktu 1 detik</a:t>
            </a:r>
            <a:endParaRPr lang="en-US" sz="1200" dirty="0"/>
          </a:p>
        </p:txBody>
      </p:sp>
      <p:pic>
        <p:nvPicPr>
          <p:cNvPr id="9" name="Image 0" descr="/tmp/ppt/imgs/c53_21_36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70459" y="1280160"/>
            <a:ext cx="2329962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 Lengkap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baris 24: setelah lower_bound, wajib memeriksa DUA hal — iteratornya tidak di ujung, dan nilainya memang sama.</a:t>
            </a:r>
            <a:endParaRPr lang="en-US" sz="1300" dirty="0"/>
          </a:p>
        </p:txBody>
      </p:sp>
      <p:pic>
        <p:nvPicPr>
          <p:cNvPr id="4" name="Image 0" descr="/tmp/ppt/imgs/c53_22_36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97193" y="1993392"/>
            <a:ext cx="3787158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Melupakan pemeriksaan it != s.end() menyebabkan pembacaan di luar array ketika x lebih besar dari seluruh isi daftar. Ini kesalahan nomor satu saat memakai lower_bound.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Kelimanya melatih pemakaian algoritma STL, bukan algoritma yang rumit.</a:t>
            </a:r>
            <a:endParaRPr lang="en-US" sz="13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4480560"/>
                <a:gridCol w="299008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Yang dilatih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Tingkat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Distinct Numbers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sort + unique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Mudah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Concert Tickets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upper_bound pada multiset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Mudah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Sum of Two Values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sort lalu two pointers atau binary search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Mudah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Creating Strings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next_permutation dengan duplikat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Mudah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466C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prefix sum dengan lower_bound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perlu terbawa dari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lower_bound menuntut data terurut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data tidak terurut hasilnya salah tanpa peringatan. Selalu pastikan urutannya sebelum memanggil, dan periksa it != end() setelahnya.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unique tidak menghapus apa pun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Ia hanya memindahkan nilai unik ke depan dan mengembalikan batasnya. erase-lah yang benar-benar memotong sisanya.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Kompresi koordinat adalah pola tiga baris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sort, unique, erase — lalu peringkat dicari dengan lower_bound. Hafalkan karena hampir selalu dibutuhkan bersama Fenwick tree.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accumulate mengambil tipe dari nilai awal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Tulis 0LL, bukan 0. Aturan yang sama berlaku untuk semua penjumlahan: tipe akumulatornya yang menentukan, bukan tipe elemennya.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2026-09-03T08:43:02Z</dcterms:created>
  <dcterms:modified xsi:type="dcterms:W3CDTF">2026-09-03T08:43:02Z</dcterms:modified>
</cp:coreProperties>
</file>