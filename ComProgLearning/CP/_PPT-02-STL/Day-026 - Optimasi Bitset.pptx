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Bitset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puluh empat nilai boolean dalam satu instruksi mesin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Dasar · Day 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memampatkan ribuan nilai ya-tidak menjadi beberapa kata mesin.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Absensi 1000 siswa: alih-alih 1000 lembar kertas, satu lembar berisi 1000 kotak centang.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bitset&lt;1000&gt;: 1000 nilai boolean disimpan dalam 16 kata mesin, bukan 1000 byte.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dua lembar absensi: kamu bisa menumpuknya dan melihat sekaligus, bukan memeriksa satu per satu.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AND, OR, XOR bekerja pada 64 bit sekaligus. Kompleksitasnya dibagi 64.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Menggeser seluruh centang tiga kotak ke kanan sekali gerak.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geser pada bitset memindahkan seluruh nilai sekaligus — dasar percepatan subset sum.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untuk pertanyaan ya-tidak. Kalau setiap siswa punya nilai angka, lembar centang tidak cukup.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hanya untuk data boolean. Untuk angka, pakai array biasa.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tidak mengubah kompleksitas asimptotik, tetapi membagi konstantanya 64 — sering cukup untuk mengubah TLE menjadi AC.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memampatkan enam puluh empat nilai boolean ke dalam satu kata mesin, sehingga operasi bit mengerjakan semuanya sekaligus.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instruksi, enam puluh empat nilai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AND, OR, XOR, dan geser semuanya berbiaya O(n / 64). Algoritma O(n * m) menjadi O(n * m / 64).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bila keadaannya berupa boolean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atau tidak bisa, tercapai atau tidak tercapai. Bila keadaannya berupa angka, bitset tidak menolong sama sekali.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menjadi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|= dp &lt;&lt; a[i] menggantikan dua loop bersarang, dan geserannya dihitung seluruhnya lebih dulu sehingga tidak ada barang yang terpakai dua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penghematan asimtotik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kuadrat dibagi 64) tetap kuadratik. Bitset menolong pada n puluhan ribu, bukan pada n sejuta.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batasan yang terasa "hampir lolos": sekitar 64 kali terlalu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DP-nya berupa boolean dan transisinya berupa geseran atau operasi bit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atau knapsack yang hanya menanyakan bisa atau tidak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ketercapaian, irisan tetangga, atau menghitung segitiga pada graf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kandidat saat backtracking dengan satu operasi 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berupa angka, bukan boolean — bitset tidak berlaku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baru diketahui saat program berjalan; bitset butuh konstanta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masih terlalu besar bahkan setelah dibagi 64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WAJIB konstanta saat kompilasi, dan bitset&lt;N&gt; memakai N/8 byte — array bitset besar sangat mudah melampaui batas memori tanpa disadari.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(Day 54)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bit-parallel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boolean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segitiga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Bitset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puluh empat nilai boolean dalam satu instruksi mesin.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bukan algoritma baru, melainkan cara menuliskan algoritma lama agar mesinnya bekerja lebih efisien. Justru karena itu ia mudah dipasang di akhir ketika solusimu hampir lolos.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Dasarnya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bitset yang Perlu Dikenal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Penerapan: Subset Sum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Penerapan Lain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&amp; Jebakan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instruksi, enam puluh empat nilai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operasi bitset menggarap 64 bit sekaligus. Kode ini membangun dua himpunan besar, mengirisnya dengan satu tanda &amp;, lalu mencocokkan hasilnya.</a:t>
            </a:r>
            <a:endParaRPr lang="en-US" sz="1300" dirty="0"/>
          </a:p>
        </p:txBody>
      </p:sp>
      <p:pic>
        <p:nvPicPr>
          <p:cNvPr id="4" name="Image 0" descr="/tmp/ppt/imgs/c54_8_3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085" y="1993392"/>
            <a:ext cx="473137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Irisan 65.536 bit selesai dengan menyentuh 1.024 kata memori saja. Angka akhirnya sama persis dengan pencacahan satu per satu — hanya 64 kali lebih sedikit pekerjaannya.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&amp;, |, ^, ~ dan pergeseran semuanya bekerja 64 bit sekali jalan.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count() memakai instruksi popcount perangkat keras.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tidak mengubah besar-O, hanya membagi konstantanya dengan 64.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wajib konstanta saat kompilasi, bukan variabel.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Perlu Dikenal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operasi di bawah baris 12 berbiaya O(n / 64) — itulah seluruh sumber kecepatannya.</a:t>
            </a:r>
            <a:endParaRPr lang="en-US" sz="1300" dirty="0"/>
          </a:p>
        </p:txBody>
      </p:sp>
      <p:pic>
        <p:nvPicPr>
          <p:cNvPr id="4" name="Image 0" descr="/tmp/ppt/imgs/c54_9_3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356" y="1755648"/>
            <a:ext cx="479683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_Find_first dan _Find_next sangat berguna untuk menelusuri bit yang menyala tanpa memeriksa satu per satu. Keduanya khusus GCC, tetapi hampir selalu ada di juri kontes.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paling bersih pemakaian bitset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Penerapan: Subset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baris 7 sampai 9 dengan baris 18 dan 19 — dua loop bersarang menjadi satu baris.</a:t>
            </a:r>
            <a:endParaRPr lang="en-US" sz="1300" dirty="0"/>
          </a:p>
        </p:txBody>
      </p:sp>
      <p:pic>
        <p:nvPicPr>
          <p:cNvPr id="4" name="Image 0" descr="/tmp/ppt/imgs/c54_11_3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448" y="1755648"/>
            <a:ext cx="442464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catatan terakhir: karena dp &lt;&lt; a[i] dihitung seluruhnya sebelum di-OR-kan, tidak ada bahaya satu barang terpakai dua kali. Loop terbalik tidak diperlukan lagi.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Keadaan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bit 0 yang menyala: jumlah nol selalu bisa dicapai, yaitu dengan tidak mengambil apa 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3213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1        barang yang tersedia: 2, 3, dan 5        batas jumlah 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kotak mewakili satu jumlah. Nilai 1 berarti jumlah itu bisa dibentuk dari barang yang sudah diproses.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Setelah Barang 2 dan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barang menggeser seluruh dp lalu meng-OR-kannya. Dua operasi, dua baris kode.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3213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2  -&gt;  {0, 2}          dp |= dp &lt;&lt; 3  -&gt;  {0, 2, 3, 5}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5 muncul dari 2 + 3. Geseran memindahkan seluruh bit yang menyala sekaligus, sehingga semua kombinasi terbentuk dalam satu langkah.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Setelah Barang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Geseran terakhir menambahkan 7, 8, dan 10. Yang berada di atas batas otomatis terbuang.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3213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5  -&gt;  {0, 2, 3, 5, 7, 8, 10}        yang &lt;= 7:  0  2  3  5  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7 berasal dari 2 + 5. Bit di atas ukuran bitset otomatis dibuang oleh geseran — dan pada soal ini justru itulah yang diinginkan.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 Lain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mana lagi trik ini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Penerapan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 tersering: menghitung keterjangkauan seluruh pasangan. Floyd-Warshall versi bitset selesai dalam O(n^3 / 64).</a:t>
            </a:r>
            <a:endParaRPr lang="en-US" sz="1300" dirty="0"/>
          </a:p>
        </p:txBody>
      </p:sp>
      <p:pic>
        <p:nvPicPr>
          <p:cNvPr id="4" name="Image 0" descr="/tmp/ppt/imgs/c54_16_3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932" y="1993392"/>
            <a:ext cx="50696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Floyd-Warshall menghilang, digantikan satu operasi OR antar-baris. Untuk n = 2000, ini menurunkan 8 miliar operasi menjadi sekitar 125 juta.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Keterjangkauan: baris i di-OR dengan baris k bila i bisa mencapai 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penerapan: keterjangkauan, subset sum, LCS, pencocokan bipartit, ayakan.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ke-i disimpan sebagai satu bitset, bukan array bool.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5000, cara ini masih masuk akal; tanpa bitset tidak.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dan 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punya beberapa fungsi yang jarang diketahui dan satu batasan keras. Kode ini menunjukkan keduanya.</a:t>
            </a:r>
            <a:endParaRPr lang="en-US" sz="1300" dirty="0"/>
          </a:p>
        </p:txBody>
      </p:sp>
      <p:pic>
        <p:nvPicPr>
          <p:cNvPr id="4" name="Image 0" descr="/tmp/ppt/imgs/c54_17_3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443" y="1755648"/>
            <a:ext cx="61526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_Find_first dan _Find_next adalah ekstensi GCC yang membuat menelusuri bit menyala jadi cepat. Jebakan terbesarnya: bit yang tergeser melewati ujung hilang begitu saja, tanpa peringatan.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4505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17036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wajib konstanta saat kompilasi — pakai batas terburuk.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60545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32529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_Find_first / _Find_next hanya ada di GCC, tidak baku di C++.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7603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48022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membuang bit di luar batas; sediakan ukuran yang cukup.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1531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3515"/>
            <a:ext cx="3182112" cy="46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ukuran yang berubah-ubah, pakai vector&lt;uint64_t&gt; buatan sendiri.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masalah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ukuran yang tidak diketahui saat kompilasi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tidak sah bila n dibaca dari masukan. Selalu pakai batas terbesar yang mungkin sebagai konstanta.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bitset yang terlalu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memakai N/8 byte. Seribu bitset berukuran seratus ribu sudah 12.5 MB; seratus ribu buah sudah lebih dari satu gigabyte.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Mengharap penghematan asimtotik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O(n²/64) tetap kuadratik. Bitset menolong pada n sekitar sepuluh ribu sampai seratus ribu, bukan pada n sejuta.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vector&lt;bool&gt; untuk kecepatan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vector&lt;bool&gt; memang hemat memori tetapi tidak punya operasi bit sekaligus. Untuk kecepatan, yang dibutuhkan adalah bitset.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yang Bisa Dibentuk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bobot masing-masing, dan sebuah batas S. Keluarkan seluruh jumlah dari 0 sampai S yang bisa dibentuk dengan memilih sebagian barang. Setiap barang boleh dipakai paling banyak satu 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barang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S &lt;= 100000</a:t>
            </a:r>
            <a:endParaRPr lang="en-US" sz="1200" dirty="0"/>
          </a:p>
        </p:txBody>
      </p:sp>
      <p:pic>
        <p:nvPicPr>
          <p:cNvPr id="9" name="Image 0" descr="/tmp/ppt/imgs/c54_20_3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839" y="1280160"/>
            <a:ext cx="184520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19: satu baris itu menggantikan dua loop bersarang pada versi biasanya.</a:t>
            </a:r>
            <a:endParaRPr lang="en-US" sz="1300" dirty="0"/>
          </a:p>
        </p:txBody>
      </p:sp>
      <p:pic>
        <p:nvPicPr>
          <p:cNvPr id="4" name="Image 0" descr="/tmp/ppt/imgs/c54_21_3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022" y="1755648"/>
            <a:ext cx="327949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* S / 64), sekitar seratus enam puluh ribu operasi. Versi tanpa bitset butuh sepuluh juta — masih lolos di sini, tetapi tidak bila n dan S sepuluh kali lebih besar.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bitset langsung; tiga berikutnya perlu memikirkan pemodelannya lebih dulu.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1097F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dengan banyak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Money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jumlah yang bisa dibentuk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691E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Ketercapaian dengan matriks boolean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1208F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Menyaring kandidat dengan 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MAXMATCH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pola dengan operasi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instruksi menangani enam puluh empat nilai boolean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AND, OR, XOR, dan geser semuanya berbiaya O(n / 64). Di situlah seluruh penghematannya.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bila keadaan DP-nya berupa boolean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atau tidak bisa, tercapai atau tidak tercapai. Bila keadaannya berupa angka, bitset tidak menolong sama sekali.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menjadi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|= dp &lt;&lt; a[i] menggantikan dua loop bersarang, dan tidak perlu membalik arah loop karena geserannya dihitung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penghematan asimtotik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O(n²/64) tetap kuadratik. Bitset menolong pada n puluhan ribu, dan ukurannya wajib konstanta saat kompilasi.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