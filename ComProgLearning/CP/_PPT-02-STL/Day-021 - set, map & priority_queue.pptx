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bawaan C++ yang paling sering menyelamatkan di kontes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CP · Day 21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struktur ini menjawab tiga kebutuhan yang berbeda.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hadir yang selalu tersusun rapi menurut abjad. Setiap ada tamu baru, ia langsung disisipkan di tempat yang benar.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set: menambah, menghapus, dan mencari batas semuanya O(log n), dan isinya selalu terurut.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Buku telepon: dari nama kamu langsung dapat nomornya, tanpa membaca seluruh halaman.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map: memetakan kunci ke nilai. Kuncinya boleh string, pair, atau apa pun yang bisa dibandingkan.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Antrean gawat darurat: yang paling parah dilayani duluan, bukan yang datang duluan.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priority_queue: puncaknya selalu elemen ekstrem. Dasar dari Dijkstra dan Prim.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Tumpukan piring: yang terakhir ditaruh adalah yang pertama diambil.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stack: masuk terakhir keluar pertama. Dipakai pada monotonic stack dan DFS iteratif.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berdasarkan pertanyaan yang akan kamu ajukan berulang kali, bukan berdasarkan mana yang paling sering kamu lihat orang pakai.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map, dan priority_queue menjawab kebutuhan yang tidak bisa dipenuhi vector: mencari, mengurutkan, dan mengambil elemen ekstrem pada data yang terus berubah.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menjaga urutan meski data berubah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Menambah, menghapus, dan mencari batas semuanya O(log n). Tidak ada struktur bawaan lain yang memberi ketiganya sekaligus.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memetakan kunci ke nilai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boleh berupa apa saja yang bisa dibandingkan, termasuk string dan pair. Isinya selalu terurut menurut kunci.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hanya memberi yang ekstrem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Puncaknya selalu elemen terbesar (atau terkecil bila memakai greater). Cocok untuk Dijkstra, Prim, dan greedy dengan penukaran.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unordered_map lebih cepat tetapi berisiko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Rata-rata O(1), tetapi di Codeforces bisa dijebak menjadi O(n) per operasi lewat tes anti-hash. Perlu fungsi hash acak untuk melindunginya.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berdasarkan apakah kamu benar-benar butuh urutan. Bila tidak, array penghitung sering mengalahkan keduanya.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terus ditambah dan dihapus, tetapi tetap perlu tahu yang terkecil atau terbesar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mencari nilai terdekat pada data yang berubah-ubah — lower_bound pada set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memetakan kunci besar atau berupa string ke sebuah nilai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mengambil elemen terbaik berulang kali — priority_queue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bilangan kecil dan rapat — array biasa jauh lebih cepat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tidak diperlukan dan datanya statis — sort ditambah lower_bound lebih cepat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mengambil dari kedua ujung — priority_queue hanya memberi satu ujung, pakai set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multiset, hapus dengan ITERATOR, bukan nilai. erase dengan nilai menghapus semua salinan — bug yang tidak menimbulkan error, hanya jawaban salah.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Kontainer STL (Day 18)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STL (Day 25)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(Day 127)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set, map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terurut dan antrean berprioritas untuk data yang terus berubah.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adalah bahan utama Dijkstra dan Prim; set sering menjadi pengganti sederhana untuk segment tree pada soal yang hanya butuh minimum atau maksimum.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multiset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erase pada multiset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&amp; operator[]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unordered_map &amp; Anti-Hash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stack, queue, deque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&amp; Min-Heap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yang Tepat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&amp; multiset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Himpunan yang selalu terurut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membuat set berharga bukan sekadar "tanpa duplikat", melainkan lower_bound dalam O(log n) pada data yang berubah-ubah.</a:t>
            </a:r>
            <a:endParaRPr lang="en-US" sz="1300" dirty="0"/>
          </a:p>
        </p:txBody>
      </p:sp>
      <p:pic>
        <p:nvPicPr>
          <p:cNvPr id="4" name="Image 0" descr="/tmp/ppt/imgs/c52_8_3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113" y="1993392"/>
            <a:ext cx="459331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Peringatan di baris 18 sangat penting: memakai std::lower_bound pada set berjalan O(n), bukan O(log n). Selalu pakai metode milik set-nya sendiri.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erase pada multiset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ini tidak menimbulkan error apa pun — hanya jawaban yang salah. Karena itu sangat sulit dilacak.</a:t>
            </a:r>
            <a:endParaRPr lang="en-US" sz="1300" dirty="0"/>
          </a:p>
        </p:txBody>
      </p:sp>
      <p:pic>
        <p:nvPicPr>
          <p:cNvPr id="4" name="Image 0" descr="/tmp/ppt/imgs/c52_9_3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88" y="1993392"/>
            <a:ext cx="524536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Aturannya: erase dengan NILAI menghapus semua yang cocok; erase dengan ITERATOR menghapus tepat satu. Pada multiset, hampir selalu yang kamu maksud adalah yang kedua.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set Mengalahkan vector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situasi di mana set benar-benar dibutuhkan, bukan sekadar pilihan gaya.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berubah, urutan tetap perlu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elemen terus ditambah dan dihapus tetapi kamu tetap perlu tahu yang terkecil atau terbesar, vector harus diurutkan ulang setiap kali.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*s.begin()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tetangga terdekat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pada set menjawab "nilai terkecil yang tidak kurang dari x" dalam O(log n), meski isinya baru saja berubah.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s.lower_bound(x)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keduanya sekaligus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Menambah, menghapus, dan mencari batas — ketiganya O(log n). Tidak ada struktur bawaan lain yang memberi ketiganya sekaligus.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/ erase / lower_bound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&amp; unordered_map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Memetakan kunci ke nilai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map dan Jebakan operator[]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kesembilan adalah kesalahan yang sangat sering terjadi dan diam-diam membuat map membengkak.</a:t>
            </a:r>
            <a:endParaRPr lang="en-US" sz="1300" dirty="0"/>
          </a:p>
        </p:txBody>
      </p:sp>
      <p:pic>
        <p:nvPicPr>
          <p:cNvPr id="4" name="Image 0" descr="/tmp/ppt/imgs/c52_12_3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22" y="1755648"/>
            <a:ext cx="5576499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Gunakan count atau find untuk sekadar memeriksa keberadaan. operator[] hanya dipakai bila kamu memang ingin membuat entri baru saat kuncinya belum ada.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Melindungi unordered_map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Codeforces, unordered_map polos bisa dijebak menjadi O(n) per operasi. Salin struct ini ke templatemu.</a:t>
            </a:r>
            <a:endParaRPr lang="en-US" sz="1300" dirty="0"/>
          </a:p>
        </p:txBody>
      </p:sp>
      <p:pic>
        <p:nvPicPr>
          <p:cNvPr id="4" name="Image 0" descr="/tmp/ppt/imgs/c52_13_3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288" y="1755648"/>
            <a:ext cx="449296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adalah nilai acak dari waktu berjalan, sehingga penyusun soal tidak bisa menyiapkan kunci yang bertabrakan. Bila ragu, pakai map biasa yang O(log n)-nya terjamin.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Adaptor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stack, queue, deque &amp; priority_queue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Adaptor dan Kegunaannya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baris komentarnya — di situlah letak petunjuk kapan masing-masing dipakai.</a:t>
            </a:r>
            <a:endParaRPr lang="en-US" sz="1300" dirty="0"/>
          </a:p>
        </p:txBody>
      </p:sp>
      <p:pic>
        <p:nvPicPr>
          <p:cNvPr id="4" name="Image 0" descr="/tmp/ppt/imgs/c52_15_3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5909" y="1755648"/>
            <a:ext cx="4309726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17 adalah yang paling sering dilupakan: priority_queue bawaan C++ adalah MAX-heap. Untuk Dijkstra kamu butuh greater&lt;&gt; agar menjadi min-heap.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Melihat Cara Kerja Stack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Elemen yang terakhir masuk adalah yang pertama keluar. Puncak selalu berada di ujung yang sama untuk push maupun pop.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3327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stack (puncak di bawah)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33272" y="2313432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31343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04104" y="2551176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33272" y="2843784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843784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04104" y="3081528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33272" y="3374136"/>
            <a:ext cx="420624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374136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04104" y="3611880"/>
            <a:ext cx="914" cy="530352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" y="3904488"/>
            <a:ext cx="4206240" cy="475488"/>
          </a:xfrm>
          <a:prstGeom prst="rect">
            <a:avLst/>
          </a:prstGeom>
          <a:solidFill>
            <a:srgbClr val="FFF3D6"/>
          </a:solidFill>
          <a:ln w="12700">
            <a:solidFill>
              <a:srgbClr val="E8B1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3904488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313432"/>
            <a:ext cx="5212080" cy="277977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496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keempat push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898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st.top() = 1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st.pop()  -&gt; sisa 3, 1, 4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03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st.top() = 4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105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5079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semua O(1)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7512" y="48463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9377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masuk terakhir, keluar pertama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5285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queue yang mengeluarkan dari ujung berlawanan. Pilih stack bila urutan pemrosesan harus terbalik dari urutan masuknya.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Dua Push Pertama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sebenarnya adalah heap yang disimpan sebagai array. Anak dari indeks i berada di 2i+1 dan 2i+2.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heap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633472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9624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9624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39128" y="263347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39128" y="26334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39128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push(5) lalu push(3)      3 lebih kecil, jadi ia naik menjadi akar      top() = 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naik hanya unsur yang baru masuk, dan paling banyak sedalam log n tingkat. Itulah kenapa push berbiaya O(log n).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Dua Push Berikutnya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8 langsung diam di tempat, tetapi 1 naik dua tingkat sampai menjadi akar.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heap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9624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962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39128" y="2395728"/>
            <a:ext cx="137160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3912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3912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push(8): 8 &gt; 3, diam      push(1): 1 &lt; 5 lalu 1 &lt; 3, naik dua kali      top() = 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isi arraynya TIDAK terurut: [1, 3, 8, 5]. Heap hanya menjamin setiap ayah lebih kecil daripada anaknya, bukan urutan menyeluruh.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Dua Kali Pop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pop memindahkan unsur terakhir ke akar, lalu menurunkannya sampai posisinya benar.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heap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404872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0487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0487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962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962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3912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3912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3912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 membuang 1, lalu pop() membuang 3      tersisa {5, 8}      top() = 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isinya tidak terurut, jangan pernah menelusuri priority_queue untuk mencari nilai tertentu. Bila kamu butuh itu, yang kamu perlukan adalah std::set.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di Antara Semuanya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menghafal tabel perbandingan — ukur sendiri. Kode ini menjalankan keempatnya pada data yang sama dan mencetak waktunya.</a:t>
            </a:r>
            <a:endParaRPr lang="en-US" sz="1300" dirty="0"/>
          </a:p>
        </p:txBody>
      </p:sp>
      <p:pic>
        <p:nvPicPr>
          <p:cNvPr id="4" name="Image 0" descr="/tmp/ppt/imgs/c52_20_3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3833" y="1993392"/>
            <a:ext cx="301387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Angkanya berbeda-beda tiap mesin, tetapi urutannya hampir selalu sama: sort+unique paling cepat, lalu unordered_map, lalu map, lalu set. Kalau tidak butuh urutan, jangan pakai struktur terurut.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 dan map berbasis pohon: O(log n) tetapi konstantanya besar.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unordered_map berbasis hash: O(1) rata-rata, tetapi boros memori.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+ unique sering mengalahkan semuanya bila datanya offline.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set hanya kalau kamu benar-benar butuh data dalam keadaan terurut.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Biaya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ini menjawab hampir semua pertanyaan "pakai yang mana" saat kontes.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  <a:gridCol w="2194560"/>
                <a:gridCol w="381304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Sisip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Keunggulan utama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vector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belakang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dan paling ramah cache.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/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Selalu terurut; punya lower_bound.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unordered_map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rata-rata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rata-rata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Tercepat bila urutan tidak diperlukan — waspadai anti-hash.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priority_queue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puncak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elemen ekstrem yang bisa diambil.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dua ujung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Satu-satunya yang cepat di kedua ujung.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Terbaik bila kuncinya bilangan kecil dan rapat.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Antrean Dua Arah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tiga jenis perintah. Perintah 1 memasukkan bilangan x. Perintah 2 mengeluarkan lalu menghapus bilangan TERBESAR. Perintah 3 mengeluarkan lalu menghapus bilangan TERKECIL. Bilangan yang sama boleh muncul berkali-kali.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x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perintah 2 dan 3 tidak pernah pada wadah kosong</a:t>
            </a:r>
            <a:endParaRPr lang="en-US" sz="1200" dirty="0"/>
          </a:p>
        </p:txBody>
      </p:sp>
      <p:pic>
        <p:nvPicPr>
          <p:cNvPr id="9" name="Image 0" descr="/tmp/ppt/imgs/c52_23_3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357" y="1280160"/>
            <a:ext cx="286216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tidak cukup karena kita butuh KEDUA ujung. multiset memberikan keduanya dalam O(log n).</a:t>
            </a:r>
            <a:endParaRPr lang="en-US" sz="1300" dirty="0"/>
          </a:p>
        </p:txBody>
      </p:sp>
      <p:pic>
        <p:nvPicPr>
          <p:cNvPr id="4" name="Image 0" descr="/tmp/ppt/imgs/c52_24_3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7041" y="1755648"/>
            <a:ext cx="4027463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22: erase dipanggil dengan ITERATOR, bukan nilai. Bila dipanggil dengan nilai, semua salinan bilangan itu akan ikut terhapus dan jawabannya salah.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Kelimanya melatih pemilihan struktur, bukan algoritma yang rumit.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atau sort untuk menghitung nilai berbeda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Concert Tickets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 dengan upper_bound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Traffic Lights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untuk melacak tetangga terdekat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Room Allocation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priority_queue pada interval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1195C / 4C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map untuk penghitungan dan penamaan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metode milik set, bukan std::lower_bound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std::lower_bound pada set berjalan O(n) karena iteratornya tidak bisa melompat. s.lower_bound(x) memanfaatkan struktur pohonnya dan tetap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multiset, hapus dengan iterator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erase dengan nilai menghapus SEMUA salinan. Ini bug yang tidak menimbulkan error apa pun, hanya jawaban yang salah.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operator[] pada map membuat entri baru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sekadar memeriksa keberadaan kunci, pakai count atau find. Memakai operator[] diam-diam menambah entri bernilai nol.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priority_queue bawaan adalah max-heap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min-heap tulis priority_queue&lt;T, vector&lt;T&gt;, greater&lt;&gt;&gt;. Lupa greater&lt;&gt; adalah bug paling sering pada implementasi Dijkstra.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