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Kontainer STL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Comparator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vector, pair, struct, dan cara mengurutkan apa pun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CP · Day 18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18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vector, pair, dan comparator dijelaskan lewat hal yang kamu lakukan tiap hari.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Rak buku yang bisa memanjang sendiri: menaruh buku di ujung kanan gampang, tetapi menyisipkan di paling kiri berarti semua buku harus digeser.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vector: push_back di belakang O(1), insert di depan O(n). Inilah kenapa satu insert di dalam loop bisa membuat TLE.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Rak penuh, jadi kamu beli rak baru DUA KALI lebih besar dan memindahkan semua buku sekaligus. Setelah itu lama tidak perlu pindah lagi.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 vector digandakan saat penuh. Karena penggandaan makin jarang, rata-rata push_back tetap O(1).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Kartu nama berisi nama dan nomor. Untuk mengurutkan setumpuk kartu, cukup bandingkan namanya dulu; kalau sama, baru bandingkan nomornya.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pair sudah bisa dibandingkan secara leksikografis: first dulu, baru second. Tidak perlu menulis pembanding.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Panitia bertanya "siapa yang harus berdiri lebih dulu, A atau B?" Untuk dua orang yang sama persis, jawabannya "tidak ada yang harus" — bukan "ya".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Comparator harus mengembalikan false untuk dua elemen yang sama. Memakai &lt;= melanggar aturan ini dan bisa membuat program crash.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perlu dihafal bukan sintaksnya, melainkan operasi mana yang murah dan mana yang mahal.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vector, pair, dan struct adalah wadah data yang dipakai di hampir setiap solusi. Yang perlu dikuasai bukan sintaksnya, melainkan biaya tiap operasinya.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 adalah pilihan bawaan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array yang bisa tumbuh. Akses indeks dan push_back konstan, tetapi menyisipkan atau menghapus di depan O(n). Satu operasi O(n) di dalam loop cukup untuk membuat TLE.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push_back rata-rata O(1)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penuh, vector menggandakan kapasitasnya dan menyalin isinya. Karena penggandaan makin jarang, total penyalinan untuk n elemen kurang dari 2n.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pair sudah bisa dibandingkan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Perbandingannya leksikografis: first dulu, bila seri baru second. Sifat inilah yang membuatnya sering dipakai langsung dengan sort dan priority_queue.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Comparator punya satu aturan mutlak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harus menjawab "apakah x HARUS di depan y". Untuk dua elemen yang sama jawabannya wajib false — memakai &lt;= bisa menyebabkan program crash.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bukan pilihan; ia dipakai di setiap soal. Yang dilatih adalah memilih wadah dan menulis comparator tanpa ragu.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daftar yang panjangnya baru diketahui saat program berjalan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Mengurutkan data dengan lebih dari satu kriteria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graf sebagai adjacency list: vector&lt;vector&lt;int&gt;&gt;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 dua atau tiga nilai yang harus diurutkan bersamaan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menyisipkan atau menghapus di depan berulang kali — pakai deque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tetap dan diketahui saat kompilasi — array biasa sedikit lebih cepat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pencarian cepat berdasarkan nilai — pakai set, map, atau array penghitung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kirim kontainer sebagai const referensi. Menulis vector&lt;int&gt; v sebagai parameter fungsi menyalin seluruh isinya setiap pemanggilan.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dan loop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 &amp; map (Day 21)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STL (Day 25)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 (Day 43-47)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Kontainer STL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Comparator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vector, pair, struct, dan cara mengurutkan dengan banyak kriteria.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setiap materi setelah ini memakai vector sebagai wadah dasarnya. Menguasai biaya operasinya menghindarkan banyak TLE yang penyebabnya sulit ditebak.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 dan Biaya Tiap Operasinya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push_back Rata-rata O(1)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Jebakan vector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pair, tuple &amp; array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 dengan Comparator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Strict Weak Ordering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Kontainer yang dipakai di hampir setiap soal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dan Biayanya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kolom biayanya, bukan sintaksnya. Satu operasi O(n) di dalam loop mengubah solusi O(n) menjadi O(n²).</a:t>
            </a:r>
            <a:endParaRPr lang="en-US" sz="1300" dirty="0"/>
          </a:p>
        </p:txBody>
      </p:sp>
      <p:pic>
        <p:nvPicPr>
          <p:cNvPr id="4" name="Image 0" descr="/tmp/ppt/imgs/c51_8_3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5534" y="1993392"/>
            <a:ext cx="465047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dua baris terakhir: menyisipkan atau menghapus di DEPAN vector memaksa seluruh elemen bergeser. Bila kamu butuh itu, pakai deque.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push_back Rata-rata O(1)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 vector berlipat dua setiap kali penuh. Kode ini menghitung berapa kali realokasi terjadi dan berapa total penyalinannya.</a:t>
            </a:r>
            <a:endParaRPr lang="en-US" sz="1300" dirty="0"/>
          </a:p>
        </p:txBody>
      </p:sp>
      <p:pic>
        <p:nvPicPr>
          <p:cNvPr id="4" name="Image 0" descr="/tmp/ppt/imgs/c51_9_3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3787" y="1993392"/>
            <a:ext cx="467397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18 kali realokasi untuk 100.000 penyisipan, dengan rata-rata 1,3 penyalinan per push_back. Itulah arti "O(1) teramortisasi": satu operasi bisa mahal, tetapi rata-ratanya tetap tetap.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 berlipat dua, jadi jumlah realokasi hanya log 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penyalinan 1+2+4+... selalu kurang dari dua kali 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reserve() kalau ukuran akhirnya sudah diketahui.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Pointer dan iterator menjadi tidak sah setelah realokasi — hati-hati.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Pertumbuhan Kapasitas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penuh, vector menggandakan kapasitasnya dan menyalin seluruh isi. Kotak kuning menandai saat penyalinan terjadi.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496312" y="2633472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96312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96312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2633472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9584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62856" y="2633472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62856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96128" y="263347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96128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96128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29400" y="2633472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62672" y="263347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62672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662672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95944" y="263347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95944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695944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729216" y="263347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29216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729216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62488" y="2633472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62488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762488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76372" y="2523744"/>
            <a:ext cx="8266176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009644" y="2322576"/>
            <a:ext cx="7232904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042916" y="2121408"/>
            <a:ext cx="619963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109460" y="1920240"/>
            <a:ext cx="4133088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penyalinan untuk n push_back = 1 + 2 + 4 + ... + n  &lt;  2n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deret geometri itu jumlahnya kurang dari 2n, biaya rata-rata per push_back tetap konstan meski beberapa di antaranya mahal. Inilah yang disebut analisis amortisasi.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Jebakan vector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Keempatnya pernah menjatuhkan submission yang algoritmanya sudah benar. Baca perlahan.</a:t>
            </a:r>
            <a:endParaRPr lang="en-US" sz="1300" dirty="0"/>
          </a:p>
        </p:txBody>
      </p:sp>
      <p:pic>
        <p:nvPicPr>
          <p:cNvPr id="4" name="Image 0" descr="/tmp/ppt/imgs/c51_11_3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873" y="1755648"/>
            <a:ext cx="554179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ketiga paling berbahaya karena tidak selalu menimbulkan error: pada vector kosong, v.size() - 1 menjadi bilangan raksasa dan loopnya berjalan sangat lama sebelum crash.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 Beberapa Nilai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pair, tuple, array, dan struct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pair, tuple &amp; array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pair sudah bisa dibandingkan tanpa kode tambahan. Sifat itulah yang membuatnya sering dipakai bersama sort dan priority_queue.</a:t>
            </a:r>
            <a:endParaRPr lang="en-US" sz="1300" dirty="0"/>
          </a:p>
        </p:txBody>
      </p:sp>
      <p:pic>
        <p:nvPicPr>
          <p:cNvPr id="4" name="Image 0" descr="/tmp/ppt/imgs/c51_13_3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955" y="1993392"/>
            <a:ext cx="465563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negasi di baris 13 sangat sering dipakai: mengurutkan menurun tanpa menulis comparator, cukup dengan menyimpan nilai negatifnya.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 dengan Comparator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bidangnya lebih dari dua atau namanya penting, struct jauh lebih mudah dibaca daripada tuple.</a:t>
            </a:r>
            <a:endParaRPr lang="en-US" sz="1300" dirty="0"/>
          </a:p>
        </p:txBody>
      </p:sp>
      <p:pic>
        <p:nvPicPr>
          <p:cNvPr id="4" name="Image 0" descr="/tmp/ppt/imgs/c51_14_3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830" y="1755648"/>
            <a:ext cx="4933885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kedua (lambda) paling sering dipakai di kontes karena ditulis tepat di tempat pemakaian. Cara ketiga berguna bila struct itu juga dimasukkan ke set atau priority_queue.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Comparator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aturan yang bila dilanggar menyebabkan runtime error yang sangat sulit dilacak.</a:t>
            </a:r>
            <a:endParaRPr lang="en-US" sz="1300" dirty="0"/>
          </a:p>
        </p:txBody>
      </p:sp>
      <p:pic>
        <p:nvPicPr>
          <p:cNvPr id="4" name="Image 0" descr="/tmp/ppt/imgs/c51_15_3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186" y="1755648"/>
            <a:ext cx="4676012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Pembanding menjawab pertanyaan "apakah x HARUS berada sebelum y", bukan "apakah x lebih kecil atau sama".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dua elemen yang sama, jawabannya wajib false. Inilah yang disebut strict weak ordering.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&lt;= melanggar aturan itu. Pada data dengan elemen kembar, std::sort bisa membaca di luar batas array dan program crash tanpa pesan yang jelas.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multi-kriteria, periksa kriteria pertama; bila berbeda kembalikan perbandingannya, bila sama lanjut ke kriteria berikutnya.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ini berlaku untuk berapa pun jumlah kriterianya. Kriteria terakhir tidak perlu pemeriksaan kesamaan.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Data Sebelum Diurutkan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siswa, masing-masing punya nilai dan umur. Aturannya: nilai menurun, lalu umur menaik.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30552" y="239572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30552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30552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41064" y="239572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41064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941064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90 / 19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51576" y="239572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51576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751576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/ 18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62088" y="239572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62088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562088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70 / 22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comparator: nilai MENURUN;  bila nilai sama, umur MENAIK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A dan C sama-sama bernilai 80. Justru pasangan seperti inilah yang menguji apakah comparatormu ditulis dengan benar.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Kunci Kedua Menentukan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A dan C, kunci pertama seri. Barulah kunci kedua, yaitu umur, dipakai.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30552" y="2395728"/>
            <a:ext cx="17373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30552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30552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41064" y="239572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41064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941064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90 / 19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51576" y="2395728"/>
            <a:ext cx="17373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51576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751576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/ 18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62088" y="239572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62088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562088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70 / 22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 A = nilai C = 80  -&gt;  bandingkan umur:  18 &lt; 20  -&gt;  C mendahului 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kunci kedua lupa ditulis, urutan A dan C menjadi tidak tentu. Pada juri kontes hasilnya bisa berbeda dari mesinmu sendiri.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Hasil Akhir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akhir mengikuti kedua kunci sekaligus, dan sepenuhnya tertentu.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30552" y="2395728"/>
            <a:ext cx="17373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30552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30552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90 / 19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41064" y="239572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41064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941064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/ 18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51576" y="239572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51576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751576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/ 20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62088" y="239572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62088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562088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70 / 22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hasil: B (90), C (80, umur 18), A (80, umur 20), D (70)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penting comparator: ia harus mengembalikan false ketika kedua unsur dianggap SAMA. Menulis &lt;= alih-alih &lt; melanggar aturan itu dan bisa membuat sort crash.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Kontainer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pilihan yang menutupi hampir seluruh kebutuhan soal kontes.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2377440"/>
                <a:gridCol w="299008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Kebutuhan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Akses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Daftar biasa, tambah di belakang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vector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Pilihan bawaan. Ramah cache, tercepat.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Tambah/hapus di kedua ujung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deque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Sedikit lebih lambat dari vector.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nilai berpasangan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pair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Sudah bisa dibandingkan tanpa kode tambahan.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Tiga nilai atau lebih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array&lt;T,k&gt; / struct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array bisa langsung di-sort; struct lebih jelas dibaca.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Ukuran tetap, diketahui saat kompilasi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array / C-array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cepat, tanpa alokasi dinamis.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Pengurutan multi-kriteria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Peringkat Kelas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siswa dengan nama, nilai, dan umur. Urutkan siswa berdasarkan nilai menurun. Bila nilainya sama, yang lebih muda didahulukan. Bila masih sama, urutkan namanya menaik. Keluarkan daftar namanya.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nama berupa huruf kecil, panjang &lt;= 20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51_21_3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1098" y="1280160"/>
            <a:ext cx="244868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pola tiga kriteria di dalam lambda, dan arah pembanding yang berbeda pada kriteria pertama.</a:t>
            </a:r>
            <a:endParaRPr lang="en-US" sz="1300" dirty="0"/>
          </a:p>
        </p:txBody>
      </p:sp>
      <p:pic>
        <p:nvPicPr>
          <p:cNvPr id="4" name="Image 0" descr="/tmp/ppt/imgs/c51_22_3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5296" y="1755648"/>
            <a:ext cx="4610951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n). Untuk n = 2 x 10^5 dengan string, matikan sinkronisasi cin dan pakai referensi konstan pada lambda agar tidak ada penyalinan string.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Kelimanya melatih pemilihan kontainer dan penulisan comparator.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map dengan penghitungan kemunculan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158B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vector, penghitungan, dan greedy sederhana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Distinct Numbers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sort lalu unique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Movie Festival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sort dengan comparator pada interval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1352C / 1367B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Pengurutan multi-kriteria pada struct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biayanya, bukan sintaksnya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push_back dan akses indeks konstan; menyisipkan atau menghapus di depan O(n). Satu operasi O(n) di dalam loop cukup untuk membuat TLE.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kirim kontainer sebagai referensi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Menuliskan vector&lt;int&gt; v sebagai parameter menyalin seluruh isinya setiap pemanggilan. Pakai const vector&lt;int&gt; &amp; kecuali kamu memang ingin salinannya.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Comparator wajib memakai tanda kurang dari saja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&lt;= melanggar strict weak ordering dan bisa menyebabkan crash pada data dengan elemen kembar.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size() bertipe unsigned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v.size() - 1 pada vector kosong menjadi bilangan raksasa. Selalu tulis i + 1 &lt; (int)v.size() bila membandingkan dengan bilangan bertanda.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2026-09-05T08:51:33Z</dcterms:created>
  <dcterms:modified xsi:type="dcterms:W3CDTF">2026-09-05T08:51:33Z</dcterms:modified>
</cp:coreProperties>
</file>