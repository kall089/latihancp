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Randomisasi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Kompetisi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keacakan menyelamatkan, dan kapan ia justru ditembak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Kontes · Day 252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sekelas tiga puluh orang, dan kamu bertanya apakah ada dua orang yang ulang tahunnya sama.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Setahun ada 365 hari, jadi rasanya jarang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nilai hash yang mungkin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Padahal peluangnya sudah di atas 70 persen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Tabrakan muncul setelah akar 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dihitung bukan orang, tetapi PASANGAN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pasangan tumbuh kuadrat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puluh orang punya 435 pasangan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ambangnya jauh lebih rendah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10^9 bertabrakan setelah 40 ribu string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muat satu berkas uji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Tabrakan hash muncul setelah sekitar akar dari banyaknya nilai yang mungkin, bukan setelah semuanya terpakai. Untuk modulus satu miliar, empat puluh ribu string sudah cukup — dan itu jumlah yang gampang dipasang di berkas uji.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Keacakan di kompetisi dipakai untuk tiga hal yang berbeda, dan setiap pemakaiannya harus disertai peluang gagal yang bisa dihitung.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kasus terburuk yang disiapkan penyusun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Quicksort pivot depan, pohon cari tanpa penyeimbang, unordered_map dengan kunci pilihan. Mengacak urutan masuknya menghapus pola itu seluruhnya.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kepastian dengan kecepatan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Miller-Rabin, Pollard Rho, dan hashing. Semuanya menjawab benar dengan peluang yang bisa diatur, jauh lebih cepat daripada cara yang pasti.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Menyederhanakan struktur yang seharusnya rumit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memakai prioritas acak untuk menggantikan belasan kasus perputaran AVL. Hasilnya tetap seimbang, kodenya sepertiga panjangnya.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termasuk: menebak jawaban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solusi acak lalu berharap benar bukan randomisasi. Tanpa peluang gagal yang dihitung, itu hanya keberuntungan.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Keacakan melindungi hanya kalau ia benar-benar tidak bisa diramalkan sebelum program berjalan.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hashing pada soal yang bisa di-hack peserta lain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yang dipakai punya kasus terburuk yang diketahui umum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jawaban dengan peluang benar yang bisa diatur, bukan kepastian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menyederhanakan struktur seimbang menjadi kode pendek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cara deterministik yang sama cepat dan sama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butuh jawaban yang pasti benar setiap kali, tanpa kecuali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menghitung peluang gagalnya — selesaikan itu dulu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hal yang wajib diacak saat program berjalan, bukan ditulis sebagai konstanta: basis hash, modulus hash, dan seed generator. Yang bisa ditebak, bisa disiapkan tandingannya.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(Day 211)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 &amp; Pollard Rho (Day 95)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(Day 185)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Stress testing (Day 250)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Randomisasi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Kompetisi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keacakan menyelamatkan, kapan ia ditembak.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211 memakai hashing tanpa membahas serangannya. Materi ini melengkapi bagian itu: kapan hash bisa ditembak, dan bagaimana mencegahnya.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Peran Keacakan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Paradoks Ulang Tahun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 Tahun dan Tabrakan Hash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Mengacak agar Kasus Terburuk Tidak Terjadi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Keacakan bukan tebakan, melainkan jaminan berbentuk peluang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Peran Keacakan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kompetisi, keacakan dipakai untuk tiga hal yang berbeda. Mencampuradukkannya adalah sumber kesalahan yang paling umum.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Menghindari kasus terburuk yang disiapkan penyusun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Quicksort dengan pivot pertama, pohon cari tanpa penyeimbang, unordered_map dengan kunci pilihan — semuanya punya masukan yang melumpuhkan. Mengacak urutan menghapus pola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kepastian dengan kecepatan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Miller-Rabin, Pollard Rho, dan hashing menjawab benar dengan peluang sangat tinggi, jauh lebih cepat daripada cara yang pasti. Peluang gagalnya bisa dihitung dan dikecilkan sesuka hati.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Menyederhanakan struktur yang seharusnya rumit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Treap memakai prioritas acak untuk menggantikan belasan kasus perputaran AVL. Hasilnya seimbang, kodenya sepertiga panjangnya.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termasuk: menebak jawaban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solusi acak lalu berharap benar bukan randomisasi. Setiap pemakaian keacakan harus disertai peluang gagal yang bisa dihitung.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hash bertabrakan jauh lebih cepat dari dugaan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Berapa String sampai Tabrakan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 nilai hash yang mungkin, tabrakan pertama TIDAK muncul setelah M string, melainkan setelah sekitar akar dari 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terukur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79192" y="26334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9192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79192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= 1009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46904" y="26334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46904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46904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= 10^6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14616" y="2633472"/>
            <a:ext cx="2194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14616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39817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14616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= 10^9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perkiraan akar(pi*M/2) :   39        1253        39633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Angka-angka di baris atas adalah rata-rata hasil pengukuran sungguhan, dan baris bawahnya perkiraan teori. Keduanya cocok. Untuk modulus 10^9, empat puluh ribu string sudah cukup — jumlah yang gampang dimuat satu berkas uji.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Kenapa Itu Berbahaya di Kontes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Peserta lain bisa menyiapkan berkas uji yang khusus menabrakkan hash dengan basis dan modulus yang umum dipakai.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pertahanan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63347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ditembak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21224" y="263347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1224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ditembak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21224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 2^64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97496" y="2633472"/>
            <a:ext cx="2103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97496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97496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 acak 10^9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73768" y="263347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73768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573768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mod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basis dan modulus yang bisa ditebak = bisa disiapkan tandingannya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2^64 (overflow unsigned long long) punya serangan Thue-Morse yang menabrakkan hash string sepanjang beberapa ribu huruf, berapa pun basisnya. Modulus prima besar yang dipilih ACAK saat program berjalan tidak bisa disiapkan tandingannya lebih dulu.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Mengacak Menghapus Pola Terburuk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cari biner tanpa penyeimbang: masukan berurutan membuatnya menjadi rantai. Satu baris shuffle mengubah segalanya.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 pohon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53512" y="26334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53512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53512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masukan berurutan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21224" y="2633472"/>
            <a:ext cx="2194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21224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21224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diacak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88936" y="26334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88936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88936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log2(20000)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20000        tanpa acak: rantai sepanjang n        dengan acak: sekitar 2 kali log2 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Angka-angka ini hasil pengukuran, bukan perkiraan. Satu baris shuffle mengubah struktur yang O(n) per operasi menjadi O(log n) per operasi — tanpa mengganti satu baris pun dari struktur itu sendiri.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sendiri, bukan mempercayai teori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 Tahun dan Tabrakan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ini menghitung sendiri berapa string yang dibutuhkan sampai tabrakan pertama, untuk tiga ukuran modulus, lalu membandingkannya dengan perkiraan teori.</a:t>
            </a:r>
            <a:endParaRPr lang="en-US" sz="1300" dirty="0"/>
          </a:p>
        </p:txBody>
      </p:sp>
      <p:pic>
        <p:nvPicPr>
          <p:cNvPr id="4" name="Image 0" descr="/tmp/ppt/imgs/c17_14_1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169" y="1993392"/>
            <a:ext cx="295520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pengukurannya: modulus 1009 bertabrakan setelah rata-rata 40 string (teori 39), modulus sejuta setelah 1204 (teori 1253), dan modulus 10^9+7 setelah 39817 (teori 39633). Ketiganya cocok dengan rumus akar(pi·M/2).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Tabrakan muncul setelah sekitar akar M, bukan setelah M — itu paradoks ulang tahun.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modulus 10^9, empat puluh ribu string sudah cukup untuk menabrakkan.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modulus berbeda menaikkan ambangnya menjadi sekitar satu miliar string.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basis dan modulus secara acak saat program berjalan, bukan konstanta tetap.</a:t>
            </a:r>
            <a:endParaRPr lang="en-US" sz="1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Mengacak agar Kasus Terburuk Tidak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pengukuran pada struktur yang sama, hanya berbeda pada urutan masukannya.</a:t>
            </a:r>
            <a:endParaRPr lang="en-US" sz="1300" dirty="0"/>
          </a:p>
        </p:txBody>
      </p:sp>
      <p:pic>
        <p:nvPicPr>
          <p:cNvPr id="4" name="Image 0" descr="/tmp/ppt/imgs/c17_15_1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850" y="1755648"/>
            <a:ext cx="237984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26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20000, pohon cari tanpa penyeimbang menjadi rantai setinggi 20000 pada masukan berurutan, dan hanya 34 setelah diacak — sementara log2 n adalah 14. Pada n = 3000, quicksort pivot depan memakai 4.498.500 perbandingan untuk masukan terurut dan hanya 38.475 setelah diacak.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45552" y="3892959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783231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diubah hanya urutan masuknya, bukan satu baris pun dari strukturnya.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45552" y="4413371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03643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pengurutan, std::sort sudah introsort dan tidak perlu diacak.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45552" y="493378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4056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unordered_map, tambahkan pengacak pada fungsi hash-nya.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419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44469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mt19937 dengan seed dari chrono, bukan rand() dengan seed tetap.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membuat keacakan tidak melindungi apa pun, atau justru memperburuk keadaan.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rand() dan srand(time(0))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RAND_MAX bisa hanya 32767, dan seed berbasis detik bisa ditebak. Pakai mt19937 dengan seed dari chrono::steady_clock, atau random_device.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Seed tetap pada solusi yang dikirim ke juri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Seed tetap berarti perilakunya bisa diulang dan karena itu bisa disiapkan tandingannya. Seed tetap hanya untuk debugging, bukan untuk submit.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modulo 2^64 tanpa basis acak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Serangan Thue-Morse menabrakkan hash apa pun basisnya. Pakai modulus prima besar yang dipilih acak, atau dua modulus sekaligus.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keacakan tanpa menghitung peluang gagalnya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"Kayaknya cukup" bukan analisis. Kalau satu percobaan gagal dengan peluang setengah, k percobaan gagal dengan peluang 2 pangkat minus k — hitung k yang kamu butuhkan.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dan Berapa Kali Diulang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yang dijamin memiliki elemen mayoritas, yaitu elemen yang muncul lebih dari n/2 kali. Temukan elemen itu dengan algoritma acak, dan tentukan berapa kali percobaan diperlukan agar peluang gagalnya di bawah satu per satu miliar.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terbatas, tidak boleh menyimpan hitungan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dijamin mayoritas ada</a:t>
            </a:r>
            <a:endParaRPr lang="en-US" sz="1200" dirty="0"/>
          </a:p>
        </p:txBody>
      </p:sp>
      <p:pic>
        <p:nvPicPr>
          <p:cNvPr id="9" name="Image 0" descr="/tmp/ppt/imgs/c17_18_1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1005" y="1280160"/>
            <a:ext cx="29888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Peluang Gagal dan Berapa Kali Diulang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ini mengukur peluang gagal yang sebenarnya untuk k = 1 sampai 6, lalu membandingkannya dengan batas teori dua pangkat minus k.</a:t>
            </a:r>
            <a:endParaRPr lang="en-US" sz="1300" dirty="0"/>
          </a:p>
        </p:txBody>
      </p:sp>
      <p:pic>
        <p:nvPicPr>
          <p:cNvPr id="4" name="Image 0" descr="/tmp/ppt/imgs/c17_19_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73" y="1993392"/>
            <a:ext cx="270659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Diuji pada kasus tersulit, yaitu ketika mayoritasnya tepat n/2 + 1 sehingga peluang benar hampir persis setengah. Hasil pengukurannya mengikuti batas teori dengan sangat rapat: sekitar 0,5 untuk k = 1 dan turun setengahnya setiap kali k bertambah satu.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gagalnya turun eksponensial, jadi k besar sangat murah.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30 memberi peluang gagal di bawah 10^-9 dengan biaya 30 kali O(n).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Verifikasinya deterministik: kalau cacahnya lebih dari n/2, jawabannya pasti benar.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seperti ini disebut Monte Carlo satu sisi — salah hanya ke satu arah.</a:t>
            </a:r>
            <a:endParaRPr lang="en-US" sz="1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melatih hashing yang tahan serangan; tiga sisanya melatih algoritma acak dengan peluang gagal yang dihitung.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4C Registration System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unordered_map dan hash yang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Hashing dengan basis dan modulus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1746F Kazaee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acak untuk memeriksa kelipatan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1418G Three Occurrences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acak untuk mendeteksi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364D Ghd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Sampel acak untuk mencari gcd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Tabrakan hash datang setelah akar M, bukan 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modulus 10^9 itu sekitar empat puluh ribu string — jumlah yang muat di satu berkas uji. Pakai dua modulus, atau modulus acak.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ditebak, bisa disiapkan tandingannya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tetap, modulus tetap, seed tetap, pivot tetap. Keacakan hanya melindungi kalau ia benar-benar tidak bisa diramalkan sebelum program berjalan.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Mengacak urutan masuk menghapus kasus terburuk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shuffle mengubah pohon setinggi 20000 menjadi setinggi 34, tanpa mengganti satu baris pun dari strukturnya.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hitung peluang gagalnya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percobaan benar dengan peluang setengah, k percobaan gagal dengan peluang 2 pangkat minus k. Itu bukan tebakan, itu jaminan yang bisa diatur.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2026-09-11T16:59:28Z</dcterms:created>
  <dcterms:modified xsi:type="dcterms:W3CDTF">2026-09-11T16:59:28Z</dcterms:modified>
</cp:coreProperties>
</file>