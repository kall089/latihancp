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Stress Testing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Bug Sendiri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menemukan kasus salah tanpa menunggu verdict dari juri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Kontes · Day 250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mengarang sebuah cerita lalu diminta mencari kesalahan ejaan di dalamnya sendiri.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ulang tulisan sendiri jarang berhasil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membaca yang kamu maksud, bukan yang tertulis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Orang lain langsung melihatnya dalam sekejap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pemeriksa dari luar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 itu bisa mesin, bukan orang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lambat yang jelas benar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Berikan ribuan kalimat pendek untuk diperiksa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Pembangkit kasus uji yang KECIL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pertama yang beda langsung menunjuk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salah yang bisa dilacak tangan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di kode sendiri hampir tidak bisa ditemukan dengan membaca. Yang bisa: menulis solusi lambat yang jelas benar, lalu membiarkan komputer membandingkan keduanya pada ribuan kasus kecil.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bukan tentang algoritma, melainkan tentang cara kerja. Yang dilatih adalah menemukan kesalahan sendiri tanpa menunggu verdict dari juri.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banding: dua solusi, satu pembangkit, satu loop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cepat yang mau disubmit, solusi lambat yang jelas benar, pembangkit kasus kecil acak, dan loop yang berhenti begitu jawabannya 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uji harus KECIL, bukan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salah berisi dua angka bisa dilacak dengan tangan. Kasus salah berisi dua ribu angka tidak memberi informasi apa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Memperkecil kasus salah sebelum melacaknya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elemen, dekatkan angka ke nol, ulangi selama masih salah. Sepuluh baris tambahan ini sering langsung menunjuk barisan kode yang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solusi pembanding tidak ada, periksa SIFATNYA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pengurutan harus terurut dan merupakan permutasi masukan. MST harus punya n-1 sisi, terhubung, dan memenuhi sifat siklus.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Menyiapkan uji banding butuh lima sampai sepuluh menit. Kadang itu investasi terbaik dalam kontes, kadang membuang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dapat WA dan tidak tahu kasus salahnya seperti apa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 punya banyak kasus tepi yang mudah terlewat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solusi lambat yang jelas benar dan cepat ditulis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panjang dan ada satu bagian yang kamu ragukan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gagal TLE, bukan WA — itu soal kecepatan, bukan kebenaran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interaktif, jadi tidak bisa dijalankan berpasangan begitu saja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solusi lambat yang bisa ditulis dalam beberapa menit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yang jawabannya tidak tunggal, jangan bandingkan jawaban kedua solusi. Tulis PEMERIKSA yang menerima jawaban solusi cepat dan memastikan ia sah — itu tetap uji banding, hanya wasitnya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(Day 15)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&amp; maximum subarray (Day 35)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Randomisasi dalam kompetisi (Day 252)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Stress Testing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Bug Sendiri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kasus salah tanpa menunggu juri.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bisa dibaca kapan saja, tidak harus setelah materi lain. Semakin awal dipakai, semakin banyak waktu kontes yang dihemat.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Membaca Ulang Kode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Bagian Uji Banding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Menemukan Bug Kadane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Uji Banding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Memperkecil Kasus Uji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Tanpa Solusi Pembanding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 tanpa satu pun petunjuk tentang di mana salahnya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Membaca Ulang Kode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kode ditolak juri dengan Wrong Answer, membacanya berulang kali adalah cara paling lambat untuk menemukan kesalahannya — dan paling sering gagal.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membaca apa yang kamu MAKSUD, bukan yang kamu TULIS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sebabnya bug yang sudah dibaca lima kali baru terlihat setelah orang lain melihatnya sekilas. Mata sendiri adalah penguji yang buruk.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di soal hampir selalu lolos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Penyusun soal memberi contoh yang mudah. Kasus yang menjatuhkanmu biasanya kasus tepi: n = 1, seluruhnya negatif, seluruhnya sama, atau nilai di batas maksimum.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Komputer sanggup mencoba puluhan ribu kasus per detik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solusi lambat yang jelas benar, biarkan komputer membandingkan keduanya. Kasus salahnya akan muncul sendiri dalam hitungan detik.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salah kecil bernilai jauh lebih tinggi daripada tebakan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angka yang membuat jawabanmu salah lebih berguna daripada satu jam menatap kode. Dari situ bug-nya biasanya terlihat langsung.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Bagian Uji Banding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uji banding selalu terdiri dari empat bagian yang sama. Menyiapkannya butuh lima menit, dan bisa dipakai ulang sepanjang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267712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267712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468880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468880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cepat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953512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yang mau kamu submit. Boleh salah — memang itu yang sedang dicari.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389120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cepat(a)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593592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267712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267712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468880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468880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lambat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953512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yang jelas benar, seberapa lambat pun. Brute force, O(n^3), rekursi polos — bebas.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389120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lambat(a)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593592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267712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267712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468880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468880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Pembangkit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953512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Membuat kasus uji acak yang KECIL. Kasus besar tidak bisa dibaca dan tidak membantu.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389120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bangkitkan(rng)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593592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267712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267712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468880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468880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Pembanding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953512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keduanya sampai jawabannya berbeda, lalu cetak kasusnya dan berhenti.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389120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 != b) ...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bug pada Kadane yang terlihat benar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Kode yang Terlihat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untuk subarray dengan jumlah terbesar. Baris pertamanya tampak wajar: mulai dari nol karena jumlah tidak mungkin negatif — begitu pikirnya.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633472"/>
            <a:ext cx="2148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6334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terbaik = 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95344" y="263347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5344" y="26334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= 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17336" y="263347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17336" y="26334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= max(x, jalan+x)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17336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39328" y="263347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9328" y="26334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terbaik = max(terbaik,jalan)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3 dan 4 benar; yang salah adalah nilai awal di baris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Asumsi tersembunyinya: "jawaban tidak mungkin negatif". Itu benar hanya kalau subarray kosong diperbolehkan. Kalau soal mewajibkan minimal satu elemen, asumsi itu salah — dan tidak ada satu pun contoh di soal yang memperlihatkannya.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Kasus Salah yang Ditemukan Sendiri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banding dijalankan dengan array acak sepanjang 1 sampai 5 berisi angka -10 sampai 10. Kasus salah muncul pada uji kelima.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96312" y="263347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96312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96312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9704" y="2633472"/>
            <a:ext cx="19202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9704" y="2633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cepat menjawab 0        yang benar -1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angka. Dari sini bug-nya langsung terlihat: kalau seluruh isinya negatif, jawabannya adalah elemen TERBESAR (di sini -1), bukan nol. Tidak ada yang perlu ditebak lagi.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Perkecil Sebelum Dilacak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salah pertama sering masih berisik. Buang elemen selama masih salah, lalu dekatkan angkanya ke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79192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9192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79192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asli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9704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9704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elemen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0216" y="239572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0216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0216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lagi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2395728"/>
            <a:ext cx="17373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0728" y="23957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10728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inti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selama masih salah, terus perkecil      berhenti saat tidak ada yang bisa dibuang lagi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delapan angka bernilai ratusan sulit dibaca. Pada program di slide berikutnya, kasus itu menyusut sampai tersisa SATU angka, yaitu -1 - dan dari situ bug-nya tidak perlu dicari lagi.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alat yang bisa dipakai ulang di kontes mana pun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Uji Banding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 bagiannya ada di satu berkas, jadi tidak perlu skrip shell atau berkas terpisah. Cukup jalankan sekali.</a:t>
            </a:r>
            <a:endParaRPr lang="en-US" sz="1300" dirty="0"/>
          </a:p>
        </p:txBody>
      </p:sp>
      <p:pic>
        <p:nvPicPr>
          <p:cNvPr id="4" name="Image 0" descr="/tmp/ppt/imgs/c16_15_1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5674" y="1993392"/>
            <a:ext cx="231019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8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Dijalankan sungguhan, program ini menemukan kasus salahnya pada uji kelima: masukan berisi dua angka, -7 dan -1, dengan jawaban cepat 0 sedangkan yang benar -1. Waktu yang dibutuhkan kurang dari sepersekian detik.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719620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09892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Pembangkitnya SENGAJA kecil — n paling banyak lima, nilai -10 sampai 10.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230690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120962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Seed tetap membuat hasilnya bisa diulang persis, penting saat memperbaiki.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741760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632032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ketemu, program berhenti dan mencetak masukannya, bukan meneruskan.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252830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143102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dalam satu berkas: tidak ada skrip shell yang perlu diingat.</a:t>
            </a:r>
            <a:endParaRPr lang="en-US" sz="1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Memperkecil Kasus Uji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penyusutan yang mencakup hampir semua kasus: buang satu elemen, dan dekatkan satu angka ke nol. Ulangi selama masih salah.</a:t>
            </a:r>
            <a:endParaRPr lang="en-US" sz="1300" dirty="0"/>
          </a:p>
        </p:txBody>
      </p:sp>
      <p:pic>
        <p:nvPicPr>
          <p:cNvPr id="4" name="Image 0" descr="/tmp/ppt/imgs/c16_16_1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1" y="1993392"/>
            <a:ext cx="22462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salah yang ditemukan berisi delapan angka bernilai ratusan: -676, -296, -774, dan seterusnya. Setelah diperkecil tersisa satu angka saja, yaitu -1 — dan dari situ bug-nya tidak perlu dicari lagi, langsung terlihat.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salah() memisahkan "apa yang dianggap gagal" dari cara menyusutkan.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penyusutan yang berhasil membuat proses diulang dari awal.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string, penyusutannya: buang huruf, lalu ganti huruf dengan a.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graf: buang sisi, buang simpul terisolasi, kecilkan bobot.</a:t>
            </a:r>
            <a:endParaRPr lang="en-US" sz="1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Tanpa Solusi Pembanding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solusi lambat pun tidak ada. Yang masih bisa dilakukan adalah memeriksa SIFAT jawaban — dan sifat sering lebih mudah diperiksa daripada dihitung.</a:t>
            </a:r>
            <a:endParaRPr lang="en-US" sz="1300" dirty="0"/>
          </a:p>
        </p:txBody>
      </p:sp>
      <p:pic>
        <p:nvPicPr>
          <p:cNvPr id="4" name="Image 0" descr="/tmp/ppt/imgs/c16_17_1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741" y="1993392"/>
            <a:ext cx="221806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Kruskal yang benar lolos 300 dari 300 uji sifat. Yang sengaja dirusak hanya lolos 16 — sisanya tertangkap.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5302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25012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MST: n-1 sisi, terhubung, sifat siklus terpenuhi.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21652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88511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Sorting: terurut DAN permutasi masukan.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8002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52010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Aliran: kapasitas utuh, aliran kekal, nilai sama min cut.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43525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15509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Pencocokan: sah, dan tak ada jalur penambah tersisa.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Kebiasaan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menyiapkannya, dan kapan tidak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Uji Banding Sepadan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Menyiapkan uji banding butuh lima sampai sepuluh menit. Kadang itu investasi terbaik dalam kontes, kadang justru membuang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dapat WA dan tidak tahu kasusnya seperti apa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 punya banyak kasus tepi (n = 1, nilai negatif, seluruhnya sama)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solusi lambat yang jelas benar dan mudah ditulis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panjang dan kamu tidak yakin pada satu bagian tertentu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gagal adalah TLE, bukan WA — itu soal kecepatan, bukan kebenaran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interaktif atau keluarannya boleh lebih dari satu jawaban sah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solusi lambat yang bisa ditulis dalam beberapa menit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keluaran yang tidak tunggal (soal konstruktif), jangan bandingkan jawabannya. Tulis pemeriksa yang menerima jawaban cepat dan memastikan ia SAH — itu tetap uji banding, hanya wasitnya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terbaik melatih ini bukan mengerjakan soal baru, melainkan kembali ke soal yang dulu kena WA.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  <a:gridCol w="26243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Latihan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Ambil soal lamamu yang WA, tulis uji bandingnya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Alur lengkap dari nol sampai kasus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menit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Tulis Kadane salah dengan sengaja, temukan lagi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Membiasakan pembangkit yang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 menit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Buat penyusut untuk masukan berupa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Penyusutan di luar bentuk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menit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Tulis pemeriksa untuk soal konstruktif Div2 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Wasit tanpa jawaban tunggal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menit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Siapkan berkas kerangka siap pakai di komputermu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Agar tinggal salin saat kontes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menit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membaca ulang kode, jalankan pembandingnya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Mata sendiri adalah penguji yang buruk karena kamu membaca apa yang kamu maksud. Komputer membaca apa yang benar-benar tertulis.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Pembangkitnya harus KECIL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salah dua angka bisa dilacak dengan tangan; kasus salah dua ribu angka tidak. Ukuran kecil bukan penghematan, melainkan syarat agar hasilnya berguna.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Perkecil sebelum melacak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elemen, dekatkan angka ke nol, ulangi selama masih salah. Sepuluh baris tambahan ini sering langsung menunjuk barisan kode yang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solusi pembanding, periksa sifatnya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Terurut dan permutasi untuk sorting; n-1 sisi, terhubung, dan sifat siklus untuk MST. Sifat sering jauh lebih mudah diperiksa daripada dihitung.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2026-09-11T16:59:28Z</dcterms:created>
  <dcterms:modified xsi:type="dcterms:W3CDTF">2026-09-11T16:59:28Z</dcterms:modified>
</cp:coreProperties>
</file>