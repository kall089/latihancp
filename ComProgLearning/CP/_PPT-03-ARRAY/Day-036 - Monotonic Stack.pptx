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"tetangga pertama yang lebih besar" untuk semua elemen sekaligus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adalah kebiasaan membuang kandidat yang sudah pasti kalah.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Antrean orang menunggu dipanggil oleh orang yang lebih tinggi di belakangnya. Setiap orang menunggu "siapa orang tinggi pertama di belakangku?"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greater element: untuk tiap indeks, cari elemen pertama di kanan yang lebih besar.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di belakangmu ada orang yang LEBIH TINGGI dan LEBIH BARU, kamu tidak akan pernah dilihat lagi oleh orang di belakangnya. Kamu boleh pulang.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lebih kecil dan lebih tua tidak mungkin menjadi jawaban bagi siapa pun. Buang selamanya.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Akibatnya, yang tersisa di antrean selalu makin pendek dari depan ke belakang.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stack selalu monoton menurun. Dari sinilah namanya berasal.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orang sangat tinggi bisa memulangkan banyak orang sekaligus, tetapi tiap orang hanya pulang sekali.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Meski ada while di dalam for, tiap indeks di-push sekali dan di-pop sekali — totalnya tetap O(n).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"Kandidat yang kalah dalam segala hal boleh dibuang selamanya" — kalimat ini kembali muncul di monotonic deque dan convex hull trick.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menjawab pertanyaan "tetangga pertama yang lebih besar" untuk seluruh elemen sekaligus, dalam satu kali jalan.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Soalnya: next greater / previous smaller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indeks, cari elemen terdekat di kanan yang lebih besar (atau di kiri yang lebih kecil). Empat varian, satu kerangka kode.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buang kandidat yang pasti kalah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elemen lebih kecil dari elemen yang lebih baru, ia tidak akan pernah menjadi jawaban bagi siapa pun di kanan. Ia boleh dibuang selamanya.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stack selalu terurut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kandidat yang kalah selalu dibuang, isi stack dari dasar ke puncak selalu menurun (atau menaik). Dari sinilah namanya berasal.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 O(n) meski ada while di dalam for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indeks masuk stack sekali dan keluar paling banyak sekali, sehingga total operasinya tidak pernah melebihi 2n.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"pertama yang lebih besar", "sejauh mana bisa melebar", atau "sampai bertemu yang lebih pendek".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tetangga pertama yang lebih besar atau lebih kecil untuk semua elemen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sejauh mana sebuah elemen bisa "berkuasa" ke kiri dan ke kanan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Persegi panjang terbesar di histogram, dan turunannya pada matriks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sumbangan setiap elemen sebagai minimum atau maksimum pada semua subarray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nilai terbesar pada rentang tetap — pakai sparse table atau monotonic deque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berubah di tengah pemrosesan — stack tidak bisa membatalkan pembuangan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hanya untuk satu elemen; loop biasa sudah cukup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mudah: varian "next" mengisi jawaban saat elemen di-pop; varian "prev" membaca jawaban dari puncak setelah pop selesai.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(STL)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Membuang kandidat yang tidak mungkin menang, sehingga semuanya selesai dalam O(n).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"kandidat yang kalah dalam segala hal boleh dibuang" akan muncul lagi pada monotonic deque dan pada optimasi DP tingkat lanjut.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Next Greater Element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Brute Force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Membuang yang Tak Berguna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Stack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Empat Variannya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Histogram Terbesar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Next Greater Element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pertanyaan, ditanyakan untuk setiap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muncul dengan banyak samaran. Kenali bentuk dasarnya lebih dulu.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indeks i, carilah indeks terkecil j &gt; i sehingga a[j] &gt; a[i]. Bila tidak ada, jawabannya -1. Inilah yang disebut next greater element.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Samaran yang sering dipakai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hari lagi suhunya lebih panas?", "Berapa lama sebuah saham menunggu harga lebih tinggi?", "Sampai sejauh mana sebuah batang histogram bisa melebar?" — semuanya soal yang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membuatnya menarik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diajukan untuk SEMUA elemen, bukan satu. Menjawab satu per satu terlalu lambat, tetapi menjawab semuanya sekaligus ternyata bisa dalam O(n).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intuisinya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a[i] &lt;= a[j] dan i &lt; j, maka a[i] tidak akan pernah menjadi jawaban bagi elemen mana pun di kanan j. Ia bisa dibuang selamanya. Dari sinilah stack muncul.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Jawaban yang Diharapkan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jawaban tidak harus bersebelahan, dan beberapa elemen tidak punya jawaban sama sekali.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 = [ 2, 2, 3, -1, 5, -1, -1 ]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a[0]=2 menunggu sampai indeks 2 yang bernilai 5. a[3]=6 adalah nilai terbesar sehingga tidak pernah terjawab. a[6]=1 berada di ujung kanan.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dan Kenapa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benar dan wajib kamu punya sebagai pembanding. Masalahnya hanya kecepatan pada kasus terburuk.</a:t>
            </a:r>
            <a:endParaRPr lang="en-US" sz="1300" dirty="0"/>
          </a:p>
        </p:txBody>
      </p:sp>
      <p:pic>
        <p:nvPicPr>
          <p:cNvPr id="4" name="Image 0" descr="/tmp/ppt/imgs/c58_10_3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340" y="1755648"/>
            <a:ext cx="546086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terburuknya adalah array menurun seperti 9 8 7 6 5 ... — loop dalam berjalan penuh untuk setiap i, sehingga total operasinya n²/2.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Monotonic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hanya kandidat yang masih mungkin terjawab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yang Menjelaskan Semuanya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tiga kalimat ini masuk akal bagimu, kodenya akan terasa jelas dengan sendirinya.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menyimpan yang menunggu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yang belum menemukan jawabannya dimasukkan ke stack. Ia menunggu di sana sampai ada elemen kanan yang lebih besar melewatinya.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st.push(i)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Isinya selalu menurun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datang elemen yang lebih besar dari puncak, puncak itu langsung terjawab dan keluar. Akibatnya isi stack dari dasar ke puncak selalu menurun.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a[st] : 9 &gt; 6 &gt; 4 &gt;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indeks masuk &amp; keluar sekali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Meski ada while di dalam for, satu indeks hanya bisa di-push sekali dan di-pop sekali. Total operasinya paling banyak 2n, sehingga O(n).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pop &lt;= 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array 2 1 5 6 2 3 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Menumpuk yang Menunggu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0 dan 1 masuk berurutan. Karena a[1] = 1 lebih kecil dari a[0] = 2, tidak ada yang terjawab.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(puncak di bawah)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   nilai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  nilai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075688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Kondisi saat i =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a[st.top()] = 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        = 5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&lt; 5  -&gt;  puncak terjawab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" y="354787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832" y="3639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di stack menurun: 2 &gt; 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398678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yang baru masuk selalu lebih kecil dari puncak sebelumnya, sehingga urutan menurun terjaga.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Satu Elemen Menjawab Banyak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 = 5 lebih besar dari kedua isi stack. Keduanya keluar dalam satu iterasi, dan keduanya dijawab oleh indeks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setelah pembersihan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313432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31343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2   nilai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313432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496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terjadi di i = 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898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i=1  -&gt;  ans[1] =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i=0  -&gt;  ans[0] = 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i=2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25526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" y="334670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ans[0] = 2   ans[1] = 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369417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while berada di dalam for. Satu elemen besar bisa menutup banyak utang sekaligus, tetapi tiap utang hanya ditutup sekali.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Sisa yang Tidak Pernah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 selesai, apa pun yang masih tertinggal di stack berarti tidak punya elemen kanan yang lebih besar.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di akhir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31343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31343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3   nilai 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55117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843784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84378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   nilai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3081528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374136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374136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6   nilai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313432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496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898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ans[3] = -1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ans[5] = -1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ans[6] = -1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" y="43159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44074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 = [ 2, 2, 3, -1, 5, -1, -1 ]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754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penanganan khusus — cukup inisialisasi seluruh ans dengan -1 di awal, lalu biarkan sisa stack apa adanya.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Next Greater Element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baris inti. Perhatikan bahwa yang disimpan adalah indeks, bukan nilai — supaya jawabannya bisa dituliskan ke tempat yang benar.</a:t>
            </a:r>
            <a:endParaRPr lang="en-US" sz="1300" dirty="0"/>
          </a:p>
        </p:txBody>
      </p:sp>
      <p:pic>
        <p:nvPicPr>
          <p:cNvPr id="4" name="Image 0" descr="/tmp/ppt/imgs/c58_17_3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99" y="1993392"/>
            <a:ext cx="5484986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indeks, bukan nilai. Dari indeks kamu selalu bisa mengambil nilainya lewat a[...], tetapi dari nilai kamu tidak bisa kembali ke indeks.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Kondisi while inilah jantungnya: selama puncak lebih kecil dari elemen sekarang, puncak itu baru saja menemukan jawabannya.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dituliskan ke elemen yang DI-POP, bukan ke elemen sekarang. Ini ciri khas varian "next".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indeks di-push tepat sekali dan di-pop paling banyak sekali, sehingga total kerjanya tetap O(n) meskipun ada loop bersarang.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stack yang tersisa setelah loop tidak perlu diproses. Nilainya sudah -1 dari inisialisasi.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/ previous, greater / smaller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Membedakan Keempatnya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 varian dikerjakan satu fungsi yang sama — hanya arah sapuan dan tanda perbandingannya yang berganti.</a:t>
            </a:r>
            <a:endParaRPr lang="en-US" sz="1300" dirty="0"/>
          </a:p>
        </p:txBody>
      </p:sp>
      <p:pic>
        <p:nvPicPr>
          <p:cNvPr id="4" name="Image 0" descr="/tmp/ppt/imgs/c58_19_3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916" y="1993392"/>
            <a:ext cx="373771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sapuan menentukan "prev" atau "next"; tanda perbandingan menentukan "besar" atau "kecil". Menghafal empat kode terpisah tidak perlu — cukup hafalkan dua saklar ini.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Sapuan kiri-ke-kanan menghasilkan varian PREV, sebaliknya NEXT.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mencari yang lebih BESAR, &gt;= mencari yang lebih KECIL.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-1 berarti tidak ada yang memenuhi di arah itu.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tanda samadengan: menentukan bagaimana nilai kembar ditangani.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Varian Previous Smaller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next greater. Perhatikan bahwa jawaban kini dibaca dari puncak, bukan dituliskan ke elemen yang dibuang.</a:t>
            </a:r>
            <a:endParaRPr lang="en-US" sz="1300" dirty="0"/>
          </a:p>
        </p:txBody>
      </p:sp>
      <p:pic>
        <p:nvPicPr>
          <p:cNvPr id="4" name="Image 0" descr="/tmp/ppt/imgs/c58_20_3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673" y="1993392"/>
            <a:ext cx="564019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mudahnya: varian "next" mengisi jawaban saat pop, varian "prev" membaca jawaban setelah pop selesai. Salah menempatkan baris ini adalah bug klasik.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Memakai Tanda Sama Dengan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data dengan nilai kembar, pilihan &lt; atau &lt;= menentukan apakah sebuah rentang dihitung dua kali.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3995928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Tanda pembanding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Akibatnya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rentang unik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sisi pakai &lt;, sisi lain pakai &lt;=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Setiap rentang dengan nilai kembar hanya dihitung oleh satu wakil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Sekadar mencari tetangga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atau &lt;= sama saja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soal hanya minta indeks tetangga, nilai kembar tidak menimbulkan masalah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Histogram terbesar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&gt;= pada kedua sisi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Rentang boleh dihitung berlebih; luas maksimumnya tetap 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banyak subarray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 asimetris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kedua sisi memakai tanda yang sama, subarray bernilai kembar akan terhitung 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Persegi panjang terbesar di histogram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 Histogram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Deretan batang dengan lebar satu dan tinggi berbeda. Carilah persegi panjang terbesar yang muat di dalamnya.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tinggi 5 x lebar 2 = 10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batang, tanyakan: sejauh mana ia bisa melebar ke kiri dan ke kanan tanpa bertemu batang yang lebih pendek? Dua pertanyaan itu persis previous smaller dan next smaller.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Histogram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previous/next smaller yang digabung dalam satu loop. Sentinel di akhir menghabiskan sisa stack.</a:t>
            </a:r>
            <a:endParaRPr lang="en-US" sz="1300" dirty="0"/>
          </a:p>
        </p:txBody>
      </p:sp>
      <p:pic>
        <p:nvPicPr>
          <p:cNvPr id="4" name="Image 0" descr="/tmp/ppt/imgs/c58_24_3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2126" y="1755648"/>
            <a:ext cx="488013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sampai i = n, satu langkah lebih jauh dari biasanya. Ini trik sentinel.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i = n nilainya dipaksa 0, lebih kecil dari batang mana pun, sehingga seluruh sisi stack pasti terkuras. Tanpa ini kamu perlu loop pembersihan terpisah.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sebuah batang di-pop, batang itulah yang menjadi tinggi persegi panjang. Batas kanannya adalah i, karena i-lah yang memaksanya keluar.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kirinya adalah puncak stack SETELAH pop — yaitu batang pendek terdekat di kiri. Bila stack kosong, berarti bisa melebar sampai ujung kiri.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Lebar dihitung sebagai i - kiri - 1, bukan i - kiri. Kesalahan off-by-one di sini membuat jawaban selalu meleset satu satuan.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Dynamic Programming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sering muncul sebagai alat bantu di dalam soal DP, bukan sebagai pengganti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batas transisi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DP berbentuk dp[i] = f(dp[j]) untuk j pada rentang tertentu. Monotonic stack menentukan rentang itu dalam O(n) total, bukan O(n) per 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histogram &amp; matriks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"submatriks 1 terbesar" diselesaikan dengan menyusun histogram per baris (itu bagian DP-nya), lalu monotonic stack per baris.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Pintu masuk ke optimasi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 pada Day 37, lalu Convex Hull Trick, semuanya berangkat dari ide yang sama: membuang kandidat yang tidak akan pernah menang.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pikir yang dibawa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kandidat kalah dalam segala hal dari kandidat lain yang lebih baru, ia boleh dibuang selamanya. Kalimat ini akan kembali muncul berkali-kali.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Persegi Panjang di Histogram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batang berlebar satu dengan tinggi h[i]. Carilah luas persegi panjang terbesar yang seluruhnya berada di dalam histogram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h[i]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58_27_3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248" y="1280160"/>
            <a:ext cx="286238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tiga hal: sentinel pada i = n, pembacaan batas kiri setelah pop, dan perkalian dalam long long.</a:t>
            </a:r>
            <a:endParaRPr lang="en-US" sz="1300" dirty="0"/>
          </a:p>
        </p:txBody>
      </p:sp>
      <p:pic>
        <p:nvPicPr>
          <p:cNvPr id="4" name="Image 0" descr="/tmp/ppt/imgs/c58_28_4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819" y="1993392"/>
            <a:ext cx="312590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karena tiap indeks masuk dan keluar stack tepat sekali. Perkalian tinggi x lebar bisa mencapai 10^9 x 2 x 10^5 = 2 x 10^14, jadi long long wajib.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melatih pola dasarnya; tiga berikutnya menuntut kamu mengenali pola di balik samaran.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496 / 503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Next greater, versi biasa dan melingkar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739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Samaran suhu harian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Histogram terbesar dengan sentinel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Submatriks 1 terbesar — histogram per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907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minimum seluruh subarray, butuh tanda asimetris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adalah indeks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push indeks. Nilainya diambil lewat a[st.top()]. Ini memudahkan menuliskan jawaban dan menghitung lebar rentang.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While di dalam for tetap O(n)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tiap indeks hanya bisa keluar sekali, total pop tidak pernah melebihi n. Jangan tertipu melihat loop bersarang.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mengisi, prev membaca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next menuliskan jawaban ke elemen yang di-pop; varian prev membaca jawaban dari puncak setelah pop selesai.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Sentinel menghemat satu blok kode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 loop sampai i = n dengan nilai pemaksa menghilangkan kebutuhan loop pembersihan terpisah di akhir.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