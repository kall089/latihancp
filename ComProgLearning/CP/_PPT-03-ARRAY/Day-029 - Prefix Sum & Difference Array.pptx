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query rentang dalam O(1)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29–31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dan difference array adalah dua sisi dari satu ide.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Buku tabungan mencatat SALDO setiap hari, bukan setoran harian. Untuk tahu total setoran bulan Maret, cukup saldo akhir dikurangi saldo awal.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sum: siapkan tabel kumulatif sekali, lalu jumlah rentang apa pun didapat dengan satu pengurangan.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pengeluaran 1 sampai 20 Maret = saldo tanggal 20 dikurangi saldo tanggal 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jumlah(l, r) = pre[r] - pre[l-1]. Satu operasi, bukan loop sepanjang rentang.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Guru menambah nilai 5 untuk semua siswa nomor 10 sampai 30. Alih-alih mencoret 21 nama, ia menulis "+5 mulai nomor 10" dan "-5 mulai nomor 31".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array: satu range update jadi dua sentuhan. Nilai sebenarnya dibaca di akhir lewat prefix sum.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hanya benar kalau tidak ada yang mengubah saldo di tengah tanpa dicatat.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hanya sah selama arraynya tidak berubah setelah tabel dibuat. Kalau berubah, pakai Fenwick tree.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sekali di awal, lalu jawab ribuan pertanyaan dengan satu pengurangan — pola yang sama nanti muncul di DP.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mengubah pertanyaan "berapa jumlah dari indeks l sampai r" dari pekerjaan panjang menjadi satu pengurangan.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hitung sekali, jawab berkali-kali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Siapkan tabel jumlah kumulatif satu kali dalam O(n). Setelah itu setiap pertanyaan rentang dijawab dalam O(1) dengan pre[r] - pre[l-1].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 adalah kebalikannya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prefix sum mempercepat PEMBACAAN rentang, difference array mempercepat PENAMBAHAN pada rentang. Keduanya saling melengkapi.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datanya tidak berubah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hanya benar selama arraynya tidak diubah setelah tabel dibuat. Bila ada pembaruan di tengah query, kamu butuh Fenwick tree atau segment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diperluas ke dua dimensi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submatriks, rumusnya memakai inklusi-eksklusi: total dikurangi dua sisi, lalu ditambah kembali bagian yang terpotong dua kali.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bentuk pertanyaannya, bukan dari kata "prefix sum" yang tidak pernah muncul di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query "jumlah / rata-rata dari l sampai r" pada data yang tetap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operasi "tambahkan x ke seluruh rentang l..r", dan hasil akhirnya baru dibaca di akhir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sesuatu pada rentang, misalnya banyak huruf vokal di substring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bahan dasar teknik lain: two pointers, binary search on answer, atau DP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berubah di tengah rangkaian query — pakai Fenwick tree atau segment tree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bukan penjumlahan dan tidak punya kebalikan, misalnya minimum — pakai sparse table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atau dua query saja; menghitung langsung lebih sederhana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penyaring: apakah datanya berubah setelah tabel dibuat? Bila tidak, prefix sum hampir selalu jawabannya.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dan loop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/ segment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Menyiapkan tabel sekali, lalu menjawab pertanyaan rentang dalam waktu konstan.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adalah contoh pertama dari pola "simpan hasil perhitungan agar tidak dihitung ulang" — pola yang persis sama dengan yang dipakai dynamic programming.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Prefix Sum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Pembangunan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O(1)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2D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query, satu array yang tidak berubah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Perlu Prefix Sum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array berisi 100.000 angka, dan 100.000 pertanyaan "berapa jumlah dari indeks l sampai r".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polos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pertanyaan, jumlahkan satu per satu. Biaya satu query O(n), total O(n · q) = 10^10. Jelas TLE.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prefix sum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sekali di awal: pref[i] = jumlah seluruh elemen sebelum indeks i. Setelah itu, jumlah rentang mana pun cukup satu pengurangan.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O(n), setiap query O(1). Total O(n + q) = 200.000. Selesai dalam sekejap.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tidak berubah selama query berlangsung. Bila ada update, gunakan Fenwick tree atau segment tree.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transisi DP berbentuk "jumlah suatu rentang". Tanpa prefix sum, transisi itu berbiaya O(n) dan membuat DP menjadi satu tingkat lebih lambat.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Prefix Sum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baris. Perhatikan pergeseran indeks: pref berukuran n + 1.</a:t>
            </a:r>
            <a:endParaRPr lang="en-US" sz="1300" dirty="0"/>
          </a:p>
        </p:txBody>
      </p:sp>
      <p:pic>
        <p:nvPicPr>
          <p:cNvPr id="4" name="Image 0" descr="/tmp/ppt/imgs/c55_9_3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940" y="1755648"/>
            <a:ext cx="8581073" cy="41700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Pembangunan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[1, 3, 4, 8, 6]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Nilai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pref[0] = 0, mewakili jumlah dari array kosong.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pref[0] = 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ini penting: tanpanya, query yang dimulai dari indeks 0 tidak bisa dihitung.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Menjumlah Berjalan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adalah sel sebelumnya ditambah satu elemen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2286000"/>
            <a:ext cx="107899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pref[3] = pref[2] + a[2] = 4 + 4 = 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= [1, 3, 4, 8, 6]. Perhatikan pref[i] menjumlahkan i elemen pertama, bukan sampai indeks 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terakhir berisi jumlah seluruh array.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2286000"/>
            <a:ext cx="107899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jumlah a[1..3] = pref[4] - pref[1] = 16 - 1 = 15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pengurangan menjawab pertanyaan apa pun tentang jumlah rentang. Inilah kekuatan prefix sum.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pengurangan menjawab jumlah rentang mana pun. Kode ini mencocokkan hasilnya dengan penjumlahan biasa.</a:t>
            </a:r>
            <a:endParaRPr lang="en-US" sz="1300" dirty="0"/>
          </a:p>
        </p:txBody>
      </p:sp>
      <p:pic>
        <p:nvPicPr>
          <p:cNvPr id="4" name="Image 0" descr="/tmp/ppt/imgs/c55_14_3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01" y="1993392"/>
            <a:ext cx="459654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pergeseran indeksnya: pre berukuran n+1 dan pre[0] = 0, sehingga rentang yang dimulai dari 0 tetap benar tanpa perlu kasus khusus. Inilah alasan prefix sum selalu ditulis dengan satu sel tambahan.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pre[i] = jumlah i unsur pertama, jadi pre[0] = 0.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a[l..r] = pre[r+1] - pre[l] untuk indeks berbasis nol.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10^5 unsur bernilai 10^9 sudah melewati int.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hanya untuk array yang TIDAK berubah; kalau berubah pakai Fenwick.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2D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jumlah submatriks dalam O(1)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dan Query 2D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koreksi inklusi-eksklusi: satu bagian dihitung dua kali, jadi dikurangi.</a:t>
            </a:r>
            <a:endParaRPr lang="en-US" sz="1300" dirty="0"/>
          </a:p>
        </p:txBody>
      </p:sp>
      <p:pic>
        <p:nvPicPr>
          <p:cNvPr id="4" name="Image 0" descr="/tmp/ppt/imgs/c55_16_3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9083" y="1755648"/>
            <a:ext cx="779078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Ada Koreksi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area atas dan area kiri membuat area yang beririsan terhitung dua 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3134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31343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1071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05272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071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7992" y="245973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05272" y="2459736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1363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1343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1071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07992" y="31363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05272" y="3136392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" y="381304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1343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1071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07992" y="381304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05272" y="3813048"/>
            <a:ext cx="109728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56632" y="3666744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3959352" y="3813048"/>
            <a:ext cx="877824" cy="53035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7512" y="47548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48463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pref[i][j] = a[i][j] + pref[i-1][j] + pref[i][j-1] - pref[i-1][j-1]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1937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Area A terhitung dua kali karena termasuk dalam pref[i-1][j] dan pref[i][j-1]. Karena itu dikurangi satu kali.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Kebalikan prefix sum, untuk banyak update rentang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Rentang O(1)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ketika ada banyak update dan hasilnya baru dibaca di akhir.</a:t>
            </a:r>
            <a:endParaRPr lang="en-US" sz="1300" dirty="0"/>
          </a:p>
        </p:txBody>
      </p:sp>
      <p:pic>
        <p:nvPicPr>
          <p:cNvPr id="4" name="Image 0" descr="/tmp/ppt/imgs/c55_19_3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1265" y="1755648"/>
            <a:ext cx="650642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Memilih yang Mana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dan difference array menjawab masalah yang berbeda.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QUERY, tidak ada update. Bangun sekali di awal, lalu jawab setiap pertanyaan dalam O(1).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UPDATE rentang, satu kali pembacaan di akhir. Setiap update O(1), rekonstruksi O(n) sekali saja.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bersamaan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soal yang meminta banyak update rentang lalu banyak query rentang. Jalankan difference array dulu, rekonstruksi, lalu bangun prefix sum di atas hasilnya.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update dan query berselang-seling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teknik ini gagal. Gunakan Fenwick tree atau segment tree, yang memberi O(log n) untuk keduanya.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Prefix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bekerja untuk operasi apa pun yang punya kebalikan.</a:t>
            </a:r>
            <a:endParaRPr lang="en-US" sz="1300" dirty="0"/>
          </a:p>
        </p:txBody>
      </p:sp>
      <p:pic>
        <p:nvPicPr>
          <p:cNvPr id="4" name="Image 0" descr="/tmp/ppt/imgs/c55_21_3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047" y="1755648"/>
            <a:ext cx="7396859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jumlah rentang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Range Sum Query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Menjawab Banyak Query Jumlah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dan q pertanyaan. Setiap pertanyaan berisi dua bilangan l dan r, dan meminta jumlah elemen dari indeks l sampai 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tidak berubah selama pertanyaan berlangsung.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n, q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−10^9 ≤ a[i]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1-based</a:t>
            </a:r>
            <a:endParaRPr lang="en-US" sz="1200" dirty="0"/>
          </a:p>
        </p:txBody>
      </p:sp>
      <p:pic>
        <p:nvPicPr>
          <p:cNvPr id="9" name="Image 0" descr="/tmp/ppt/imgs/c55_23_3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3835" y="1280160"/>
            <a:ext cx="3783211" cy="45546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q). Tanpa prefix sum, O(n · q) = 4 × 10^10 dan pasti TLE.</a:t>
            </a:r>
            <a:endParaRPr lang="en-US" sz="1300" dirty="0"/>
          </a:p>
        </p:txBody>
      </p:sp>
      <p:pic>
        <p:nvPicPr>
          <p:cNvPr id="4" name="Image 0" descr="/tmp/ppt/imgs/c55_24_3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667" y="1755648"/>
            <a:ext cx="5253049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dibuat berukuran n + 1 dan memakai indeks 1-based, sehingga pref[0] = 0 tetap tersedia.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dibangun langsung saat membaca input, tanpa loop terpisah. Lebih ringkas dan sama cepatnya.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indeksnya 1-based, rumus querynya menjadi pref[r] − pref[l−1]. Perhatikan bedanya dengan versi 0-based.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200.000 elemen bernilai 10^9 menghasilkan jumlah sampai 2 × 10^14.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array bisa berubah, prefix sum tidak lagi bisa dipakai. Gunakan Fenwick tree.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muncul di dalam banyak solusi DP sebagai alat bantu.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Mempercepat transisi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dp[i] membutuhkan jumlah dp[j] untuk seluruh j dalam suatu rentang, prefix sum atas dp mengubah transisi dari O(n) menjadi O(1).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nyata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Day 151 (Range DP), biaya penggabungan tumpukan batu adalah jumlah elemen pada rentang. Tanpa prefix sum, setiap transisi berbiaya O(n) dan totalnya menjadi O(n⁴).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pada pohon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nilai sepanjang jalur akar ke simpul dihitung sekali dengan DFS, memakai ide yang sama persis.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pada pohon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"tambah nilai pada jalur a–b" bisa dilakukan O(1) dengan difference array pada pohon, lalu diakumulasi sekali di akhir.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subarray bisa dipandang sebagai mencari selisih terbesar antara dua nilai prefix. Ini dibahas di Day 35.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Range Sum Queries I, Forest Queries (versi 2D), Range Update Queries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Range Sum Query Immutable, Subarray Sum Equals K, Product of Array Except Self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prefix XOR dan uji dengan query XOR rentang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soal update rentang dengan difference array, lalu bandingkan dengan cara polos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keduanya: banyak update rentang, lalu banyak query jumlah rentang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batas: bandingkan waktu jalan cara polos dan prefix sum untuk n = q = 200.000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sekali, query tak terbatas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O(n) untuk membangun, O(1) untuk setiap query jumlah rentang.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Difference array adalah kebalikannya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rentang O(1), pembacaan hasil O(n) sekali di akhir.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operasi yang punya kebalikan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dan XOR bisa. Maksimum dan minimum tidak — pakai sparse table atau segment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dan sliding window, teknik O(n) untuk soal subarray.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