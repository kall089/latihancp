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O(n²) menjadi O(n) pada soal subarray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32–35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adalah cara berjalan yang tidak pernah mundur.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menggeser jendela di kereta untuk melihat pemandangan. Jendela melebar dari depan dan menyempit dari belakang, tetapi tidak pernah mundur.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penunjuk yang keduanya hanya maju. Masing-masing bergerak paling banyak n kali, jadi totalnya O(n).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tas sampai penuh. Begitu kelebihan, keluarkan dari bawah sampai muat lagi — tidak perlu mengosongkan seluruh tas.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jendela melanggar syarat, cukup majukan penunjuk kiri. Tidak perlu mengulang dari awal.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tas sudah kelebihan berat, menambah barang lagi jelas tidak akan membuatnya muat.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monoton: bila [l, r] melanggar, [l, r+1] pasti juga melanggar. Sifat inilah yang membuat penunjuk kiri boleh maju terus.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hanya berlaku untuk barang yang berjajar. Kalau boleh mengambil barang yang berjauhan, caranya lain.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untuk SUBARRAY (berurutan). Untuk subsequence yang boleh melompat, biasanya wilayah DP.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kedua penunjuk hanya bergerak maju, loop bersarang pun tetap linear — jangan tertipu bentuk kodenya.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mengganti dua loop bersarang dengan dua penunjuk yang bergerak maju bersama, sehingga kompleksitasnya turun dari kuadrat menjadi linear.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penunjuk, keduanya hanya maju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kiri dan kanan bergerak ke arah yang sama dan tidak pernah mundur. Karena masing-masing bergerak paling banyak n kali, totalnya O(n) meski ada loop di dalam loop.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 adalah bentuk khususnya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yang dicari adalah rentang berurutan yang memenuhi syarat, jaraknya antara kedua penunjuk itulah jendelanya. Jendela melebar dari kanan dan menyempit dari kiri.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kondisinya harus monoton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jendela terlalu besar melanggar syarat, memperbesarnya lagi tidak akan menolong. Sifat inilah yang membuat penunjuk kiri boleh maju tanpa perlu mundur.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perlu data terurut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varian dua penunjuk berlawanan arah, arraynya harus diurutkan lebih dulu. Pada sliding window biasanya tidak perlu.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"berurutan" atau "berturut-turut" pada soal, digabung dengan sebuah syarat yang bisa dilanggar.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subarray terpanjang atau terpendek yang memenuhi suatu syarat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dengan jumlah tertentu pada array terurut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subarray yang memenuhi syarat monoton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array terurut atau mencari irisannya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tidak monoton — melebarkan jendela kadang memperbaiki, kadang merusak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dipilih boleh melompat (subsequence, bukan subarray)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posisi butuh keputusan yang bergantung pada banyak kemungkinan sebelumnya — itu wilayah DP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cepat: bila jendela [l, r] melanggar syarat, apakah [l, r+1] pasti juga melanggar? Bila ya, two pointers berlaku.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Menurunkan O(n²) menjadi O(n) dengan penunjuk yang hanya bergerak maju.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yang tampak seperti DP sebenarnya selesai dengan two pointers. Selalu periksa kemonotonan lebih dulu — solusinya jauh lebih pendek.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Sliding Window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Window Bergerak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 Ukuran Tetap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pada Dua Array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— DP Pertama Kamu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subarray dengan syarat monoton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Bisa O(n)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Kuncinya: kedua penunjuk hanya bergerak MAJU, tidak pernah mundur.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polos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seluruh pasangan (l, r), lalu hitung jumlahnya. Ada n² pasangan, jadi O(n²) atau bahkan O(n³).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Pengamatan kunci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window [l, r] sudah terlalu besar, memperbesar r tidak akan menolong. Satu-satunya jalan adalah menggeser l ke kanan.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totalnya O(n)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r bergerak n langkah. Penunjuk l juga bergerak paling banyak n langkah selama seluruh proses. Total 2n langkah, bukan n².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window harus monoton: memperbesar window membuat suatu besaran naik terus, atau turun terus. Untuk jumlah dengan angka positif, syarat ini terpenuhi.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gagal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array boleh berisi angka negatif, memperbesar window belum tentu menaikkan jumlah. Sliding window tidak berlaku — pakai prefix sum dengan map.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Sliding Window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 ini. Hampir semua soal window memakai kerangka yang sama.</a:t>
            </a:r>
            <a:endParaRPr lang="en-US" sz="1300" dirty="0"/>
          </a:p>
        </p:txBody>
      </p:sp>
      <p:pic>
        <p:nvPicPr>
          <p:cNvPr id="4" name="Image 0" descr="/tmp/ppt/imgs/c54_9_3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644" y="1755648"/>
            <a:ext cx="673166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Window Bergerak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subarray terpendek dengan jumlah minimal 11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Window Membesar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kanan maju terus selama jumlahnya masih kurang dari target.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7732" y="2286000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0, r = 3     jumlah = 1 + 2 + 3 + 4 = 10  &lt;  11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 mencapai target, jadi r terus maju. Penunjuk kiri belum bergerak sama sekali.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Target Tercapai, Kiri Menyusul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jumlahnya cukup, penunjuk kiri digeser untuk mempersingkat window.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1004" y="2286000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= 15 &gt;= 11  -&gt;  catat panjang 5, lalu buang a[0], l = 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window masih valid setelah dipersingkat, panjangnya dicatat lagi. Inilah cara mencari yang terpendek.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Window Terpendek Ditemukan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 berlanjut sampai penunjuk kanan mencapai ujung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27364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6, r = 7     jumlah = 7 + 8 = 15 &gt;= 11     panjang = 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2. Perhatikan: selama seluruh proses, l bergerak dari 0 ke 6 dan r dari 0 ke 7. Totalnya hanya 15 langkah, bukan 64.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Penting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bentuk yang paling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 Tetap dan Window Variabel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 ukuran tetap lebih sederhana: tidak perlu loop while.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tetap k</a:t>
            </a:r>
            <a:endParaRPr lang="en-US" sz="1350" dirty="0"/>
          </a:p>
        </p:txBody>
      </p:sp>
      <p:pic>
        <p:nvPicPr>
          <p:cNvPr id="5" name="Image 0" descr="/tmp/ppt/imgs/c54_15_3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8835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variabel dengan syarat</a:t>
            </a:r>
            <a:endParaRPr lang="en-US" sz="1350" dirty="0"/>
          </a:p>
        </p:txBody>
      </p:sp>
      <p:pic>
        <p:nvPicPr>
          <p:cNvPr id="7" name="Image 1" descr="/tmp/ppt/imgs/c54_15_3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0807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pada Dua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lain: dua penunjuk pada dua array berbeda, keduanya maju.</a:t>
            </a:r>
            <a:endParaRPr lang="en-US" sz="1300" dirty="0"/>
          </a:p>
        </p:txBody>
      </p:sp>
      <p:pic>
        <p:nvPicPr>
          <p:cNvPr id="4" name="Image 0" descr="/tmp/ppt/imgs/c54_16_3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5097" y="1755648"/>
            <a:ext cx="559875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subarray — dan ini sebenarnya sudah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Kadane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baris, O(n). Perhatikan definisi variabel cur — ini definisi state DP.</a:t>
            </a:r>
            <a:endParaRPr lang="en-US" sz="1300" dirty="0"/>
          </a:p>
        </p:txBody>
      </p:sp>
      <p:pic>
        <p:nvPicPr>
          <p:cNvPr id="4" name="Image 0" descr="/tmp/ppt/imgs/c54_18_3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632" y="1755648"/>
            <a:ext cx="859768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Kadane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[−2, 1, −3, 4, −1, 2, 1, −5]. Nilai cur di setiap posisi.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94092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cur[6] = max(a[6], cur[5] + a[6]) = max(1, 5 + 1) = 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 adalah jumlah subarray terbaik yang BERAKHIR di posisi itu. Jawabannya adalah nilai terbesar di seluruh baris ini, yaitu 6.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sebagai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jembatan langsung menuju Day 141.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cur[i] = jumlah subarray terbesar yang BERAKHIR tepat di indeks i. Perhatikan kata "berakhir" — sama seperti pada LIS di Day 148.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cur[i] = max(a[i], cur[i−1] + a[i]). Dua pilihan: mulai subarray baru di i, atau melanjutkan subarray sebelumnya.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cur[0] = a[0]. Subarray yang berakhir di elemen pertama hanya bisa berisi elemen itu sendiri.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terbesar di seluruh cur, bukan cur[n−1]. Sama seperti LIS.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adalah DP 1D dengan optimasi memori O(1). Bila kamu memahami Kadane, kamu sudah memahami inti DP tanpa menyadarinya.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terpendek dengan jumlah minimal target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Minimum Size Subarray Sum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Terpendek dengan Jumlah Minimal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bulat positif dan sebuah nilai target. Cari panjang subarray kontinu TERPENDEK yang jumlahnya lebih besar atau sama dengan target.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ada, cetak 0.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elemen positif</a:t>
            </a:r>
            <a:endParaRPr lang="en-US" sz="1200" dirty="0"/>
          </a:p>
        </p:txBody>
      </p:sp>
      <p:pic>
        <p:nvPicPr>
          <p:cNvPr id="9" name="Image 0" descr="/tmp/ppt/imgs/c54_22_3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817" y="1280160"/>
            <a:ext cx="3687247" cy="45546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O(n): setiap penunjuk bergerak paling banyak n langkah.</a:t>
            </a:r>
            <a:endParaRPr lang="en-US" sz="1300" dirty="0"/>
          </a:p>
        </p:txBody>
      </p:sp>
      <p:pic>
        <p:nvPicPr>
          <p:cNvPr id="4" name="Image 0" descr="/tmp/ppt/imgs/c54_23_3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160" y="1755648"/>
            <a:ext cx="421006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kiri dimulai dari 0 dan hanya bergerak maju selama seluruh proses.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kanan selalu dimasukkan lebih dulu, tanpa syarat apa pun.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menggeser kiri selama window MASIH valid, sambil mencatat panjangnya setiap kali.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urutannya: catat panjang dulu, baru buang elemen kiri. Terbalik akan melewatkan jawaban terbaik.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elemen positif penting. Bila boleh negatif, jumlah tidak lagi monoton dan teknik ini gagal.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materi ini dipakai kembali saat masuk ke Dynamic Programming.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adalah DP paling sederhana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memahaminya, konsep state dan transisi sudah kamu kuasai. Day 141 tinggal memberi nama pada apa yang sudah kamu lakukan.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 mempercepat transisi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dp[i] membutuhkan minimum atau maksimum dari jendela geser, monotonic deque menurunkan transisinya dari O(k) menjadi O(1). Ini dipakai di optimasi DP lanjut.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window, kapan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 dipakai bila syaratnya monoton dan jawabannya berupa subarray kontinu. DP dipakai bila pilihannya bercabang dan sub-masalah berulang.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sering digabung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DP mempunyai transisi yang bisa dipercepat dengan two pointers, terutama bila batas transisinya juga bergerak monoton.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Subarray Sums I dan II, Subarray Distinct Values, Maximum Subarray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Minimum Size Subarray Sum, Longest Substring Without Repeating Characters, Maximum Subarray, Sliding Window Maximum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Kadane, lalu ubah agar juga mencetak indeks awal dan akhir subarray terbaiknya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soal window dengan array yang boleh berisi angka negatif, dan amati kenapa window gagal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sliding window maximum dengan deque monoton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definisi state Kadane dalam satu kalimat — persiapan langsung untuk Day 141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penunjuk hanya maju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Itulah alasan totalnya O(n), bukan O(n²).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monoton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Memperbesar window harus menaikkan atau menurunkan besaran secara konsisten. Angka negatif merusak syarat ini.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sudah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dan base case-nya jelas. Ini pengantar paling alami menuju Day 141.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search, termasuk binary search on answer yang sering dipadukan dengan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2026-09-03T02:51:31Z</dcterms:created>
  <dcterms:modified xsi:type="dcterms:W3CDTF">2026-09-03T02:51:31Z</dcterms:modified>
</cp:coreProperties>
</file>