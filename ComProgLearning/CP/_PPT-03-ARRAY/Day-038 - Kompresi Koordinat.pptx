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Mengecilkan nilai raksasa menjadi indeks array, tanpa mengubah urutannya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Dasar · Day 038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038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koordinat: mengganti nilai besar dengan peringkatnya.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punggung pelari bisa sampai jutaan, tetapi pesertanya cuma 200 orang. Beri saja mereka nomor urut 1 sampai 200.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sampai 10^9 diganti peringkat 1..n, agar bisa dipakai sebagai indeks array.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finis tidak berubah sedikit pun setelah nomornya diganti.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penting biasanya hanya urutan relatifnya, bukan nilai aslinya.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dua pelari bernomor sama, keduanya dapat nomor urut yang sama juga.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lalu unique membuang duplikat, sehingga nilai yang sama mendapat peringkat yang sama.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nanti ditanya "siapa nomor 731", kamu perlu daftar terjemahan untuk kembali ke nomor asli.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array terurutnya. Peringkat ke nilai asli cukup dibaca dari array itu.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tiga baris — sort, unique, erase — lalu lower_bound. Hampir selalu dibutuhkan bersama Fenwick tree.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koordinat mengecilkan nilai raksasa menjadi nomor 0 sampai k-1, tanpa mengubah urutannya sedikit pun.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dijaga adalah urutan, bukan nilainya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perbandingan kurang dari, lebih dari, dan sama dengan tetap memberi hasil yang sama. Yang hilang hanyalah jarak antar nilai.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baris idiom yang selalu sama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Salin array, urutkan salinannya, buang kembarnya dengan erase(unique(...)), lalu ganti setiap nilai dengan hasil lower_bound.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Gunanya membuka alat berindeks nilai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tree, segment tree, DSU, dan DP atas nilai semuanya menjadi mungkin begitu nilainya muat sebagai indeks array.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 hanya satu kali pengurutan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O(n log n) di awal, lalu O(log n) untuk setiap pencarian. Nyaris gratis dibandingkan manfaatnya.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Cirinya selalu sama: kamu ingin memakai nilai sebagai indeks, tetapi nilainya terlalu besar.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sampai 10^9 tetapi banyaknya hanya sampai 2 * 10^5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Akan memakai Fenwick tree atau segment tree yang berindeks nilai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inversi, atau "berapa yang lebih kecil daripada x"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dengan titik kejadian yang jarang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membutuhkan SELISIH nilai sesungguhnya — kompresi menghancurkan jarak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Nilainya memang sudah kecil dan muat sebagai indeks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Nilainya berupa bilangan pecahan yang tidak bisa diurutkan dengan tepat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bekerja pada SALINAN. Mengurutkan array aslinya menghancurkan urutan yang justru sedang dijaga.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STL sort &amp; vector (Day 21)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search (Day 48)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dasar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(Day 170)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raksasa menjadi indeks array, urutan tetap sama.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jarang menjadi inti sebuah soal, tetapi sangat sering menjadi langkah pertama yang membuat sisanya mungkin dikerjakan.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&amp; Idenya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Teknik Ini Dibutuhkan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Idiom Baku yang Perlu Dihafal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erase(unique(...)) Perlu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Varian yang Sering Dipakai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penting urutannya, bukan nilainya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dan Idenya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boleh sampai satu miliar, tetapi jumlahnya hanya beberapa ratus ribu. Ganti nilainya dengan nomor urut, dan array raksasa jadi tidak perlu.</a:t>
            </a:r>
            <a:endParaRPr lang="en-US" sz="1300" dirty="0"/>
          </a:p>
        </p:txBody>
      </p:sp>
      <p:pic>
        <p:nvPicPr>
          <p:cNvPr id="4" name="Image 0" descr="/tmp/ppt/imgs/c60_8_4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8444" y="1993392"/>
            <a:ext cx="522465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satu miliar menjadi indeks 3. Urutan relatifnya tetap terjaga, jadi semua perbandingan besar-kecil masih benar — hanya nilainya yang diganti nomor urut.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baris: salin, urutkan, buang duplikat.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mengubah nilai menjadi indeksnya dalam O(log n).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relatif terjaga, jadi soal perbandingan tetap benar.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aslinya masih bisa diambil kembali lewat s[id].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Dibutuhkan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 sederhana: bandingkan jangkauan nilai dengan banyaknya nilai. Kode ini memvonis beberapa kasus sekaligus.</a:t>
            </a:r>
            <a:endParaRPr lang="en-US" sz="1300" dirty="0"/>
          </a:p>
        </p:txBody>
      </p:sp>
      <p:pic>
        <p:nvPicPr>
          <p:cNvPr id="4" name="Image 0" descr="/tmp/ppt/imgs/c60_9_4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372" y="1993392"/>
            <a:ext cx="6430801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nilai sampai sejuta, array langsung masih muat dan kompresi tidak perlu. Begitu jangkauannya mencapai miliar, array langsung sudah 3,8 GB sementara versi mampatnya hanya 390 KB.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kompresi bila jangkauan nilai jauh lebih besar dari banyaknya nilai.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sampai 10^6 biasanya masih aman tanpa kompresi.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bertipe long long atau negatif hampir selalu butuh kompresi.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juga dipakai untuk koordinat pada sweep line dan segment tree.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nilai, jangkauan sampai satu juta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Array Asli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bilangan dengan jangkauan sampai satu juta. Array sebesar itu jelas mustahil dibuat.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1000000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11496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1496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1149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01968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1968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999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244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5      nilai terkecil -3      nilai terbesar 1000000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ada empat nilai berbeda di sini. Sisa 999999996 nilai lain tidak pernah muncul, jadi menyediakan tempat untuk semuanya adalah pemborosan total.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Salin, Urutkan, Buang Kembar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Salinannya diurutkan lalu kembarannya dibuang. Hasilnya adalah daftar nilai unik yang terurut.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4173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395728"/>
            <a:ext cx="14173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11496" y="2395728"/>
            <a:ext cx="14173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1496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999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1149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01968" y="2395728"/>
            <a:ext cx="141732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1968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1000000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244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dibuang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  -&gt;  -3  5  5  999  1000000        unique + erase  -&gt;  -3  5  999  1000000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Sekarang b berperan sebagai kamus dua arah: b[i] memberi nilai asli, sedangkan lower_bound pada b memberi nomor barunya.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Ganti dengan Nomor Barunya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nilai diganti dengan posisinya di dalam b, dicari dengan lower_bound dalam O(log k).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130552" y="2395728"/>
            <a:ext cx="141732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30552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30552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21024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21024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11496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11496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11496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01968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01968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01968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2395728"/>
            <a:ext cx="14173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2440" y="239572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seluruh nilai kini berada di 0 .. 3      urutan relatifnya sama persis dengan semula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sendiri: pada array asli a[0] paling besar dan a[4] paling kecil. Pada hasil kompresi, a[0] = 3 tetap paling besar dan a[4] = 0 tetap paling kecil.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baris yang perlu dihafal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Idiom Baku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baris ini muncul di ratusan solusi. Hafalkan bentuknya sampai bisa ditulis tanpa berpikir.</a:t>
            </a:r>
            <a:endParaRPr lang="en-US" sz="1300" dirty="0"/>
          </a:p>
        </p:txBody>
      </p:sp>
      <p:pic>
        <p:nvPicPr>
          <p:cNvPr id="4" name="Image 0" descr="/tmp/ppt/imgs/c60_15_4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023" y="1755648"/>
            <a:ext cx="5580338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bekerja pada SALINAN. Mengurutkan array aslinya akan menghancurkan urutan yang justru sedang dipertahankan.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 lebih dulu, karena unique hanya membandingkan unsur yang bertetangga.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erase(unique(...)) adalah satu kesatuan. unique sendiri tidak menghapus apa pun.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lower_bound memberi indeks kemunculan pertama nilai itu di dalam b — persis nomor barunya.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kembali ke nilai asli cukup b[a[i]]. Simpan b bila soal masih membutuhkan nilai sesungguhnya.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erase(unique(...)) Perlu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hanya memindahkan duplikat ke belakang, tidak menghapusnya. Tanpa erase, ukuran vektornya salah dan indeksnya ikut kacau.</a:t>
            </a:r>
            <a:endParaRPr lang="en-US" sz="1300" dirty="0"/>
          </a:p>
        </p:txBody>
      </p:sp>
      <p:pic>
        <p:nvPicPr>
          <p:cNvPr id="4" name="Image 0" descr="/tmp/ppt/imgs/c60_16_4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369" y="1993392"/>
            <a:ext cx="3702805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masih 6, bukan 3, dan isi di belakang tidak terdefinisi. lower_bound pada vektor seperti itu bisa mengembalikan indeks yang salah tanpa satu pun peringatan.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memindahkan duplikat ke belakang lalu mengembalikan batas barunya.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erase yang benar-benar memotong vektornya.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setelah batas tidak terdefinisi — jangan pernah dibaca.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Wajib sort dulu; unique hanya membuang duplikat yang BERSEBELAHAN.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Varian yang Sering Dipakai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tidak hanya untuk satu array. Empat varian ini menutupi hampir semua pemakaiannya di kontes.</a:t>
            </a:r>
            <a:endParaRPr lang="en-US" sz="1300" dirty="0"/>
          </a:p>
        </p:txBody>
      </p:sp>
      <p:pic>
        <p:nvPicPr>
          <p:cNvPr id="4" name="Image 0" descr="/tmp/ppt/imgs/c60_17_4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8435" y="1755648"/>
            <a:ext cx="346467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Varian kedua adalah yang paling sering terlewat: nilai yang muncul di pertanyaan juga harus ikut dimampatkan, bukan hanya nilai di array awal.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630168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502152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Gabungkan SEMUA nilai yang akan dipakai sebelum memampatkan.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199382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071366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selang, masukkan kedua ujungnya; kadang perlu r+1 juga.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7685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640580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asli selalu bisa diambil kembali lewat s[id].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378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09794"/>
            <a:ext cx="318211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nilai baru muncul saat program berjalan, kompresi offline tidak bisa dipakai.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Mengurutkan array aslinya, bukan salinannya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asli adalah satu-satunya hal yang sedang dijaga. Selalu buat vector b = a lebih dulu sebelum menyortirnya.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unique tanpa erase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unique hanya menggeser unsur unik ke depan dan tidak memotong ekornya. Tanpa erase, b masih berisi sampah di belakang.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Mengompresi dua array secara terpisah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Nomor yang sama pada dua kompresi berbeda tidak berarti nilai yang sama. Gabungkan keduanya lebih dulu bila akan dibandingkan.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menambah satu pada ujung kanan rentang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sweep line, kumpulkan l dan r + 1. Tanpa penambahan itu, dua rentang bersebelahan akan menyatu dan jawabannya salah.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 dengan Nilai Besar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array berisi n bilangan bulat yang nilainya bisa sampai sepuluh pangkat sembilan. Hitung banyaknya pasangan indeks i kurang dari j dengan a[i] lebih besar daripada a[j].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mutlak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bisa melebihi jangkauan int</a:t>
            </a:r>
            <a:endParaRPr lang="en-US" sz="1200" dirty="0"/>
          </a:p>
        </p:txBody>
      </p:sp>
      <p:pic>
        <p:nvPicPr>
          <p:cNvPr id="9" name="Image 0" descr="/tmp/ppt/imgs/c60_20_4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909" y="1280160"/>
            <a:ext cx="223106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22 sampai 27: kompresi membuat nilai raksasa bisa langsung dipakai sebagai indeks Fenwick.</a:t>
            </a:r>
            <a:endParaRPr lang="en-US" sz="1300" dirty="0"/>
          </a:p>
        </p:txBody>
      </p:sp>
      <p:pic>
        <p:nvPicPr>
          <p:cNvPr id="4" name="Image 0" descr="/tmp/ppt/imgs/c60_21_4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2670" y="1993392"/>
            <a:ext cx="295620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Loop berjalan dari kanan ke kiri, sehingga saat memproses i seluruh isi Fenwick adalah elemen yang berada di sebelah kanannya.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kompresi langsung; tiga berikutnya menggabungkannya dengan alat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Values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Kompresi sebagai pemetaan nilai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1000C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Sweep line dengan kompresi rentang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Queries and Copies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Kompresi ditambah 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61E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tripel dengan Fenwick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1042D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sum, kompresi, lalu Fenwick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dijaga adalah urutan, bukan nilainya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perbandingan tetap memberi hasil sama. Yang hilang adalah jarak antar nilai — simpan array aslinya bila masih dibutuhkan.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baris idiom yang selalu sama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Salin, sort, erase(unique(...)), lalu lower_bound. Hafalkan sampai bisa ditulis tanpa berpikir.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Gunanya membuka pintu ke alat berindeks nilai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Fenwick, segment tree, DSU, dan DP atas nilai semuanya menjadi mungkin setelah nilainya muat sebagai indeks array.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Kompresi bersama untuk dua array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dua array akan dibandingkan, gabungkan dulu sebelum sort dan unique agar keduanya memakai penomoran yang sama.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2026-09-05T08:51:33Z</dcterms:created>
  <dcterms:modified xsi:type="dcterms:W3CDTF">2026-09-05T08:51:33Z</dcterms:modified>
</cp:coreProperties>
</file>