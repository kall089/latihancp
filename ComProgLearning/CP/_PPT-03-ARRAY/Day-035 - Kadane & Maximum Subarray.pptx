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Kadane &amp; Maximum Subarray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Program dinamis pertama yang kamu tulis tanpa menyadarinya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 DP · Day 35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35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Kadane menjawab pertanyaan yang terlihat sulit dengan dua pilihan sederhana.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Kamu berjualan tiap hari, kadang untung kadang rugi. Yang dicari: periode berturut-turut dengan total untung terbesar.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Maximum subarray: potongan berurutan dengan jumlah terbesar.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hari ini kamu cuma punya dua pilihan: LANJUTKAN periode kemarin, atau MULAI periode baru dari hari ini.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dp[i] = max( a[i], dp[i-1] + a[i] ). Tidak ada kemungkinan ketiga.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total kemarin sudah minus, membawanya ke hari ini hanya menyeret turun. Lebih baik mulai dari nol.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Begitu jumlah berjalan menjadi negatif, buang saja — ia tidak akan pernah membantu hari berikutnya.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Rekor untung terbesar dicatat terpisah dari untung periode yang sedang berjalan.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variabel terpisah: cur (periode sekarang) dan best (rekor). Mencampurnya adalah bug paling sering.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Mempersempit pertanyaan dari "periode terbaik di seluruh tahun" menjadi "periode terbaik yang berakhir hari ini" — itulah cara berpikir DP.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Kadane menjawab "berapa jumlah potongan berurutan terbesar" dalam satu kali jalan. Ia juga merupakan DP pertama yang biasanya ditulis orang tanpa menyadarinya.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Soalnya: subarray dengan jumlah terbesar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sebuah deret bilangan yang boleh negatif, pilih satu potongan berurutan yang tidak kosong sehingga jumlahnya sebesar mungkin.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Idenya: dua pilihan di setiap posisi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Subarray yang berakhir di posisi i entah menyambung yang berakhir di i-1, atau memulai baru dari i. Tidak ada kemungkinan ketiga.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 sebenarnya DP satu dimensi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dp[i] = jumlah terbesar subarray yang berakhir di i. Karena dp[i] hanya butuh dp[i-1], arraynya bisa diganti satu variabel.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penting dipelajari sekarang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Kadane adalah contoh terkecil dari cara berpikir DP: mempersempit pertanyaan, mendaftar pilihan, lalu mengambil yang terbaik. Pola itu berulang di seluruh materi DP.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Bentuk soalnya sangat khas, tetapi sering muncul sebagai bagian dari soal yang lebih besar.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subarray dengan jumlah maksimum atau minimum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keuntungan terbesar dari periode berurutan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Sebagai bagian dari soal yang lebih besar, misalnya submatriks dengan jumlah terbesar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Varian melingkar: total dikurangi subarray dengan jumlah terkecil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Elemen yang dipilih boleh melompat — itu soal subsequence, bukan subarray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batasan panjang minimum atau maksimum — butuh prefix sum ditambah struktur data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Nilainya berubah bergantung pada pilihan sebelumnya — butuh DP dengan state lebih kaya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paling sering: memulai best dari nol. Bila semua elemen negatif dan subarray tidak boleh kosong, jawabannya harus tetap negatif.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Prefix sum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Two pointers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Memoization (Day 66)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Prinsip DP (Day 141)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linear 1D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Kadane &amp;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Maximum Subarray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satu dimensi paling sederhana, ditulis hanya dengan dua variabel.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kamu bisa menjelaskan kenapa Kadane benar, kamu sudah memahami inti dynamic programming. Sisanya hanyalah state yang lebih rumit.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Maximum Subarray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O(n³) ke O(n²)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Kadane: Dua Pilihan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Langkah demi Langkah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Kadane Sebenarnya Adalah DP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Rekonstruksi Indeks Jawaban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Klasik &amp; Contoh Soal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Menuju Materi DP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Maximum Subarray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potongan berurutan dengan jumlah terbesar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Definisi yang Harus Tepat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kesalahan pada soal ini berasal dari salah memahami kata "subarray". Perhatikan tiga pembeda berikut.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Subarray itu berurutan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Elemen yang diambil harus bersebelahan. Dari {1, 2, 3} boleh mengambil {2, 3}, tetapi tidak boleh {1, 3}. Yang boleh melompat namanya subsequence, dan itu soal yang berbeda.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Subarray tidak boleh kosong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hampir semua soal, minimal satu elemen harus diambil. Akibatnya, bila seluruh elemen negatif, jawabannya adalah elemen negatif terbesar, bukan nol.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dicari adalah jumlah, bukan panjang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Subarray terpanjang belum tentu jumlahnya terbesar. Menambah elemen negatif membuat panjang bertambah tetapi jumlah berkurang.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Banyaknya kandidat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n(n+1)/2 subarray. Untuk n = 100.000 jumlahnya sekitar 5 x 10^9 — jelas tidak mungkin diperiksa satu per satu.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Konkret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berikut punya banyak kandidat. Perhatikan bahwa jawaban terbaik justru melewati sebuah elemen negatif.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7889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633472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63347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2735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35224" y="2633472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35224" y="263347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35224" y="32735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22776" y="2633472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22776" y="263347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922776" y="32735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10328" y="2633472"/>
            <a:ext cx="91440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10328" y="263347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910328" y="32735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97880" y="2633472"/>
            <a:ext cx="91440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97880" y="263347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-1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897880" y="32735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85432" y="2633472"/>
            <a:ext cx="91440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85432" y="263347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885432" y="32735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872984" y="2633472"/>
            <a:ext cx="91440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872984" y="263347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872984" y="32735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860536" y="2633472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860536" y="263347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-5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860536" y="32735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848088" y="2633472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848088" y="263347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848088" y="32735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i=8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67512" y="376732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41832" y="385876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jawaban = a[3] + a[4] + a[5] + a[6] = 4 + (-1) + 2 + 1 = 6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41832" y="420624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Elemen -1 tetap diambil karena mengorbankan 1 untuk mendapatkan 3 di kanannya. Inilah alasan greedy sederhana "ambil semua yang positif" tidak cukup.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Lambat ke Cepat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tingkat kecepatan pada soal yang sama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Pertama — Coba Semua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ini benar dan paling mudah ditulis. Gunakan sebagai pembanding jawaban saat menguji kode cepatmu nanti.</a:t>
            </a:r>
            <a:endParaRPr lang="en-US" sz="1300" dirty="0"/>
          </a:p>
        </p:txBody>
      </p:sp>
      <p:pic>
        <p:nvPicPr>
          <p:cNvPr id="4" name="Image 0" descr="/tmp/ppt/imgs/c57_11_38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925" y="1993392"/>
            <a:ext cx="5667694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terdalam menghitung ulang jumlah yang sebagian besar sudah dihitung pada iterasi sebelumnya. Pemborosan inilah yang akan kita buang.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Kedua — Jumlah Berjalan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Alih-alih menghitung ulang, simpan jumlah berjalan dan tambahkan satu elemen setiap langkah. Satu loop hilang tanpa kehilangan kebenaran.</a:t>
            </a:r>
            <a:endParaRPr lang="en-US" sz="1300" dirty="0"/>
          </a:p>
        </p:txBody>
      </p:sp>
      <p:pic>
        <p:nvPicPr>
          <p:cNvPr id="4" name="Image 0" descr="/tmp/ppt/imgs/c57_12_38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3295" y="1993392"/>
            <a:ext cx="6014955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"simpan hasil sebelumnya lalu perbarui sedikit" adalah cikal bakal DP. Kadane hanya melangkah satu tingkat lebih jauh dari sini.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Perbandingan pada n = 100.000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aman satu detik pada kontes kira-kira 10^8 operasi. Perhatikan bahwa hanya satu dari tiga yang lolos.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4505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O(n³)  brute force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502152" y="2432304"/>
            <a:ext cx="6583680" cy="384048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177272" y="243230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10^15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502152" y="28529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sekitar 300 abad — bahkan tidak layak dicoba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67512" y="33192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O(n²)  jumlah berjalan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502152" y="3300984"/>
            <a:ext cx="2633472" cy="384048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27064" y="330098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10^10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502152" y="3721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sekitar 100 detik — masih jauh dari batas waktu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" y="4187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O(n)  Kadane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502152" y="4169664"/>
            <a:ext cx="228600" cy="38404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822192" y="416966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10^5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502152" y="45902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sekitar 0,001 detik — lolos dengan sangat longgar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Kadane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posisi hanya punya dua pilihan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Pertanyaan yang Mengubah Segalanya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Alih-alih bertanya "berapa subarray terbaik?", tanyakan sesuatu yang jauh lebih sempit.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Pertanyaan lama terlalu luas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"Berapa jumlah subarray terbaik di seluruh array?" — sulit dijawab langsung, karena kandidatnya sangat banyak dan tidak ada urutan alami untuk menyusunnya.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Pertanyaan baru yang lebih sempit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"Berapa jumlah subarray terbaik yang WAJIB berakhir tepat di indeks i?" — pertanyaan ini punya jawaban tunggal untuk setiap i, dan bisa dihitung dari jawaban i-1.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ada dua kemungkinan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Subarray yang berakhir di i entah menyambung subarray yang berakhir di i-1, atau memulai dari nol tepat di i. Tidak ada kemungkinan ketiga.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akhirnya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subarray pasti berakhir di suatu indeks. Jadi jawaban seluruh soal adalah yang terbesar di antara semua jawaban per indeks.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Langkah Berpikir Kadane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Alur ini berlaku untuk hampir semua soal DP satu dimensi. Hafalkan polanya, bukan kodenya.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029968"/>
            <a:ext cx="2473452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029968"/>
            <a:ext cx="2473452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" y="2231136"/>
            <a:ext cx="347472" cy="347472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50392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(1)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307592" y="2231136"/>
            <a:ext cx="16504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Persempit pertanyaan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50392" y="2715768"/>
            <a:ext cx="21076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Berhenti bertanya tentang seluruh array. Tanyakan hanya: berapa jumlah terbesar subarray yang wajib berakhir di indeks i?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50392" y="4151376"/>
            <a:ext cx="21076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dp[i] = ...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86684" y="3355848"/>
            <a:ext cx="22860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461004" y="2029968"/>
            <a:ext cx="2473452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3461004" y="2029968"/>
            <a:ext cx="2473452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Shape 12"/>
          <p:cNvSpPr/>
          <p:nvPr/>
        </p:nvSpPr>
        <p:spPr>
          <a:xfrm>
            <a:off x="3643884" y="2231136"/>
            <a:ext cx="347472" cy="347472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643884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(2)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101084" y="2231136"/>
            <a:ext cx="16504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Pilihan A — sambung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3643884" y="2715768"/>
            <a:ext cx="21076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Lanjutkan subarray terbaik yang berakhir di i-1, lalu tambahkan a[i] ke dalamnya. Berguna selama dp[i-1] masih positif.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643884" y="4151376"/>
            <a:ext cx="21076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CF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dp[i-1] + a[i]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80176" y="3355848"/>
            <a:ext cx="22860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254496" y="2029968"/>
            <a:ext cx="2473452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Shape 19"/>
          <p:cNvSpPr/>
          <p:nvPr/>
        </p:nvSpPr>
        <p:spPr>
          <a:xfrm>
            <a:off x="6254496" y="2029968"/>
            <a:ext cx="2473452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Shape 20"/>
          <p:cNvSpPr/>
          <p:nvPr/>
        </p:nvSpPr>
        <p:spPr>
          <a:xfrm>
            <a:off x="6437376" y="2231136"/>
            <a:ext cx="347472" cy="34747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37376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(3)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894576" y="2231136"/>
            <a:ext cx="16504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Pilihan B — mulai baru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6437376" y="2715768"/>
            <a:ext cx="21076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Buang seluruh masa lalu dan mulai subarray baru tepat di i. Berguna ketika dp[i-1] negatif dan hanya akan menyeret turun.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437376" y="4151376"/>
            <a:ext cx="21076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a[i]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773668" y="3355848"/>
            <a:ext cx="22860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047988" y="2029968"/>
            <a:ext cx="2473452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Shape 27"/>
          <p:cNvSpPr/>
          <p:nvPr/>
        </p:nvSpPr>
        <p:spPr>
          <a:xfrm>
            <a:off x="9047988" y="2029968"/>
            <a:ext cx="2473452" cy="45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0" name="Shape 28"/>
          <p:cNvSpPr/>
          <p:nvPr/>
        </p:nvSpPr>
        <p:spPr>
          <a:xfrm>
            <a:off x="9230868" y="2231136"/>
            <a:ext cx="347472" cy="347472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230868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(4)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688068" y="2231136"/>
            <a:ext cx="16504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Ambil yang terbaik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9230868" y="2715768"/>
            <a:ext cx="21076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Bandingkan kedua pilihan, simpan yang lebih besar sebagai dp[i], lalu perbarui rekor keseluruhan bila perlu.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9230868" y="4151376"/>
            <a:ext cx="21076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 = max(best, dp[i])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3b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Kadane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Menelusuri array contoh langkah demi langkah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Titik Awal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awal diambil dari elemen pertama, bukan dari nol. Alasannya dibahas di bagian jebakan nanti.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cur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91440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35224" y="2395728"/>
            <a:ext cx="91440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35224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35224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22776" y="2395728"/>
            <a:ext cx="91440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22776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922776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10328" y="2395728"/>
            <a:ext cx="91440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10328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910328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97880" y="2395728"/>
            <a:ext cx="91440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97880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897880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85432" y="2395728"/>
            <a:ext cx="91440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85432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885432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872984" y="2395728"/>
            <a:ext cx="91440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872984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872984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860536" y="2395728"/>
            <a:ext cx="91440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860536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860536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848088" y="2395728"/>
            <a:ext cx="91440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848088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848088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i=8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 = a[0] = -2      best = -2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cur berarti "subarray terbaik yang berakhir di sini". Di indeks 0 hanya ada satu pilihan, yaitu elemen itu sendiri.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4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Membuang Masa Lalu yang Buruk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indeks 1, menyambung ke cur yang bernilai -2 justru merugikan. Kadane memilih memulai baru.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cur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91440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35224" y="2395728"/>
            <a:ext cx="91440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35224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35224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22776" y="2395728"/>
            <a:ext cx="91440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22776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922776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10328" y="2395728"/>
            <a:ext cx="91440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10328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910328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97880" y="2395728"/>
            <a:ext cx="91440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97880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897880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85432" y="2395728"/>
            <a:ext cx="91440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85432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885432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872984" y="2395728"/>
            <a:ext cx="91440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872984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872984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860536" y="2395728"/>
            <a:ext cx="91440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860536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860536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848088" y="2395728"/>
            <a:ext cx="91440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848088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848088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i=8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404872" y="2286000"/>
            <a:ext cx="987552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 = max( a[1], cur + a[1] ) = max( 1, -1 ) = 1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Aturan praktisnya: begitu cur menjadi negatif, ia tidak akan pernah membantu elemen di kanannya. Buang saja.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4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Menahan Kerugian Kecil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indeks 4 elemennya negatif, tetapi cur masih cukup besar sehingga menyambung tetap lebih baik.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cur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35224" y="2395728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35224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35224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22776" y="2395728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22776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922776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10328" y="2395728"/>
            <a:ext cx="91440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10328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910328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97880" y="2395728"/>
            <a:ext cx="91440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97880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897880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85432" y="2395728"/>
            <a:ext cx="91440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85432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885432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872984" y="2395728"/>
            <a:ext cx="91440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872984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872984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860536" y="2395728"/>
            <a:ext cx="91440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860536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860536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848088" y="2395728"/>
            <a:ext cx="91440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848088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848088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i=8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367528" y="2286000"/>
            <a:ext cx="987552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 = max( -1, 4 + (-1) ) = 3      best = 4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Elemen negatif tidak otomatis memutus subarray. Yang menentukan adalah apakah cur masih positif setelah ditambah.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4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4 — Rekor Tertinggi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cur terus dibandingkan dengan best. Di indeks 6 rekor barunya adalah 6, dan tidak akan terlampaui lagi.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7889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cur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633472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63347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2735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35224" y="2633472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35224" y="263347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35224" y="32735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22776" y="2633472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22776" y="263347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922776" y="32735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10328" y="2633472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10328" y="263347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910328" y="32735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97880" y="2633472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97880" y="263347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897880" y="32735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85432" y="2633472"/>
            <a:ext cx="91440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85432" y="263347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885432" y="32735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872984" y="2633472"/>
            <a:ext cx="91440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872984" y="263347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872984" y="32735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860536" y="2633472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860536" y="263347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860536" y="32735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848088" y="2633472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848088" y="263347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848088" y="32735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i=8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342632" y="2523744"/>
            <a:ext cx="987552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67512" y="376732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41832" y="385876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 = max( 1, 5 + 1 ) = 6      best = max(4, 6) = 6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941832" y="420624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indeks 7: cur turun menjadi 1 karena a[7] = -5, tetapi best tetap 6. Itulah gunanya menyimpan dua variabel terpisah.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 / 4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Kadane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Sepuluh baris, satu loop, dua variabel. Bandingkan dengan simulasi di halaman sebelumnya.</a:t>
            </a:r>
            <a:endParaRPr lang="en-US" sz="1300" dirty="0"/>
          </a:p>
        </p:txBody>
      </p:sp>
      <p:pic>
        <p:nvPicPr>
          <p:cNvPr id="4" name="Image 0" descr="/tmp/ppt/imgs/c57_22_38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755648"/>
            <a:ext cx="6309360" cy="382661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cur menyimpan jawaban untuk pertanyaan sempit tadi: subarray terbaik yang berakhir tepat di posisi sekarang.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best menyimpan rekor tertinggi yang pernah dilihat. Keduanya harus dipisah — mencampurnya adalah bug paling sering pada Kadane.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Inilah seluruh keputusannya. Sambung ke kiri, atau mulai baru dari elemen ini. Tidak ada opsi lain yang perlu dipertimbangkan.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Perbarui rekor setelah cur dihitung, bukan sebelumnya. Urutan ini penting.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Cast ke long long dipasang karena jumlah bisa mencapai 10^5 x 10^9 = 10^14, jauh melewati batas int.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Kadane Adalah DP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Mengenali kerangka yang sama di balik kode pendek itu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Ditulis Ulang Sebagai Tabel DP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ini melakukan hal yang sama persis dengan Kadane, hanya saja hasilnya disimpan dalam array agar terlihat sebagai DP.</a:t>
            </a:r>
            <a:endParaRPr lang="en-US" sz="1300" dirty="0"/>
          </a:p>
        </p:txBody>
      </p:sp>
      <p:pic>
        <p:nvPicPr>
          <p:cNvPr id="4" name="Image 0" descr="/tmp/ppt/imgs/c57_24_38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6516" y="1993392"/>
            <a:ext cx="4908512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terakhir sering menjadi jebakan: jawaban DP ini bukan nilai terakhir tabel, melainkan nilai terbesar di seluruh tabel — karena subarray boleh berakhir di mana saja.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Memetakan Kadane ke Kerangka DP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pertanyaan yang akan kamu tanyakan pada setiap soal DP, dijawab untuk kasus Kadane.</a:t>
            </a:r>
            <a:endParaRPr lang="en-US" sz="13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4023360"/>
                <a:gridCol w="4361688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Komponen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Pada Kadane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Cara mengenalinya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STATE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dp[i] = jumlah terbesar subarray yang berakhir di 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Apa informasi minimum yang harus diingat agar posisi berikutnya bisa diputuskan?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TRANSISI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dp[i] = max( a[i], dp[i-1] + a[i] 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Dari state mana saja posisi ini bisa dicapai, dan berapa biaya tiap jalur?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BASE CASE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dp[0] = a[0]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State terkecil yang jawabannya sudah pasti tanpa perhitungan.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URUTAN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 menaik dari 1 ke n-1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Pastikan state yang dibutuhkan sudah dihitung sebelum dipakai.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JAWABAN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max dari seluruh dp[i]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Belum tentu state terakhir. Selalu periksa ulang pada soal DP mana pun.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Menghemat Memori — Rolling Array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dp[i] hanya memerlukan dp[i-1], seluruh array boleh diganti satu variabel. Teknik ini akan kembali muncul pada knapsack.</a:t>
            </a:r>
            <a:endParaRPr lang="en-US" sz="1300" dirty="0"/>
          </a:p>
        </p:txBody>
      </p:sp>
      <p:pic>
        <p:nvPicPr>
          <p:cNvPr id="4" name="Image 0" descr="/tmp/ppt/imgs/c57_26_38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894" y="1993392"/>
            <a:ext cx="5565757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Kadane yang biasa kamu lihat sebenarnya adalah versi DP yang sudah dioptimasi memorinya. Kamu sudah menulis DP sejak awal tanpa menyadarinya.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Variasi &amp; Jebakan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Hal-hal yang menjatuhkan submission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Mengembalikan Indeks Jawaban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Beberapa soal meminta batas kiri dan kanan subarray, bukan hanya jumlahnya. Cukup tambahkan tiga variabel penanda.</a:t>
            </a:r>
            <a:endParaRPr lang="en-US" sz="1300" dirty="0"/>
          </a:p>
        </p:txBody>
      </p:sp>
      <p:pic>
        <p:nvPicPr>
          <p:cNvPr id="4" name="Image 0" descr="/tmp/ppt/imgs/c57_28_39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4575" y="1993392"/>
            <a:ext cx="4872393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ini — menyimpan dari mana keputusan terbaik berasal — adalah dasar rekonstruksi jalur pada DP, yang akan dibahas tuntas di Day 152.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Jebakan: Semua Elemen Negatif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yang memulai dari nol beredar luas di internet dan salah pada kasus ini. Perhatikan perbedaannya.</a:t>
            </a:r>
            <a:endParaRPr lang="en-US" sz="1300" dirty="0"/>
          </a:p>
        </p:txBody>
      </p:sp>
      <p:pic>
        <p:nvPicPr>
          <p:cNvPr id="4" name="Image 0" descr="/tmp/ppt/imgs/c57_29_39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2252" y="1755648"/>
            <a:ext cx="3957040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Selalu tanyakan ke dirimu: bolehkah jawabannya berupa subarray kosong? Bila tidak boleh, jangan pernah memulai dari nol.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Daftar Periksa Sebelum Submit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kesalahan yang menyumbang hampir seluruh WA pada soal keluarga Kadane.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Tipe data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 maksimum bisa mencapai n x max|a[i]|. Untuk n = 2 x 10^5 dan nilai 10^9, hasilnya 2 x 10^14 — wajib long long.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awal best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Isi dengan a[0], bukan 0 dan bukan INT_MIN yang lalu ditambah — penambahan pada INT_MIN menyebabkan overflow.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pembaruan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cur lebih dulu, baru perbarui best. Membalik urutannya membuat elemen terakhir tidak pernah ikut dipertimbangkan.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Baca ulang batasan subarray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varian yang mengharuskan panjang minimal k, atau melarang array kosong, atau memperbolehkan array melingkar. Semuanya mengubah kode.</a:t>
            </a:r>
            <a:endParaRPr lang="en-US" sz="12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Potongan Terbaik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n bilangan bulat. Pilih satu potongan berurutan yang tidak kosong sehingga jumlahnya sebesar mungkin. Keluarkan jumlah tersebut.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 &lt;= 200000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-10^9 &lt;= a[i] &lt;= 10^9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waktu 1 detik</a:t>
            </a:r>
            <a:endParaRPr lang="en-US" sz="1200" dirty="0"/>
          </a:p>
        </p:txBody>
      </p:sp>
      <p:pic>
        <p:nvPicPr>
          <p:cNvPr id="9" name="Image 0" descr="/tmp/ppt/imgs/c57_32_3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8299" y="1280160"/>
            <a:ext cx="433428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tiga hal: tipe long long, nilai awal dari a[0], dan tidak adanya kondisi khusus untuk array negatif.</a:t>
            </a:r>
            <a:endParaRPr lang="en-US" sz="1300" dirty="0"/>
          </a:p>
        </p:txBody>
      </p:sp>
      <p:pic>
        <p:nvPicPr>
          <p:cNvPr id="4" name="Image 0" descr="/tmp/ppt/imgs/c57_33_39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1699" y="1993392"/>
            <a:ext cx="3198146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waktu O(n) dengan satu kali baca, dan memori O(n) yang bahkan bisa dijadikan O(1) bila angkanya diproses langsung saat dibaca.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berurutan. Tiga soal pertama adalah Kadane langsung; dua terakhir menuntut modifikasi.</a:t>
            </a:r>
            <a:endParaRPr lang="en-US" sz="13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466344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Maximum Subarray Sum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Kadane murni, perhatikan long long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1352D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Variasi jumlah berjalan dua arah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LeetCode 53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Kadane dengan rekonstruksi indeks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LeetCode 918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Maximum subarray melingkar (total - minimum)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Maximum Subarray Sum II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Kadane dengan batas panjang, butuh prefix + struktur data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 &amp; Menuju DP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perlu terbawa dari materi ini sebelum masuk ke Day 141.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Pertanyaan sempit mengalahkan pertanyaan luas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Mengunci satu ujung ("harus berakhir di i") mengubah soal yang sulit menjadi soal yang punya jawaban tunggal per posisi. Ini adalah cara berpikir inti seluruh DP.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Transisi hanya berisi pilihan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Tuliskan semua kemungkinan cara mencapai satu state, lalu ambil yang terbaik. Pada Kadane pilihannya dua; pada knapsack juga dua; pada LIS sebanyak 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belum tentu di state terakhir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Biasakan bertanya "di state mana jawabannya berada?" secara terpisah dari "bagaimana tabelnya diisi?".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Rolling array itu wajar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state hanya butuh satu baris sebelumnya, memori boleh dipangkas. Kadane adalah contoh paling ekstremnya: dari O(n) menjadi dua variabel.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2026-09-03T08:43:02Z</dcterms:created>
  <dcterms:modified xsi:type="dcterms:W3CDTF">2026-09-03T08:43:02Z</dcterms:modified>
</cp:coreProperties>
</file>