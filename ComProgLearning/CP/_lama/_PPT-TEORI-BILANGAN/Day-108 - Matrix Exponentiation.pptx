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Exponentiation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suku ke-10^18 dari sebuah rekurens dalam waktu logaritmik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· Day 108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 menghitung suku ke-10^18 dari sebuah rekurens linear dalam waktu logaritmik, dengan mengubah satu langkah menjadi perkalian matriks.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persis dengan modpow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pangkat menjadi dua berulang kali. Yang berubah hanya objeknya: dari bilangan menjadi matriks, dan dari angka 1 menjadi matriks identitas.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adalah menyusun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vektor state, lalu tulis apa yang terjadi setelah satu langkah. Koefisiennya menjadi baris matriks. Kodenya justru bagian yang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O(k³ 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k ukuran matriks. Untuk k = 2 dan n = 10^18 hanya sekitar 480 operasi. Matriks 100 x 100 masih bisa; 500 x 500 sudah terlalu berat.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adjacency matrix menghitung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ke-(i, j) dari A pangkat k adalah banyaknya jalur dari i ke j sepanjang tepat k sisi. Identitas yang sangat berguna.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n raksasa, tetapi jumlah state-nya 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 linear dengan n sampai 10^18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jalur sepanjang tepat k sisi pada graf kecil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transisinya sama persis di setiap langkah, dengan state sedikit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string sah sepanjang n yang sangat besar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DP biasa sudah lolos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berubah di setiap langkah — tidak bisa dijadikan satu matriks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tidak linear, misalnya ada perkalian antar suku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11112" y="498348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1111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state-nya besar; k³ tumbuh sangat cepat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pangkat adalah bug paling sering. Selalu uji n = 1, 2, dan 3 dengan tangan sebelum mengirim jawaban.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Modular exponentiation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matriks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Kitamasa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Berlekamp-Massey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transisi tetap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Exponentiation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satu langkah rekurens menjadi perkalian matriks.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modpow sudah kamu kuasai, materi ini hanya soal mengganti operasi perkaliannya. Yang benar-benar baru hanyalah cara menyusun matriksnya.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Rekurens dengan n Besar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Matriksnya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pada Fibonacci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Modulo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 Power untuk Matriks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langkah rekurens sebagai perkalian matriks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Matriks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satu langkah rekurens bisa ditulis sebagai perkalian matriks, maka k langkah adalah matriks itu dipangkatkan k.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743" y="1993392"/>
            <a:ext cx="348746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persis ide yang sama dengan modpow: memangkatkan dengan membelah pangkat menjadi dua berulang kali. Yang berubah hanya objek yang dikalikan.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Matriksnya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yang berlaku untuk rekurens linear apa pun. Bagian tersulitnya adalah langkah pertama.</a:t>
            </a:r>
            <a:endParaRPr lang="en-US" sz="1300" dirty="0"/>
          </a:p>
        </p:txBody>
      </p:sp>
      <p:pic>
        <p:nvPicPr>
          <p:cNvPr id="4" name="Image 0" descr="/tmp/ppt/imgs/c0_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2504" y="1755648"/>
            <a:ext cx="354394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suku konstan di bagian bawah sangat berguna: dengan menambahkan satu baris berisi angka 1 yang bertahan, rekurens yang punya konstanta pun bisa dijadikan matriks.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dengan matriks 2 x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Matriks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menyatakan fib(n+1) = fib(n) + fib(n-1). Baris kedua sekadar menggeser nilai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5112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791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4882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x [ fib(n), fib(n-1) ] = [ fib(n+1), fib(n) 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230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berisi koefisien rekurensnya. Baris kedua berisi satu dan nol, yang berfungsi memindahkan fib(n) ke posisi fib(n-1) pada langkah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Setelah Dikuadratkan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pangkat dua berarti maju dua langkah sekaligus. Isinya masih bilangan Fibonacci.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5112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791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4882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M^2 = | 2  1 |     M x [f(n), f(n-1)] dua kali = [f(n+2), f(n+1)]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230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umumnya: M pangkat k berisi [ fib(k+1), fib(k) ; fib(k), fib(k-1) ]. Sifat ini bisa dipakai untuk memeriksa kebenaran implementasimu.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Setelah Dipangkatkan Empat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tiga kali pengkuadratan, kita sudah maju delapan langkah. Itulah kenapa n = 10^18 hanya butuh sekitar 60 perkalian.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69748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69748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7490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74904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749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74904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749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51206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M^4 = | 5  3 |   -&gt;  fib(5) = 5, fib(4) = 3, fib(3) =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4681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pengkuadratan menggandakan jumlah langkah yang ditempuh. Untuk mencapai 10^18 langkah, cukup sekitar 60 kali pengkuadratan.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bersarang biasa. Perhatikan urutan loopnya dan baris pemercepat di tengah.</a:t>
            </a:r>
            <a:endParaRPr lang="en-US" sz="1300" dirty="0"/>
          </a:p>
        </p:txBody>
      </p:sp>
      <p:pic>
        <p:nvPicPr>
          <p:cNvPr id="4" name="Image 0" descr="/tmp/ppt/imgs/c0_13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2401" y="1755648"/>
            <a:ext cx="310415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i, p, j membuat akses ke b[p][j] berurutan di memori. Pada matriks berukuran 100 x 100, ini bisa dua sampai tiga kali lebih cepat daripada urutan i, j, p.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 Power untuk Matriks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sama persis dengan modpow. Yang berubah hanya nilai awalnya: dari angka 1 menjadi matriks identitas.</a:t>
            </a:r>
            <a:endParaRPr lang="en-US" sz="1300" dirty="0"/>
          </a:p>
        </p:txBody>
      </p:sp>
      <p:pic>
        <p:nvPicPr>
          <p:cNvPr id="4" name="Image 0" descr="/tmp/ppt/imgs/c0_14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735" y="1993392"/>
            <a:ext cx="4252914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identitas adalah padanan angka satu: apa pun dikalikan dengannya tidak berubah. Ia dipakai sebagai nilai awal akumulator.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Diagonalnya diisi satu, sisanya nol. Melupakan langkah ini membuat seluruh hasil menjadi nol.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sekarang menyala, kalikan hasil dengan matriks sekarang. Sama persis dengan modpow pada bilangan.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dikuadratkan setiap langkah, sehingga ia mewakili 1, 2, 4, 8, ... langkah.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digeser ke kanan, memindahkan pemeriksaan ke bit berikutnya.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idenya identik dengan modpow, bila salah satunya sudah kamu kuasai, yang lain hanya soal mengganti operasi perkaliannya.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Lengkap Fibonacci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pangkat n-1, bukan n. Kesalahan off-by-one di sini adalah bug paling sering pada materi ini.</a:t>
            </a:r>
            <a:endParaRPr lang="en-US" sz="1300" dirty="0"/>
          </a:p>
        </p:txBody>
      </p:sp>
      <p:pic>
        <p:nvPicPr>
          <p:cNvPr id="4" name="Image 0" descr="/tmp/ppt/imgs/c0_15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7546" y="1755648"/>
            <a:ext cx="331386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 yang menyelamatkan: sebelum mengirim jawaban, periksa n = 1, 2, dan 3 dengan tangan. Bila ketiganya benar, pangkatnya hampir pasti sudah tepat.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untuk Fibonacci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adalah identitas yang layak dihafal terpisah: pangkat adjacency matrix menghitung jalur.</a:t>
            </a:r>
            <a:endParaRPr lang="en-US" sz="1300" dirty="0"/>
          </a:p>
        </p:txBody>
      </p:sp>
      <p:pic>
        <p:nvPicPr>
          <p:cNvPr id="4" name="Image 0" descr="/tmp/ppt/imgs/c0_17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4560" y="1755648"/>
            <a:ext cx="379983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menarik: dengan mengganti pasangan operasi (kali, tambah) menjadi (tambah, min), perkalian matriks yang sama menghitung jalur terpendek dengan tepat k sisi.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n raksasa, tetapi jumlah state-nya kecil.</a:t>
            </a:r>
            <a:endParaRPr lang="en-US" sz="1300" dirty="0"/>
          </a:p>
        </p:txBody>
      </p:sp>
      <p:pic>
        <p:nvPicPr>
          <p:cNvPr id="4" name="Image 0" descr="/tmp/ppt/imgs/c0_18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059" y="1755648"/>
            <a:ext cx="511283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praktisnya ada di ukuran matriks. Karena O(k³ log n), matriks 100 x 100 masih bisa untuk n = 10^18, tetapi 500 x 500 sudah terlalu berat.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Cara Menghitung Rekurens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 n dan jumlah suku pada rekurensnya.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001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 dan paling cepat ditulis.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10^18, k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exponentiation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O(k³ log n). Pilihan utama pada soal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10^18, k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Kitamasa / Berlekamp-Massey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O(k² log n), tetapi kodenya jauh lebih panjang.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 berubah tiap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struktur lain atau pola berulang.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Rekurens tidak linear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perkalian antar suku, tidak bisa dijadikan matriks.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ke-n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q pertanyaan. Setiap pertanyaan berisi bilangan n; keluarkan suku Fibonacci ke-n modulo 10^9 + 7. Definisinya fib(0) = 0, fib(1) = 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keluarkan hasil modulo 10^9 + 7</a:t>
            </a:r>
            <a:endParaRPr lang="en-US" sz="1200" dirty="0"/>
          </a:p>
        </p:txBody>
      </p:sp>
      <p:pic>
        <p:nvPicPr>
          <p:cNvPr id="9" name="Image 0" descr="/tmp/ppt/imgs/c0_21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85" y="1280160"/>
            <a:ext cx="27649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array daripada vector membuatnya jauh lebih cepat, karena tidak ada alokasi memori di dalam loop.</a:t>
            </a:r>
            <a:endParaRPr lang="en-US" sz="1300" dirty="0"/>
          </a:p>
        </p:txBody>
      </p:sp>
      <p:pic>
        <p:nvPicPr>
          <p:cNvPr id="4" name="Image 0" descr="/tmp/ppt/imgs/c0_22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889" y="1755648"/>
            <a:ext cx="160517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O(q x 8 x log n), sekitar 5 x 10^5 operasi untuk q = 1000. Perhatikan penanganan khusus n = 0 di baris 46, karena pangkat n-1 tidak terdefinisi di situ.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rekurens langsung; tiga berikutnya menuntut penyusunan matriks sendiri.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Fibonacci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exponentiation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Graph Paths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Pangkat adjacency matrix untuk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Graph Paths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Min-plus matrix multiplication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Throwing Dice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Rekurens linear enam suku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185A / 691E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Menyusun matriks dari transisi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dengan modpow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pangkat menjadi dua berulang kali. Yang berubah hanya objeknya: dari bilangan menjadi matriks, dan dari angka 1 menjadi matriks identitas.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adalah menyusun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dulu vektor state, lalu tulis apa yang terjadi setelah satu langkah. Koefisiennya menjadi baris matriks. Kodenya justru bagian yang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dengan n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pangkat adalah bug paling sering. Uji n = 1, 2, 3 dengan tangan sebelum mengirim jawaban.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adjacency matrix menghitung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ke-(i, j) dari A pangkat k adalah banyaknya jalur dari i ke j sepanjang tepat k sisi. Identitas ini layak dihafal terpisah.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2026-09-01T05:31:43Z</dcterms:created>
  <dcterms:modified xsi:type="dcterms:W3CDTF">2026-09-01T05:31:43Z</dcterms:modified>
</cp:coreProperties>
</file>