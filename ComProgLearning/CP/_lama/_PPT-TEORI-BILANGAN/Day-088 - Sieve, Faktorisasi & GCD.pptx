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Sieve, Faktorisasi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GCD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Fondasi teori bilangan yang dipakai di hampir semua soal matematika kontes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Teori Bilangan · Day 88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menghasilkan seluruh tabel bilangan prima sekaligus, dan smallest prime factor mengubah faktorisasi dari O(akar n) menjadi O(log 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satu bilangan cukup sampai akar 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 punya faktor, salah satunya pasti tidak melebihi akar n. Untuk memeriksa SATU bilangan sampai 10^18, cara ini sudah memadai.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untuk memeriksa banyak bilangan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Menandai kelipatan setiap prima, dimulai dari i kali i. Kompleksitasnya O(n log log n) — praktis linear untuk semua ukuran nyata.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SPF menyimpan faktor prima terkecil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Jauh lebih berguna daripada sekadar "prima atau bukan". Dengan tabel ini, memfaktorkan sebuah bilangan hanya butuh sekitar 30 langkah.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faktorisasi, semuanya mengikuti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pembagi, jumlah pembagi, dan Euler totient semuanya dihitung langsung dari eksponen faktorisasinya.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prima, pembagi, faktor, KPK, atau FPB pada soal.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keprimaan banyak bilangan sampai sekitar 10^7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memfaktorkan banyak bilangan dengan cepat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banyaknya pembagi, jumlah pembagi, atau totient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GCD atau LCM sekelompok bilangan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memeriksa satu bilangan sampai 10^18 — trial division sudah cukup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Nilainya sampai 10^18 dan perlu difaktorkan — butuh Pollard rho, bukan sieve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nilainya melebihi 10^7 — memori sieve tidak akan muat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KPK, selalu tulis a / gcd(a,b) * b. Menulis a * b / gcd bisa overflow padahal hasil akhirnya masih muat.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dan array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(Day 90)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totient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Kombinatorika (Day 100)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Sieve, Faktorisasi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GCD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Menyaring prima, memfaktorkan cepat, dan algoritma Euclid.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dan faktorisasi adalah fondasi seluruh bagian teori bilangan. Hampir setiap soal matematika kontes memakai salah satunya sebagai langkah pertama.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Primalitas &amp; Kenapa Akar 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of Eratosthenes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Penyaringan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Smallest Prime Factor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Faktorisasi dalam O(log n)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Pembagi &amp; Totient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GCD, LCM &amp; Euclid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Primalitas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satu bilangan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Trial Division &amp; Batas Akar 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di baris 13 adalah yang paling sering ditanyakan. Ia pendek tetapi harus benar-benar dipahami.</a:t>
            </a:r>
            <a:endParaRPr lang="en-US" sz="1300" dirty="0"/>
          </a:p>
        </p:txBody>
      </p:sp>
      <p:pic>
        <p:nvPicPr>
          <p:cNvPr id="4" name="Image 0" descr="/tmp/ppt/imgs/c0_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6811" y="1755648"/>
            <a:ext cx="365533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peringatan: tulis i * i &lt;= n dan bukan i &lt;= sqrt(n), karena sqrt pada bilangan besar bisa meleset akibat pembulatan bilangan pecahan.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Trial Division Tidak Cukup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satu bilangan, trial division sangat memadai. Masalahnya muncul saat harus memeriksa banyak bilangan sekaligus.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bilangan, n = 10^18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02152" y="2432304"/>
            <a:ext cx="1097280" cy="384048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690872" y="24323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10^9 operasi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2852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1 detik — masih bisa, meski ketat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319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bilangan sampai 10^6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02152" y="3300984"/>
            <a:ext cx="6583680" cy="384048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77272" y="33009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10^9 operasi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3721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terlalu lambat bila dipanggil berulang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sampai 10^6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02152" y="4169664"/>
            <a:ext cx="2286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22192" y="41696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x 10^6 operasi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0,005 detik — seluruh tabel prima sekaligus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" y="5056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sampai 10^7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02152" y="5038344"/>
            <a:ext cx="54864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42232" y="50383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x 10^7 operasi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5458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0,05 detik dan 10 MB memori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of Eratosthenes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Menyaring semua prima sekaligus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Sieve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baris yang menghasilkan seluruh tabel prima. Perhatikan kenapa loop dalam mulai dari i kali i.</a:t>
            </a:r>
            <a:endParaRPr lang="en-US" sz="1300" dirty="0"/>
          </a:p>
        </p:txBody>
      </p:sp>
      <p:pic>
        <p:nvPicPr>
          <p:cNvPr id="4" name="Image 0" descr="/tmp/ppt/imgs/c0_10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903" y="1755648"/>
            <a:ext cx="489857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berhenti di akar N. Bilangan di atas akar N yang belum ditandai pasti prima, karena faktor terkecilnya sudah pasti diperiksa.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i sudah ditandai komposit, seluruh kelipatannya juga sudah ditandai oleh faktor prima i. Melewatinya menghemat banyak pekerjaan.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dalam mulai dari i kali i, bukan dari 2i. Kelipatan yang lebih kecil sudah ditandai oleh faktor prima yang lebih kecil.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Penandaan memakai bool, bukan int. Untuk N = 10^7 itu selisih antara 10 MB dan 40 MB.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O(n log log n), yang untuk semua ukuran nyata praktis setara dengan linear.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cast ke long long pada perbandingan i kali i, karena untuk N besar hasilnya bisa melewati batas int.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Menyaring Kelipatan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Dimulai dari 2, seluruh kelipatannya ditandai komposit. Penandaan dimulai dari 2 x 2 = 4.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status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01952" y="2395728"/>
            <a:ext cx="8686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195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4378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378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4378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5616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8561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8561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1111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52944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5294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5294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9477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9477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49477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36608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3660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3660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78440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7844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37844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tandai 4, 6, 8, 10  -&gt;  mulai dari 2 x 2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x berarti sudah dipastikan komposit, P berarti sudah dipastikan prima, dan sel kosong berarti belum tersaring. Angka aslinya tertulis di bawah tiap sel.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Menyaring Kelipatan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3, dan penandaan dimulai dari 3 x 3 = 9. Angka 6 tidak perlu disentuh lagi karena sudah ditandai oleh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status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01952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1952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43784" y="2633472"/>
            <a:ext cx="8686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3784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43784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5616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85616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85616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11112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11112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52944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52944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52944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94776" y="2633472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94776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494776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36608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36608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36608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78440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78440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378440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tandai 9  -&gt;  mulai dari 3 x 3, bukan dari 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alasan loop dalam dimulai dari i kali i. Kelipatan 3 yang lebih kecil — yaitu 6 — sudah ditandai saat memproses 2.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 melewati akar dari batas, penyaringan berhenti. Yang tersisa tanpa tanda adalah bilangan prima.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status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01952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195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43784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378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4378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561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8561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8561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11112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5294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5294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5294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9477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9477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49477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3660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3660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3660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78440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7844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37844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prima: 2, 3, 5, 7, 11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berhenti di akar batas karena bilangan komposit mana pun pasti punya faktor prima yang tidak melebihi akarnya sendiri.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Faktorisasi Cepat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Smallest prime factor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 Sieve &amp; SPF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menyimpan "prima atau bukan", simpan faktor prima terkecil dari setiap bilangan. Ini membuka faktorisasi dalam O(log n).</a:t>
            </a:r>
            <a:endParaRPr lang="en-US" sz="1300" dirty="0"/>
          </a:p>
        </p:txBody>
      </p:sp>
      <p:pic>
        <p:nvPicPr>
          <p:cNvPr id="4" name="Image 0" descr="/tmp/ppt/imgs/c0_15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2994" y="1993392"/>
            <a:ext cx="3562964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linear menandai setiap komposit tepat sekali. Versi sederhana O(n log log n) juga cukup untuk hampir semua soal, dan kodenya lebih pendek.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Faktorisasi dengan SPF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tabel SPF siap, memfaktorkan sebuah bilangan hanya butuh sekitar 30 langkah, bukan puluhan ribu.</a:t>
            </a:r>
            <a:endParaRPr lang="en-US" sz="1300" dirty="0"/>
          </a:p>
        </p:txBody>
      </p:sp>
      <p:pic>
        <p:nvPicPr>
          <p:cNvPr id="4" name="Image 0" descr="/tmp/ppt/imgs/c0_16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258" y="1755648"/>
            <a:ext cx="3640436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membagi n minimal dua, sehingga banyaknya faktor prima berbeda paling banyak log2(n). Untuk n = 10^9 itu di bawah 30.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Aplikasi Langsung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faktorisasinya ada, banyak besaran teori bilangan langsung terhitung dari eksponennya.</a:t>
            </a:r>
            <a:endParaRPr lang="en-US" sz="1300" dirty="0"/>
          </a:p>
        </p:txBody>
      </p:sp>
      <p:pic>
        <p:nvPicPr>
          <p:cNvPr id="4" name="Image 0" descr="/tmp/ppt/imgs/c0_17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4076" y="1755648"/>
            <a:ext cx="376080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pembagi di baris 17 sangat berguna: satu loop bersarang menghasilkan seluruh pembagi setiap bilangan, dan totalnya hanya O(n log n) karena deret harmonik.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GCD &amp; LCM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Euclid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Euclid dan Jebakan KPK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baris, tetapi ada satu jebakan overflow yang sangat sering terjadi.</a:t>
            </a:r>
            <a:endParaRPr lang="en-US" sz="1300" dirty="0"/>
          </a:p>
        </p:txBody>
      </p:sp>
      <p:pic>
        <p:nvPicPr>
          <p:cNvPr id="4" name="Image 0" descr="/tmp/ppt/imgs/c0_19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134" y="1755648"/>
            <a:ext cx="3528684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tulis a / gcd(a,b) * b, bukan a * b / gcd(a,b). Pembagian lebih dulu menjaga hasil antaranya tetap kecil dan menghindari overflow.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Alat Teori Bilangan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batasan soal. Kebanyakan soal kontes selesai dengan tiga baris pertama.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518464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praktis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Cek satu bilangan prima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Trial division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sampai 10^18 (O(akar n))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prima sampai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Sieve of Eratosthenes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sampai 10^7 (memori jadi penentu)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Faktorisasi banyak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Sieve SPF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sampai 10^7, O(log n) per faktorisasi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Faktorisasi satu bilangan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Pollard rho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sampai 10^18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GCD / LCM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Euclid (__gcd)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n), tidak ada batas praktis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pembagi setiap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Sieve pembagi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sampai 10^6 (memorinya besar)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Pembagi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q pertanyaan. Setiap pertanyaan berisi bilangan n; keluarkan banyaknya pembagi positif dari 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0_22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745" y="1280160"/>
            <a:ext cx="203338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kecepatannya: siapkan tabel SPF sekali di awal, lalu setiap pertanyaan dijawab dalam O(log n).</a:t>
            </a:r>
            <a:endParaRPr lang="en-US" sz="1300" dirty="0"/>
          </a:p>
        </p:txBody>
      </p:sp>
      <p:pic>
        <p:nvPicPr>
          <p:cNvPr id="4" name="Image 0" descr="/tmp/ppt/imgs/c0_23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178" y="1755648"/>
            <a:ext cx="2460596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SPF, memfaktorkan 2 x 10^5 bilangan dengan trial division memakan 2 x 10^5 x 1000 = 2 x 10^8 operasi. Dengan SPF turun menjadi sekitar 4 x 10^6.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Kelimanya melatih penggunaan sieve sebagai alat bantu, bukan sebagai soal itu sendiri.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Counting Divisors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Sieve pembagi atau SPF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Common Divisors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Sieve pembagi dengan penghitungan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1349A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GCD dan LCM sekelompok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Prime Multiples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Inklusi-eksklusi dengan bilangan prima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1225D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Faktorisasi dan pencocokan pangkat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memeriksa sampai akar 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 punya faktor, salah satunya pasti tidak melebihi akar n. Tulis i * i &lt;= n, bukan i &lt;= sqrt(n), agar terhindar dari kesalahan pembulatan.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dimulai dari i kali 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Kelipatan yang lebih kecil sudah ditandai oleh faktor prima yang lebih kecil. Detail ini yang membuat kompleksitasnya turun menjadi O(n log log 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SPF mengubah faktorisasi menjadi O(log 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faktor prima terkecil jauh lebih berguna daripada sekadar menyimpan "prima atau bukan", terutama bila ada banyak pertanyaan.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KPK: bagi dulu, baru kalikan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a * b / gcd bisa overflow padahal hasil akhirnya masih muat. a / gcd * b selalu aman.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2026-09-01T05:14:23Z</dcterms:created>
  <dcterms:modified xsi:type="dcterms:W3CDTF">2026-09-01T05:14:23Z</dcterms:modified>
</cp:coreProperties>
</file>