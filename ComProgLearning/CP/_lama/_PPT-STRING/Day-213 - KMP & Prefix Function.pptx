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&amp;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tanpa pernah membuang kemajuan yang sudah didapat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· Day 213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213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mencari pola di dalam teks tanpa pernah memeriksa ulang huruf yang sama, dengan bantuan prefix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cara naif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kegagalan membuang seluruh kemajuan dan mulai lagi dari posisi berikutnya, padahal sebagian huruf sudah terbukti cocok.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adalah kuncinya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sebuah string adalah bagian yang sekaligus menjadi prefix dan sufiks. pi[i] menyimpan panjang border terpanjang dari potongan s[0..i].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gagal, yang mundur hanyalah kemajuan pada pola, mengikuti rantai pi. Itulah yang membuat totalnya O(n + 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Bukan hanya untuk mencari pola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array pi langsung didapat semua border, periode terkecil, dan banyaknya kemunculan setiap prefix.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unggul ketika soal berbicara tentang sifat prefix dan sufiks, bukan sekadar mencocokkan.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semua kemunculan sebuah pola di dalam teks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menanyakan periode, border, atau pengulangan sebuah string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jaminan tanpa peluang gagal, berbeda dengan hashing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untuk Aho-Corasick pada pencocokan banyak pola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membandingkan substring acak yang tidak berhubungan — hashing lebih luwes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tentang palindrom — Manacher lebih tepat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menghitung substring berbeda — suffix array atau automaton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sebuah string adalah n dikurangi pi terakhir. Bila n habis dibagi periodenya, string itu pengulangan penuh. Satu baris yang menjawab banyak soal.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String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Hashing (Day 211)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Z-function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Aho-Corasick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Suffix array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tanpa pernah membuang kemajuan yang sudah didapat.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kenapa KMP tetap linear sama persis dengan monotonic stack: nilai yang naik terbatas, sehingga totalnya yang turun juga terbatas.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Pencocokan Naif Boros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&amp; Prefix Function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Menghitung pi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&amp; Kenapa Tetap O(n)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Memakainya untuk Mencari Pola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Periode &amp; Border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vs Hashing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 di dalam teks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Cara Naif Boros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benar, tetapi setiap kegagalan membuang seluruh kemajuan yang sudah didapat.</a:t>
            </a:r>
            <a:endParaRPr lang="en-US" sz="1300" dirty="0"/>
          </a:p>
        </p:txBody>
      </p:sp>
      <p:pic>
        <p:nvPicPr>
          <p:cNvPr id="4" name="Image 0" descr="/tmp/ppt/imgs/c1_7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5480" y="1755648"/>
            <a:ext cx="4097993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pola "ababc" gagal di huruf terakhir. Empat huruf pertama sudah terbukti cocok — informasi itu seharusnya bisa dipakai, bukan dibuang.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&amp;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definisi yang menjadi dasar seluruh algoritma. Pahami contohnya sebelum melihat kodenya.</a:t>
            </a:r>
            <a:endParaRPr lang="en-US" sz="1300" dirty="0"/>
          </a:p>
        </p:txBody>
      </p:sp>
      <p:pic>
        <p:nvPicPr>
          <p:cNvPr id="4" name="Image 0" descr="/tmp/ppt/imgs/c1_8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5479" y="1755648"/>
            <a:ext cx="397799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terakhir adalah inti KMP: pi memberi tahu seberapa jauh kita boleh mundur tanpa kehilangan kecocokan yang sudah terbukti.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pi untuk "abababc"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Awal Belum Ada Border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pi[0] selalu nol karena satu huruf tidak bisa punya border. Di i = 1, huruf b tidak sama dengan 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pi[1] = 0      karena s[1] = b tidak sama dengan s[0] = 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Huruf aslinya tertulis di bawah tiap sel. Nilai pi menyatakan panjang prefix yang sekaligus menjadi sufiks pada potongan s[0..i].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Border Mulai Tumbuh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 = 2, huruf a cocok dengan s[0], sehingga bordernya menjadi sepanjang satu. Selanjutnya terus bertambah.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788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633472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633472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633472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63347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2735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76732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8587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pi[5] = 4      "ababab" punya border "abab"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42062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Selama huruf berikutnya melanjutkan pola, nilai pi bertambah satu setiap langkah. Ini kasus paling mudah dan paling sering.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97510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Kegagalan dan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i = 6, huruf c tidak cocok. Nilai j mundur mengikuti rantai pi sampai nol, dan pi[6] menjadi nol.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8950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01421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3892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892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883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5130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130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4 -&gt; pi[3] = 2 -&gt; pi[1] = 0      semuanya gagal, pi[6] = 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ini yang membuat KMP tidak pernah memeriksa ulang huruf di teks. Meski ada while di dalam for, total penurunan j tidak pernah melebihi total kenaikannya.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6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Tujuh baris inti. Perhatikan bahwa j selalu dimulai dari nilai pi sebelumnya, bukan dari nol.</a:t>
            </a:r>
            <a:endParaRPr lang="en-US" sz="1300" dirty="0"/>
          </a:p>
        </p:txBody>
      </p:sp>
      <p:pic>
        <p:nvPicPr>
          <p:cNvPr id="4" name="Image 0" descr="/tmp/ppt/imgs/c1_13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970" y="1755648"/>
            <a:ext cx="473044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menyimpan panjang border dari posisi sebelumnya. Memulai dari sini, bukan dari nol, adalah yang membuat algoritmanya cepat.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huruf sekarang tidak melanjutkan border, mundur ke border yang lebih pendek lewat pi[j-1]. Ini rantai mundur yang bisa terjadi beberapa kali.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akhirnya cocok, bordernya bertambah satu. Bila j sudah nol dan tetap tidak cocok, pi[i] menjadi nol.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tidak ada pemeriksaan batas tambahan: saat j = 0, kondisi while langsung gagal sehingga aman.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O(n): j bertambah paling banyak satu per iterasi, jadi total kenaikannya n. Karena j tidak pernah negatif, total penurunannya juga paling banyak n.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operasi paling banyak 2n, meski bentuk kodenya terlihat seperti loop bersarang. Argumen yang sama dengan monotonic stack.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memakai prefix function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Paling mudah diingat: gabungkan pola, pemisah, dan teks — lalu cari nilai pi yang sama dengan panjang pola.</a:t>
            </a:r>
            <a:endParaRPr lang="en-US" sz="1300" dirty="0"/>
          </a:p>
        </p:txBody>
      </p:sp>
      <p:pic>
        <p:nvPicPr>
          <p:cNvPr id="4" name="Image 0" descr="/tmp/ppt/imgs/c1_15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270" y="1993392"/>
            <a:ext cx="3604412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Pemisah wajib berupa karakter yang tidak muncul di pola maupun teks. Tanpa pemisah, border bisa melewati batas antara keduanya dan menghasilkan kecocokan palsu.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Tanpa Penggabungan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hemat memori dan lebih sering dipakai. Perhatikan bahwa penunjuk pada teks tidak pernah mundur.</a:t>
            </a:r>
            <a:endParaRPr lang="en-US" sz="1300" dirty="0"/>
          </a:p>
        </p:txBody>
      </p:sp>
      <p:pic>
        <p:nvPicPr>
          <p:cNvPr id="4" name="Image 0" descr="/tmp/ppt/imgs/c1_16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4769" y="1755648"/>
            <a:ext cx="4499414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16 menentukan apakah kemunculan boleh tumpang tindih. Bila tidak boleh, ganti dengan j = 0 agar pencarian dimulai dari nol setelah setiap kecocokan.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function bukan hanya untuk mencari pola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 Prefix Function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Sebagian besar soal string yang menyebut kata "periode" atau "border" selesai dengan salah satu dari ini.</a:t>
            </a:r>
            <a:endParaRPr lang="en-US" sz="1300" dirty="0"/>
          </a:p>
        </p:txBody>
      </p:sp>
      <p:pic>
        <p:nvPicPr>
          <p:cNvPr id="4" name="Image 0" descr="/tmp/ppt/imgs/c1_18_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507" y="1755648"/>
            <a:ext cx="4361939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kedua sangat sering keluar: periode terkecil sebuah string adalah n dikurangi nilai pi terakhirnya, dan string itu pengulangan penuh bila n habis dibagi periodenya.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KMP atau Hashing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Keduanya menyelesaikan pencocokan pola. Yang membedakan adalah keluwesan dan kepastiannya.</a:t>
            </a:r>
            <a:endParaRPr lang="en-US" sz="1300" dirty="0"/>
          </a:p>
        </p:txBody>
      </p:sp>
      <p:pic>
        <p:nvPicPr>
          <p:cNvPr id="4" name="Image 0" descr="/tmp/ppt/imgs/c1_19_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677" y="1755648"/>
            <a:ext cx="4301597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kontes, hashing lebih cepat ditulis dan lebih luwes; KMP lebih aman dan tidak bisa dijebak. Untuk soal yang khusus tentang periode atau border, KMP hampir selalu lebih tepat.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Algoritma String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apa yang ditanyakan soal, bukan dengan algoritma yang paling kamu kuasai.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926080"/>
                <a:gridCol w="48188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Kebutuhan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satu pola di satu teks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atau 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Keduanya O(n + m). Pilih yang lebih cepat kamu tulis.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Periode, border, prefix-sufiks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function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Jawabannya langsung terbaca dari array pi.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Banyak pola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Aho-Corasick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Perluasan KMP untuk kumpulan pola.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Bandingkan substring acak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Hashing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luwes; O(1) per perbandingan.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substring palindrom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Manacher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khusus untuk palindrom.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Substring berbeda, LCP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Suffix array / automaton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Untuk soal string tingkat lanjut.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Kemunculan Pola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teks t dan pola p. Keluarkan banyaknya kemunculan p di dalam t, lalu seluruh indeks awalnya. Kemunculan boleh saling tumpang tindih.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|p| &lt;= |t| &lt;= 1000000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huruf kecil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1_22_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800" y="1280160"/>
            <a:ext cx="285327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41: setelah menemukan kecocokan, j dimundurkan ke pi[j-1] agar kemunculan berikutnya boleh tumpang tindih.</a:t>
            </a:r>
            <a:endParaRPr lang="en-US" sz="1300" dirty="0"/>
          </a:p>
        </p:txBody>
      </p:sp>
      <p:pic>
        <p:nvPicPr>
          <p:cNvPr id="4" name="Image 0" descr="/tmp/ppt/imgs/c1_23_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6357" y="1993392"/>
            <a:ext cx="1796238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+ m) dan memorinya O(m) saja, karena hanya pi dari polanya yang disimpan. Ini lebih hemat daripada cara penggabungan yang butuh O(n + m).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KMP langsung; tiga berikutnya memakai sifat border dan periode.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String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KMP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Borders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Rantai pi untuk semua border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Finding Periods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Periode dari nilai pi terakhir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kemunculan tiap prefix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471D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Mengubah soal selisih menjadi pencocokan pola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pi[i] adalah panjang border terpanjang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Border adalah string yang sekaligus prefix dan sufiks, tetapi bukan seluruh string. Dari definisi ini seluruh algoritma mengalir.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Penunjuk pada teks tidak pernah mundur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mundur hanya kemajuan pada pola. Itulah kenapa KMP O(n + m) dan tidak pernah memeriksa ulang huruf yang sama di teks.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mundur tetap membuatnya linear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 bertambah paling banyak satu per iterasi, jadi total penurunannya juga terbatas. Argumen yang sama dengan monotonic stack.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Periode terkecil = n dikurangi pi terakhir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yang menjawab banyak soal tentang pengulangan string. Layak dihafal beserta syarat n habis dibagi periodenya.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2026-09-01T05:19:13Z</dcterms:created>
  <dcterms:modified xsi:type="dcterms:W3CDTF">2026-09-01T05:19:13Z</dcterms:modified>
</cp:coreProperties>
</file>