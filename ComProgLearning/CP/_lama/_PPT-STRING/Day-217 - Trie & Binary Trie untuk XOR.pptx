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Trie &amp; Binary Trie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XOR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prefix — dan cara memakainya untuk mencari XOR terbesar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· Day 217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217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Trie adalah pohon prefix: setiap sisi satu karakter, setiap jalur satu awalan. Variannya untuk bit membuka seluruh keluarga soal XOR.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bersama disimpan sekali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Kata yang berbagi awalan berbagi jalur yang sama. Karena itu trie unggul pada pertanyaan berbasis prefix seperti autocomplete.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Wajib ada penanda akhir kata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Sampai di simpul yang benar belum berarti katanya ada. Tanpa penanda, trie tidak bisa membedakan kata utuh dari sekadar awalan.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trie untuk soal XOR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Bilangan diperlakukan sebagai deretan bit dari yang tertinggi. Alfabetnya hanya dua, sehingga jauh lebih ringan daripada trie huruf.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XOR maksimum dicari secara greedy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setiap tingkat, ambil cabang yang bitnya berbeda. Ini benar karena satu bit tinggi bernilai lebih besar daripada seluruh bit di bawahnya digabung.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Trie huruf untuk pertanyaan prefix; binary trie untuk hampir semua soal XOR.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Pertanyaan berbasis awalan: berapa kata berawalan tertentu, autocomplete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pasangan dengan XOR terbesar dari sekumpulan bilangan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XOR subarray maksimum, lewat prefix XOR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Sebagai dasar Aho-Corasick untuk mencocokkan banyak pola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mencari satu pola di dalam teks — KMP atau hashing lebih ringan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Memorinya tidak cukup: trie huruf butuh total panjang kata dikali ukuran alfabet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tentang span atau basis XOR — pakai XOR linear basis, bukan trie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trie WAJIB diproses dari bit tertinggi ke terendah. Arah ini yang membuat pencarian greedy per bit benar.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bit (Day 60)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pohon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dasar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Aho-Corasick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XOR linear basis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Persistent trie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Trie &amp; Binary Trie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XOR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prefix, dan cara memakainya untuk mencari XOR terbesar.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Trik "XOR subarray menjadi XOR pasangan lewat prefix XOR" adalah pola yang sangat sering keluar dan layak dihafal terpisah.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&amp; Ide Trie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 Array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Memori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Trie untuk Bilangan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XOR Maksimum secara Greedy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Greedy Per Bit Benar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yang Sering Keluar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prefix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dan Idenya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sisi adalah satu karakter, dan setiap jalur dari akar adalah satu prefix. Prefix bersama disimpan sekali saja.</a:t>
            </a:r>
            <a:endParaRPr lang="en-US" sz="1300" dirty="0"/>
          </a:p>
        </p:txBody>
      </p:sp>
      <p:pic>
        <p:nvPicPr>
          <p:cNvPr id="4" name="Image 0" descr="/tmp/ppt/imgs/c2_7_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1888" y="1993392"/>
            <a:ext cx="3065176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tanda akhir kata. Tanpa itu, trie tidak bisa membedakan antara "kata ini ada" dan "ini hanya awalan dari kata lain".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 Array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array jauh lebih cepat daripada pointer atau map, dan itulah yang dipakai di kontes.</a:t>
            </a:r>
            <a:endParaRPr lang="en-US" sz="1300" dirty="0"/>
          </a:p>
        </p:txBody>
      </p:sp>
      <p:pic>
        <p:nvPicPr>
          <p:cNvPr id="4" name="Image 0" descr="/tmp/ppt/imgs/c2_8_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6267" y="1755648"/>
            <a:ext cx="3091850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trie[v][c] menyimpan nomor simpul anak dari v lewat karakter c. Nilai nol berarti belum ada.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48412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484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429256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nol dipakai sebagai akar, dan penghitung dimulai dari satu. Dengan begitu, nilai nol aman dipakai sebagai penanda "tidak ada".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166872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166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112008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anaknya belum ada, buat simpul baru. Inilah satu-satunya tempat simpul dialokasikan.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3849624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794760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seluruh karakter diproses, tandai simpul terakhir sebagai akhir kata.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453237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4532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4477512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pencarian, nilai nol berarti jalannya buntu sehingga kata itu pasti tidak ada.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78040" y="5215128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8040" y="5215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516026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terakhir penting: sampai di simpul yang benar belum cukup, simpul itu juga harus ditandai sebagai akhir kata.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Memori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Trie boros memori. Hitung dulu dari batasan soal sebelum menulis kode.</a:t>
            </a:r>
            <a:endParaRPr lang="en-US" sz="1300" dirty="0"/>
          </a:p>
        </p:txBody>
      </p:sp>
      <p:pic>
        <p:nvPicPr>
          <p:cNvPr id="4" name="Image 0" descr="/tmp/ppt/imgs/c2_9_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6197" y="1755648"/>
            <a:ext cx="4236557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binary trie, alfabetnya hanya dua sehingga memorinya jauh lebih ringan. Itulah kenapa varian XOR jauh lebih sering muncul di kontes daripada trie huruf.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Trie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soal XOR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Menyisipkan Bilangan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Bilangan diperlakukan sebagai deretan bit, dan wajib diproses dari bit TERTINGGI.</a:t>
            </a:r>
            <a:endParaRPr lang="en-US" sz="1300" dirty="0"/>
          </a:p>
        </p:txBody>
      </p:sp>
      <p:pic>
        <p:nvPicPr>
          <p:cNvPr id="4" name="Image 0" descr="/tmp/ppt/imgs/c2_11_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8537" y="1755648"/>
            <a:ext cx="4111878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Arah dari bit tertinggi ke terendah bukan pilihan gaya. Ia yang memungkinkan pencarian greedy pada halaman berikutnya bekerja dengan benar.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XOR Maksimum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setiap tingkat, ambil cabang yang bitnya BERBEDA. Bila tidak ada, terpaksa ikut yang sama.</a:t>
            </a:r>
            <a:endParaRPr lang="en-US" sz="1300" dirty="0"/>
          </a:p>
        </p:txBody>
      </p:sp>
      <p:pic>
        <p:nvPicPr>
          <p:cNvPr id="4" name="Image 0" descr="/tmp/ppt/imgs/c2_12_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7927" y="1755648"/>
            <a:ext cx="4268530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Penelusuran dimulai dari akar, dan hasilnya dibangun bit demi bit dari yang tertinggi.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48412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484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429256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yang sama menghasilkan XOR nol; bit yang berbeda menghasilkan satu. Karena itu kita selalu ingin cabang yang berbeda.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166872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166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112008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c XOR 1 membalik bit: bila c nol menjadi satu, bila satu menjadi nol. Cara ringkas menulis "cabang yang berlawanan".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3849624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794760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cabang berlawanan ada, ambil dan catat bit satu pada hasil.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453237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4532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4477512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tidak ada, terpaksa mengikuti cabang yang sama. Bit itu menjadi nol pada hasil.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78040" y="5215128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8040" y="5215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516026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Bukti kebenarannya ada di komentar bawah: satu bit tinggi lebih besar daripada seluruh bit di bawahnya digabung.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Melihat Greedy Per Bit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pasangan XOR terbesar untuk x = 5 dari himpunan yang memuat 25.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368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 = 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862072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4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862072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849624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3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849624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37176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37176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24728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24728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824728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1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824728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12280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12280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0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812280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074152" y="23682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lawan: 25 = 11001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67512" y="36484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41832" y="37398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XOR 25 = 00101 XOR 11001 = 11100 = 28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41832" y="40873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bit 16, x bernilai nol sehingga kita mencari cabang bernilai satu — dan menemukannya. Bit 16 saja sudah bernilai lebih besar daripada seluruh bit 8, 4, 2, 1 digabung, jadi mengambilnya selalu benar.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Greedy Per Bit Selalu Benar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Argumen tiga langkah yang berlaku untuk semua soal XOR maksimum.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029968"/>
            <a:ext cx="3404616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2231136"/>
            <a:ext cx="347472" cy="347472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0392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(1)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307592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tinggi mengalahkan semuanya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50392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2^b lebih besar daripada 2^b dikurangi satu, yaitu jumlah seluruh bit di bawahnya. Jadi satu bit tinggi tidak bisa dikalahkan oleh berapa pun bit rendah.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50392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2^b &gt; 2^(b-1) + ... + 1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7848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92168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92168" y="2029968"/>
            <a:ext cx="3404616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5048" y="2231136"/>
            <a:ext cx="347472" cy="347472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5048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(2)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032248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itu ambil bit tinggi dulu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575048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ada cabang yang menghasilkan bit satu di posisi tertinggi, ambil — apa pun akibatnya pada bit di bawahnya.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5048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CF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trie[v][c ^ 1]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42504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16824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Shape 19"/>
          <p:cNvSpPr/>
          <p:nvPr/>
        </p:nvSpPr>
        <p:spPr>
          <a:xfrm>
            <a:off x="8116824" y="2029968"/>
            <a:ext cx="3404616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Shape 20"/>
          <p:cNvSpPr/>
          <p:nvPr/>
        </p:nvSpPr>
        <p:spPr>
          <a:xfrm>
            <a:off x="8299704" y="2231136"/>
            <a:ext cx="347472" cy="3474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99704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(3)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756904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Trie menjamin cabangnya ada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8299704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jalur di trie mewakili bilangan yang benar-benar ada di himpunan. Jadi bila cabangnya ada, pasangan itu pasti bisa dipilih.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299704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O(30) per pertanyaan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mana trie benar-benar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Aplikasi Utama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kedua dan ketiga adalah yang paling sering muncul di kontes.</a:t>
            </a:r>
            <a:endParaRPr lang="en-US" sz="1300" dirty="0"/>
          </a:p>
        </p:txBody>
      </p:sp>
      <p:pic>
        <p:nvPicPr>
          <p:cNvPr id="4" name="Image 0" descr="/tmp/ppt/imgs/c2_16_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2112" y="1755648"/>
            <a:ext cx="3444728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ketiga adalah trik yang layak dihafal: karena XOR pada rentang sama dengan selisih dua prefix XOR, soal subarray langsung berubah menjadi soal pasangan.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Struktur untuk Soal String &amp; XOR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Cocokkan dengan apa yang ditanyakan. Trie hanya menang pada pertanyaan berbasis prefix.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926080"/>
                <a:gridCol w="463600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Kebutuhan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Pakai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Catatan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Pertanyaan berbasis prefix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Trie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Berapa kata berawalan tertentu, autocomplete.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XOR maksimum sepasang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Binary trie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 x 30), jauh lebih cepat dari O(n²).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XOR subarray maksimum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Prefix XOR + binary trie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Ubah dulu menjadi soal pasangan.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Cocokkan banyak pola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Aho-Corasick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Trie ditambah link kegagalan seperti KMP.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Cari satu pola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KMP atau hashing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Trie berlebihan untuk satu pola.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Basis XOR sekumpulan bilangan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XOR linear basis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Berbeda dari trie; untuk soal span XOR.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XOR Terbesar Sepasang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n bilangan bulat. Carilah nilai terbesar dari a[i] XOR a[j] untuk sepasang indeks i dan j yang berbeda.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&lt;= n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 &lt;= a[i] &lt; 2^30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2_19_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2196" y="1280160"/>
            <a:ext cx="2686488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urutan di baris 53: cari pasangannya dulu di antara yang SUDAH disisipkan, baru sisipkan bilangan sekarang.</a:t>
            </a:r>
            <a:endParaRPr lang="en-US" sz="1300" dirty="0"/>
          </a:p>
        </p:txBody>
      </p:sp>
      <p:pic>
        <p:nvPicPr>
          <p:cNvPr id="4" name="Image 0" descr="/tmp/ppt/imgs/c2_20_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0235" y="1993392"/>
            <a:ext cx="1508483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itu menjamin i dan j selalu berbeda. Bila disisipkan lebih dulu, sebuah bilangan bisa berpasangan dengan dirinya sendiri dan menghasilkan XOR nol yang tidak berbahaya, tetapi pada varian lain bisa salah.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adalah trie langsung; tiga berikutnya memakai binary trie.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LeetCode 208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Trie dasar: sisip, cari, cek prefix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LeetCode 421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XOR maksimum sepasang dengan binary trie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706D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Binary trie dengan penghapusan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Maximum Xor Subarray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Prefix XOR ditambah binary trie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888G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MST dengan XOR — Boruvka ditambah trie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Trie menyimpan prefix bersama sekali saja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sisi adalah satu karakter, setiap jalur adalah satu prefix. Karena itu ia unggul pada pertanyaan berbasis awalan.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Wajib ada penanda akhir kata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Sampai di simpul yang benar belum berarti katanya ada. Tanpa penanda, trie tidak bisa membedakan kata utuh dari sekadar awalan.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trie diproses dari bit tertinggi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Arah ini bukan pilihan gaya. Ia yang membuat greedy per bit benar, karena satu bit tinggi mengalahkan seluruh bit di bawahnya.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XOR subarray menjadi XOR pasangan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xor(l, r) sama dengan pre[r] XOR pre[l-1], soal subarray langsung berubah menjadi soal mencari pasangan pada prefix XOR.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2026-09-01T05:31:15Z</dcterms:created>
  <dcterms:modified xsi:type="dcterms:W3CDTF">2026-09-01T05:31:15Z</dcterms:modified>
</cp:coreProperties>
</file>