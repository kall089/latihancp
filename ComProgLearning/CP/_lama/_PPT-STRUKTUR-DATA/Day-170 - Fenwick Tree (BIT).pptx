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rentang, keduanya dalam O(log n) — dengan kode terpendek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Data · Day 170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170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menjawab dua operasi sekaligus dalam O(log n): mengubah satu elemen, dan menjumlahkan sebuah rentang. Kodenya hanya lima belas baris.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Masalahnya: update dan query bercampur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biasa cepat untuk update tetapi lambat untuk query rentang; prefix sum sebaliknya. Fenwick menyeimbangkan keduanya pada O(log n).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satu potongan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menyimpan jumlah pada rentang (i - lowbit(i), i]. Panjang potongannya ditentukan oleh bit menyala paling kanan dari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Seluruhnya bertumpu pada lowbit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i &amp; (-i) adalah satu-satunya trik bit yang dipakai. Update menambahkannya, query menguranginya.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bisa dibalik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dihitung sebagai selisih dua prefix. Karena itu penjumlahan dan XOR bisa; minimum dan maksimum tidak.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operasinya penjumlahan, pilih Fenwick karena jauh lebih pendek daripada segment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update satu titik dan query jumlah rentang yang bercampur, ratusan ribu kali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penjumlahan, XOR, atau operasi lain yang punya kebalikan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inversi, atau menghitung "berapa yang lebih kecil dan sudah lewat"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kode sependek mungkin karena waktu kontes terbatas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Operasinya minimum, maksimum, atau gcd — pakai segment tree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Butuh update pada seluruh rentang sekaligus dengan query rentang — pakai lazy propagation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Datanya tidak pernah berubah — prefix sum biasa sudah cukup dan lebih cepat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WAJIB berbasis indeks 1. lowbit(0) bernilai nol, sehingga indeks nol membuat loop update berputar selamanya.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(Day 29)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bit (Day 60)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Segment tree (Day 172)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Lazy propagation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Merge sort tree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(BIT)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titik dan query prefix, keduanya O(log n), dengan kode terpendek.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adalah struktur data dengan rasio manfaat terhadap panjang kode tertinggi setelah DSU. Layak dihafal sampai bisa ditulis tanpa berpikir.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lowbit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Tanggung Jawab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Update &amp; Query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Lengkap 15 Baris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Jebakan Indeks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Aplikasi: Inversi &amp; Range Update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Ketika update dan query sama-sama banyak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Prefix Sum Tidak Cukup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Prefix sum dari Day 29 sangat cepat untuk query, tetapi runtuh begitu datanya boleh berubah.</a:t>
            </a:r>
            <a:endParaRPr lang="en-US" sz="1300" dirty="0"/>
          </a:p>
        </p:txBody>
      </p:sp>
      <p:pic>
        <p:nvPicPr>
          <p:cNvPr id="4" name="Image 0" descr="/tmp/ppt/imgs/c0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0446" y="1755648"/>
            <a:ext cx="442806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menyeimbangkan keduanya. Tidak ada operasi yang O(1), tetapi tidak ada pula yang O(n) — dan itulah yang dibutuhkan ketika keduanya sama-sama sering.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Struktur untuk Query Rentang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Cocokkan dengan jenis operasi yang diminta soal. Fenwick menang pada kesederhanaan; segment tree menang pada keluwesan.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2377440"/>
                <a:gridCol w="3355848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Struktur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Update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Catatan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Array biasa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bila query sangat sedikit.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Cukup bila data tidak pernah berubah.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Kode paling pendek. Terbatas pada operasi yang bisa dibalik.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Lebih luwes: min, max, gcd, dan lainnya.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Sqrt decomposition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O(1)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O(sqrt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Berguna untuk operasi aneh yang sulit digabung.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Struktur Tanggung Jawab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menyimpan jumlah satu potongan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lowbit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Seluruh Fenwick tree bertumpu pada satu operasi bit. Pahami ini dan sisanya menjadi jelas.</a:t>
            </a:r>
            <a:endParaRPr lang="en-US" sz="1300" dirty="0"/>
          </a:p>
        </p:txBody>
      </p:sp>
      <p:pic>
        <p:nvPicPr>
          <p:cNvPr id="4" name="Image 0" descr="/tmp/ppt/imgs/c0_1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6251" y="1755648"/>
            <a:ext cx="371645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lowbit(i) sekaligus menyatakan BERAPA BANYAK elemen yang menjadi tanggung jawab tree[i]. Itulah kenapa satu operasi ini cukup untuk seluruh struktur.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Siapa Bertanggung Jawab atas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 bertanda berarti elemen itu termasuk dalam jumlah yang disimpan tree[i]. Perhatikan polanya mengikuti lowbit.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2167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5643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6974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26974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423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6974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31089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tree[2]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04872" y="31089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31089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1423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65792" y="31089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5204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0487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35204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423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5792" y="352044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393192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tree[4]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0487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799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9552" y="393192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267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423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5792" y="393192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34340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tree[5]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0487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799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955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11112" y="434340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267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1423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65792" y="434340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475488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tree[6]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0487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5643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0799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11112" y="47548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62672" y="475488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1423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65792" y="475488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7512" y="5166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tree[7]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0487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0799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5955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111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6267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14232" y="516636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65792" y="5166360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67512" y="557784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tree[8]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40487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5643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5955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1111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6267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65792" y="5577840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tree[i] menyimpan jumlah pada rentang ( i - lowbit(i) ,  i ]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tree[8] yang menutupi seluruh array, dan tree[7] yang hanya menutupi satu elemen. Panjang potongan selalu sama dengan lowbit indeksnya.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Membaca Pola dari Bit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tree[i] bertanggung jawab atas lowbit(i) elemen, berakhir tepat di indeks 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= 12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 = 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tree[12] menyimpan a[9] + a[10] + a[11] + a[12]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Rentangnya adalah (12 - 4, 12] yaitu indeks 9 sampai 12. Rumus umumnya: tree[i] menyimpan jumlah pada rentang (i - lowbit(i), i].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2b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dan query pada array delapan elemen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Update pada Indeks 5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Menambah nilai di a[5] hanya memengaruhi simpul yang rentangnya memuat indeks 5.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96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357073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570732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-&gt;  5 + lowbit(5) = 6  -&gt;  6 + lowbit(6) = 8  -&gt;  berhenti (8 = n)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tiga simpul yang diperbarui, bukan seluruh array. Banyaknya langkah sama dengan banyaknya bit pada n, yaitu O(log 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Simpul yang Terpengaruh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yang disorot adalah simpul yang rentangnya memuat a5. Hanya ketiganya yang perlu diubah.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404872" y="1929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24048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4564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5079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61111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6267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a6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71423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a7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765792" y="21671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24597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tree[1]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04872" y="245973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0799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5955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1111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6267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1423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65792" y="24597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" y="28712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tree[2]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04872" y="28712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28712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0799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1111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1423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65792" y="28712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" y="32826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tree[3]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0487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5643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07992" y="32826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5955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1111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6267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1423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65792" y="328269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67512" y="369417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tree[4]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0487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5643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0799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59552" y="369417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61111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66267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71423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65792" y="369417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7512" y="410565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tree[5]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40487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5643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0799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955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11112" y="4105656"/>
            <a:ext cx="1051560" cy="329184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6267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71423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65792" y="410565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67512" y="451713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tree[6]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40487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5643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0799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5955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611112" y="4517136"/>
            <a:ext cx="1051560" cy="32918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62672" y="451713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1423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765792" y="451713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67512" y="492861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tree[7]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40487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45643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50799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55955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111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66267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714232" y="492861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765792" y="4928616"/>
            <a:ext cx="1051560" cy="329184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67512" y="5340096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tree[8]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40487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45643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0799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55955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11112" y="5340096"/>
            <a:ext cx="1051560" cy="329184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66267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1423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765792" y="5340096"/>
            <a:ext cx="1051560" cy="329184"/>
          </a:xfrm>
          <a:prstGeom prst="rect">
            <a:avLst/>
          </a:prstGeom>
          <a:solidFill>
            <a:srgbClr val="CFE6FA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7136892" y="4105656"/>
            <a:ext cx="914" cy="74066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7136892" y="4105656"/>
            <a:ext cx="914" cy="156362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67512" y="571500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941832" y="5806440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tree[5], tree[6], dan tree[8] memuat a5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41832" y="6153912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bahwa tree[7] TIDAK memuat a5, sehingga tidak perlu disentuh. Inilah yang membuat update hanya O(log n), bukan O(n).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Query Prefix Sampai Indeks 7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menjumlahkan a1 sampai a7, potongan diambil dari kanan ke kiri dengan membuang lowbit.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i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4495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04495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6966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16966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9437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9437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H="1">
            <a:off x="3570732" y="2286000"/>
            <a:ext cx="1124712" cy="914"/>
          </a:xfrm>
          <a:prstGeom prst="line">
            <a:avLst/>
          </a:prstGeom>
          <a:noFill/>
          <a:ln w="19050">
            <a:solidFill>
              <a:srgbClr val="4FA8E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3570732" y="2084832"/>
            <a:ext cx="2249424" cy="914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-&gt;  7 - lowbit(7) = 6  -&gt;  6 - lowbit(6) = 4  -&gt;  4 - lowbit(4) = 0  -&gt;  berhenti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Jumlahnya adalah tree[7] + tree[6] + tree[4], yaitu a7 ditambah (a5 + a6) ditambah (a1..a4). Ketiga potongan itu tepat menutupi a1 sampai a7 tanpa tumpang tindih.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belas baris yang layak dihafal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Tree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satu-satunya perbedaan antara update dan query: arah loop dan tanda operasinya.</a:t>
            </a:r>
            <a:endParaRPr lang="en-US" sz="1300" dirty="0"/>
          </a:p>
        </p:txBody>
      </p:sp>
      <p:pic>
        <p:nvPicPr>
          <p:cNvPr id="4" name="Image 0" descr="/tmp/ppt/imgs/c0_18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817" y="1755648"/>
            <a:ext cx="4210750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tree berbasis indeks 1. Ini bukan pilihan gaya melainkan keharusan, karena lowbit(0) bernilai nol.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bergerak NAIK: i bertambah lowbit. Setiap langkah menuju simpul berikutnya yang rentangnya memuat 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yang dilewati bertambah dengan nilai yang sama, karena semuanya memuat indeks i di dalam rentangnya.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bergerak TURUN: i berkurang lowbit. Setiap langkah memotong satu potongan yang sudah dijumlahkan.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berhenti saat i mencapai nol. Potongan-potongan yang terkumpul tepat menutupi 1 sampai i tanpa celah dan tanpa tumpang tindih.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memakai pengurangan dua prefix. Inilah alasan Fenwick hanya cocok untuk operasi yang punya kebalikan seperti penjumlahan atau XOR.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&amp; Jebakan Indeks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cara membangun, dan satu peringatan yang menyebabkan program berputar selamanya bila diabaikan.</a:t>
            </a:r>
            <a:endParaRPr lang="en-US" sz="1300" dirty="0"/>
          </a:p>
        </p:txBody>
      </p:sp>
      <p:pic>
        <p:nvPicPr>
          <p:cNvPr id="4" name="Image 0" descr="/tmp/ppt/imgs/c0_19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3031" y="1755648"/>
            <a:ext cx="4442890" cy="33192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indeks nol adalah bug paling sering pada Fenwick tree, dan gejalanya bukan jawaban salah melainkan program yang menggantung — sehingga sulit ditebak penyebabnya.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mana Fenwick sebenarnya muncul di soal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Aplikasi Utama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jarang muncul sebagai soal "hitung prefix sum". Ia hampir selalu menjadi alat di dalam soal yang lebih besar.</a:t>
            </a:r>
            <a:endParaRPr lang="en-US" sz="1300" dirty="0"/>
          </a:p>
        </p:txBody>
      </p:sp>
      <p:pic>
        <p:nvPicPr>
          <p:cNvPr id="4" name="Image 0" descr="/tmp/ppt/imgs/c0_21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9785" y="1993392"/>
            <a:ext cx="3429381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menghitung inversi adalah yang paling sering keluar. Polanya: proses satu arah sambil bertanya "berapa yang sudah lewat dan memenuhi syarat".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Elemen ke-K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BIT menyimpan banyaknya kemunculan setiap nilai, elemen ke-k bisa dicari langsung tanpa binary search terpisah.</a:t>
            </a:r>
            <a:endParaRPr lang="en-US" sz="1300" dirty="0"/>
          </a:p>
        </p:txBody>
      </p:sp>
      <p:pic>
        <p:nvPicPr>
          <p:cNvPr id="4" name="Image 0" descr="/tmp/ppt/imgs/c0_22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1684" y="1993392"/>
            <a:ext cx="3265585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Teknik ini disebut descent. Ia menuruni struktur pohon secara langsung, sehingga O(log n) — bukan O(log² n) seperti binary search yang memanggil query di setiap langkah.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Fenwick tree.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berbasis nol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lowbit(0) bernilai nol, sehingga loop update tidak pernah maju dan program menggantung. Selalu geser data agar mulai dari indeks 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mengosongkan antar testcase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Pada soal multi-testcase, isi tree harus dikosongkan. Mengosongkan seluruh array besar setiap kali bisa jadi lebih lambat daripada algoritmanya sendiri — kosongkan hanya bagian yang dipakai.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Fenwick untuk minimum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Fenwick mengandalkan pengurangan dua prefix. Minimum tidak punya kebalikan, sehingga query rentang sembarang tidak bisa dilakukan. Pakai segment tree.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kompresi koordinat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nilai datanya sampai 10^9, kamu tidak bisa memakainya langsung sebagai indeks. Ganti setiap nilai dengan peringkatnya lebih dulu.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Inversi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barisan n bilangan. Hitung banyaknya pasangan indeks (i, j) dengan i &lt; j tetapi a[i] &gt; a[j]. Pasangan seperti ini disebut inversi.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a[i]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jawabannya bisa mencapai n(n-1)/2</a:t>
            </a:r>
            <a:endParaRPr lang="en-US" sz="1200" dirty="0"/>
          </a:p>
        </p:txBody>
      </p:sp>
      <p:pic>
        <p:nvPicPr>
          <p:cNvPr id="9" name="Image 0" descr="/tmp/ppt/imgs/c0_25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5974" y="1280160"/>
            <a:ext cx="263893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bagian: kompresi koordinat karena nilainya besar, lalu penyapuan dari kanan ke kiri sambil bertanya ke BIT.</a:t>
            </a:r>
            <a:endParaRPr lang="en-US" sz="1300" dirty="0"/>
          </a:p>
        </p:txBody>
      </p:sp>
      <p:pic>
        <p:nvPicPr>
          <p:cNvPr id="4" name="Image 0" descr="/tmp/ppt/imgs/c0_26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1289" y="1993392"/>
            <a:ext cx="2186374" cy="3081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7512" y="5394960"/>
            <a:ext cx="10853928" cy="8412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41832" y="5394960"/>
            <a:ext cx="1030528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n). Jawabannya bisa mencapai 2 x 10^10, jadi long long wajib. Perhatikan bahwa BIT di sini menyimpan BANYAKNYA kemunculan, bukan nilainya.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adalah Fenwick langsung; tiga berikutnya menuntut kamu mengenali Fenwick di balik samaran.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Dynamic Range Sum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Fenwick tree standar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Range Update Queries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Difference array di dalam BIT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Inversions / Codeforces 987E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inversi dengan kompresi koordinat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List Removals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Descent untuk mencari elemen ke-k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1042D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 ditambah BIT dengan kompresi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Semuanya bertumpu pada lowbit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 &amp; (-i) memberi bit menyala paling kanan, yang sekaligus menyatakan berapa elemen menjadi tanggung jawab tree[i]. Satu operasi, seluruh struktur.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naik, query turun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Update menambah lowbit; query mengurangi lowbit. Hanya itu bedanya, dan keduanya berjalan O(log 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untuk operasi yang bisa dibalik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Query rentang dihitung sebagai selisih dua prefix. Karena itu penjumlahan dan XOR bisa; minimum dan maksimum tidak.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Indeks wajib mulai dari satu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lowbit(0) bernilai nol dan membuat loop berputar selamanya. Ini penyebab program menggantung yang paling sering pada Fenwick tree.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2026-09-01T04:47:36Z</dcterms:created>
  <dcterms:modified xsi:type="dcterms:W3CDTF">2026-09-01T04:47:36Z</dcterms:modified>
</cp:coreProperties>
</file>