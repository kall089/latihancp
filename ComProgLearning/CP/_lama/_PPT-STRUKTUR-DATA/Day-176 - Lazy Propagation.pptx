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seluruh rentang tanpa menyentuh setiap elemennya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176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memungkinkan satu perintah mengubah seluruh rentang dalam O(log n), dengan cara menunda pekerjaan sampai benar-benar diperlukan.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satu perintah, ribuan elemen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Perintah seperti "tambah 5 ke a[3] sampai a[100000]" akan memakan O(n log n) bila dikerjakan satu per satu. Terlalu lambat untuk ratusan ribu perintah.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berhenti di simpul yang penuh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rentang sebuah simpul seluruhnya termuat di dalam rentang perintah, ubah nilainya di situ dan jangan turun ke anak. Catat saja bahwa anaknya masih punya utang.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Utang dibayar saat akan turun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rekursi perlu turun ke anak — baik untuk update maupun untuk query — bayar dulu utangnya, lalu kosongkan catatannya.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simpul selalu sudah benar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bagian yang paling sering disalahpahami. lz[v] adalah utang untuk ANAK-ANAKNYA, bukan untuk simpul itu sendiri.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dipakai begitu update menyentuh seluruh rentang, bukan satu titik.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perintah yang mengubah seluruh rentang sekaligus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dan query rentang datang bercampur, ratusan ribu kali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penandanya bisa digabungkan menjadi satu penanda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gabungan beberapa jenis operasi, misalnya kalikan dan tambah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hanya menyentuh satu titik — segment tree biasa lebih sederhana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Penandanya tidak bisa digabungkan menjadi satu; lazy propagation tidak berlaku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butuh range update dengan point query — difference array di dalam BIT jauh lebih pendek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Bug nomor satu: lupa memanggil push di dalam QUERY. Query juga turun ke anak, sehingga juga wajib membayar utang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 (Day 31)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assign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beats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Persistent segment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Propagation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Menunda pekerjaan sampai ada yang benar-benar menanyakannya.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"kerjakan hanya saat dibutuhkan" muncul lagi pada banyak struktur data lanjut. Lazy propagation adalah contoh pertamanya yang paling jelas.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Range Update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Menunda Pekerjaan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Aturan Lazy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Range Add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Assign &amp; Penanda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Komposisi Dua Operasi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Range Update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satu perintah menyentuh ribuan elemen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Segment Tree Biasa Tidak Cukup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Memanggil update titik untuk setiap indeks dalam rentang mengubah satu perintah menjadi ribuan operasi.</a:t>
            </a:r>
            <a:endParaRPr lang="en-US" sz="1300" dirty="0"/>
          </a:p>
        </p:txBody>
      </p:sp>
      <p:pic>
        <p:nvPicPr>
          <p:cNvPr id="4" name="Image 0" descr="/tmp/ppt/imgs/c0_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6490" y="1755648"/>
            <a:ext cx="4855972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adalah menyadari bahwa banyak simpul tidak perlu segera diperbarui. Selama tidak ada yang menanyakannya, pekerjaan itu boleh ditunda.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hanyalah kebiasaan menunda pekerjaan sampai benar-benar diperlukan.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di simpul yang penuh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rentang sebuah simpul seluruhnya termuat di dalam rentang update, ubah nilainya di situ juga dan jangan turun lebih dalam.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&lt;= tl &amp;&amp; tr &lt;= 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 utang untuk anak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Anak-anaknya belum tahu ada perubahan. Simpan catatan di lz[v] bahwa mereka masih punya utang sebesar x.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lz[v] += 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Bayar saat akan turun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kita perlu turun ke anak — baik untuk update maupun untuk query — bayar dulu utangnya, lalu kosongkan catatannya.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push(v, tl, tr)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Aturan yang Harus Dihafal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ketiganya dijalankan dengan disiplin, lazy propagation tidak pernah salah.</a:t>
            </a:r>
            <a:endParaRPr lang="en-US" sz="1300" dirty="0"/>
          </a:p>
        </p:txBody>
      </p:sp>
      <p:pic>
        <p:nvPicPr>
          <p:cNvPr id="4" name="Image 0" descr="/tmp/ppt/imgs/c0_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7781" y="1755648"/>
            <a:ext cx="413339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terakhir adalah yang paling sering disalahpahami: nilai t[v] SELALU sudah benar. Yang tertunda hanyalah penerusan ke anak-anaknya.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5 pada rentang [3..6]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Turun Sampai Simpul yang Penuh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dan kedua anaknya hanya beririsan sebagian, sehingga rekursi terus turun.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738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0026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159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741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8173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731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55264" y="1856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1856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26464" y="295351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264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803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84064" y="295351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840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803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408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408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96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696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984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984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perintah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a[3..6] += 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[1..8] sebagian -&gt; turun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[1..4] sebagian -&gt; turun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[5..8] sebagian -&gt; turun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5504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6418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belum ada simpul yang boleh ditandai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9893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irisannya masih sebagian, kita belum boleh mencatat utang. Utang hanya dicatat pada simpul yang rentangnya termuat penuh.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Menandai dan Berhenti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[3..4] dan [5..6] termuat penuh di dalam [3..6]. Keduanya ditandai dan rekursi berhenti di situ.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738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0026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159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741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8173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731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55264" y="185623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1856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264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264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840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40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40864" y="4142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408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4992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lz = 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9664" y="4142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96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992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lz = 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984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984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ditandai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[3..4]  t += 5 x 2 = 10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lz = 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[5..6]  t += 5 x 2 = 10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lz = 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anaknya BELUM tahu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hanya 2 simpul disentuh, bukan 4 daun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[3], [4], [5], dan [6] sama sekali tidak dikunjungi. Nilainya baru akan diperbaiki bila nanti ada yang benar-benar menanyakannya.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Membayar Utang Saat Dibutuhkan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kemudian ada query pada [4..4], rekursi harus turun melewati [3..4]. Di situlah utangnya dibayar.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738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0026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159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741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8173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731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55264" y="185623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1856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264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264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840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40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40864" y="4142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408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4992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96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96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984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984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a[4..4]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turun lewat [3..4]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push() dipanggil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anak [3] dan [4]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masing-masing += 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lz[[3..4]] = 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utang dibayar tepat sebelum anaknya dibutuhkan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kenapa push juga wajib dipanggil di dalam QUERY, bukan hanya di update. Melupakannya membuat query membaca nilai lama.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add dengan range sum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push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 lazy propagation. Perhatikan bahwa panjang rentang ikut dikirim, karena setiap elemen bertambah x.</a:t>
            </a:r>
            <a:endParaRPr lang="en-US" sz="1300" dirty="0"/>
          </a:p>
        </p:txBody>
      </p:sp>
      <p:pic>
        <p:nvPicPr>
          <p:cNvPr id="4" name="Image 0" descr="/tmp/ppt/imgs/c0_15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754" y="1755648"/>
            <a:ext cx="450887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terapkan melakukan dua hal sekaligus: memperbaiki nilai simpul, dan mencatat utang untuk anak-anaknya.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simpul bertambah x dikali PANJANG rentang, bukan x saja. Ini kesalahan yang sangat sering terjadi pada range sum.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 utang, keluar lebih awal. Ini menghemat banyak pekerjaan pada simpul yang tidak pernah tersentuh update.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rentang anak kiri adalah tm - tl + 1, anak kanan tr - tm. Salah menghitung panjang membuat jumlahnya meleset.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Utang diteruskan ke kedua anak, bukan hanya satu. Keduanya sama-sama belum tahu ada perubahan.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Kosongkan catatan setelah dibayar. Bila lupa, utangnya akan dibayar berkali-kali dan nilainya membengkak.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Update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update titik pada Day 172. Yang bertambah hanya dua baris: penandaan dan pemanggilan push.</a:t>
            </a:r>
            <a:endParaRPr lang="en-US" sz="1300" dirty="0"/>
          </a:p>
        </p:txBody>
      </p:sp>
      <p:pic>
        <p:nvPicPr>
          <p:cNvPr id="4" name="Image 0" descr="/tmp/ppt/imgs/c0_16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849" y="1993392"/>
            <a:ext cx="4197254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setelah menandai, fungsi langsung return. Tidak turun ke anak inilah yang membuat range update tetap O(log n).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Query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sama dengan query biasa, kecuali satu baris tambahan yang wajib ada.</a:t>
            </a:r>
            <a:endParaRPr lang="en-US" sz="1300" dirty="0"/>
          </a:p>
        </p:txBody>
      </p:sp>
      <p:pic>
        <p:nvPicPr>
          <p:cNvPr id="4" name="Image 0" descr="/tmp/ppt/imgs/c0_17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4342" y="1755648"/>
            <a:ext cx="4520268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push di dalam query adalah bug nomor satu pada lazy propagation, dan gejalanya jawaban yang terlalu kecil pada query yang menyentuh sebagian rentang.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 dan komposisi operasi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Assign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Penugasan menimpa, bukan menumpuk. Karena itu diperlukan penanda tersendiri, bukan sekadar nilai nol sebagai tanda kosong.</a:t>
            </a:r>
            <a:endParaRPr lang="en-US" sz="1300" dirty="0"/>
          </a:p>
        </p:txBody>
      </p:sp>
      <p:pic>
        <p:nvPicPr>
          <p:cNvPr id="4" name="Image 0" descr="/tmp/ppt/imgs/c0_19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258" y="1993392"/>
            <a:ext cx="2734437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bool: pada range add, lz = 0 berarti "tidak ada utang". Pada range assign, menetapkan nilai 0 adalah perintah yang sah, sehingga 0 tidak bisa dipakai sebagai tanda kosong.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Komposisi Dua Operasi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boleh mengalikan sekaligus menambah, lazy harus menyimpan pasangan dan tahu cara menggabungkan dua operasi.</a:t>
            </a:r>
            <a:endParaRPr lang="en-US" sz="1300" dirty="0"/>
          </a:p>
        </p:txBody>
      </p:sp>
      <p:pic>
        <p:nvPicPr>
          <p:cNvPr id="4" name="Image 0" descr="/tmp/ppt/imgs/c0_20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8301" y="1993392"/>
            <a:ext cx="3812350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umum lazy propagation: penanda harus bisa digabungkan menjadi satu penanda, dan penggabungan itu harus asosiatif. Bila tidak, lazy propagation tidak bisa dipakai.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lazy propagation.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push di dalam query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juga turun ke anak, sehingga juga wajib membayar utang lebih dulu. Ini kesalahan yang paling sering dan gejalanya jawaban terlalu 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mengalikan dengan panjang rentang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range sum, nilai simpul bertambah x dikali banyaknya elemen, bukan x saja. Untuk range minimum justru sebaliknya: cukup ditambah 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nol sebagai tanda kosong pada assign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Menetapkan nilai nol adalah perintah yang sah. Gunakan penanda bool terpisah, atau nilai sentinel yang mustahil muncul.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komposisi terbalik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dua jenis operasi, urutan penggabungan menentukan hasilnya. Tuliskan rumusnya di kertas lebih dulu, jangan menebak.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 Rentang, Jumlah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n bilangan dan q perintah. Perintah tipe 1 menambahkan x ke setiap elemen pada a[l] sampai a[r]. Perintah tipe 2 menanyakan jumlah a[l] sampai a[r]. Jawab setiap perintah tipe 2.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a[i], x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0_23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5728" y="1280160"/>
            <a:ext cx="309942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tiga tempat push dipanggil, dan perkalian dengan panjang rentang pada fungsi terapkan.</a:t>
            </a:r>
            <a:endParaRPr lang="en-US" sz="1300" dirty="0"/>
          </a:p>
        </p:txBody>
      </p:sp>
      <p:pic>
        <p:nvPicPr>
          <p:cNvPr id="4" name="Image 0" descr="/tmp/ppt/imgs/c0_24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6241" y="1755648"/>
            <a:ext cx="171647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log n). Jumlahnya bisa mencapai 2 x 10^5 x 10^9 = 2 x 10^14, sehingga long long wajib dipakai baik untuk t maupun untuk lz.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range add langsung; tiga berikutnya menuntut penanda yang lebih rumit.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dengan point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Updates and Sums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dan range assign bersamaan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52C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melingkar dengan range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HORRIBLE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dengan range sum, klasik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242E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XOR dengan segment tree per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adalah utang untuk ANAK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t[v] selalu sudah benar. Yang tertunda hanyalah penerusan perubahan kepada kedua anaknya.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di simpul yang termuat penuh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turun ke anak inilah yang membuat range update tetap O(log n), bukan O(n).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 wajib sebelum setiap penurunan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Baik di update maupun di query. Melupakannya di query adalah bug nomor satu pada materi ini.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Penanda harus bisa digabungkan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operasi berurutan harus bisa dinyatakan sebagai satu operasi. Bila tidak bisa, lazy propagation tidak berlaku untuk soal itu.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2026-09-01T04:53:43Z</dcterms:created>
  <dcterms:modified xsi:type="dcterms:W3CDTF">2026-09-01T04:53:43Z</dcterms:modified>
</cp:coreProperties>
</file>