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Dekomposisi Biner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setiap barang tersedia dalam jumlah terbatas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adalah kasus tengah: setiap benda boleh diambil beberapa kali, tetapi jumlahnya terbatas.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Antara 0-1 dan unbounded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Benda ke-i boleh diambil paling banyak c[i] kali. Bila c[i] = 1 ini menjadi 0-1 knapsack; bila c[i] tak terbatas ia menjadi unbounded.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terlalu lambat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setiap benda menjadi c[i] salinan lalu menjalankan 0-1 knapsack menghasilkan kompleksitas O(total salinan x W), yang cepat sekali membengkak.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memangkasnya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c[i] menjadi 1, 2, 4, 8, ... dan sisanya. Dengan log(c[i]) salinan, semua jumlah dari 0 sampai c[i] tetap bisa dibentuk.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juga cara monotonic deque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kasus yang lebih ketat, bounded knapsack bisa diselesaikan dalam O(n x W) memakai monotonic deque per kelas sisa bagi.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"tersedia sebanyak c buah" pada setiap jenis benda.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jenis benda punya jumlah persediaan yang terbatas dan lebih dari satu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persediaannya besar sehingga memecah satu per satu terlalu lambat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Kapasitasnya masih cukup kecil untuk dijadikan indeks tabel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koin dengan jumlah keping terbatas per pecahan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Persediaannya satu per jenis — pakai 0-1 knapsack langsung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Persediaannya tak terbatas — pakai unbounded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jenisnya sangat sedikit sehingga rekursi biasa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adalah trik yang layak dihafal: 1, 2, 4, ..., sisa. Ia muncul lagi di banyak tempat lain, bukan hanya di knapsack.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(Day 144)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Persediaan terbatas, dipecah menjadi salinan berpangkat 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Dekomposisi biner adalah contoh bagus dari prinsip umum: mengganti banyak salinan dengan sedikit salinan yang tetap bisa membentuk semua kemungkinan.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Knapsack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Dekomposisi Biner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Pemecahan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Pintasan Unbounded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Knapsack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state, tiga aturan pemakaian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memakai state yang sama: dp[w] = nilai maksimum pada kapasitas w. Yang berbeda hanya aturan pemakaian.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834640"/>
                <a:gridCol w="253288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tiap barang maksimal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tak 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naif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ulangi sebanyak cnt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 ·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pecah menjadi pangkat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 · log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—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cnt[i]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jendela geser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· 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faktor tambahan yang mematikan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Mengulang Sebanyak Stok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paling langsung: perlakukan cnt[i] barang identik sebagai cnt[i] barang terpisah.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benar dan mudah ditulis. Masalahnya hanya satu: faktor cnt masuk ke dalam kompleksitas.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n = 100, W = 10.000, dan cnt = 1.000, jumlah operasinya mencapai satu miliar. Batas waktu satu detik pasti terlampaui.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hanya bila cnt kecil, sekitar 10 ke bawah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atas itu, wajib dipecah dengan cara yang lebih pintar</a:t>
            </a:r>
            <a:endParaRPr lang="en-US" sz="1250" dirty="0"/>
          </a:p>
        </p:txBody>
      </p:sp>
      <p:pic>
        <p:nvPicPr>
          <p:cNvPr id="6" name="Image 0" descr="/tmp/ppt/imgs/c14_9_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709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Dekomposisi Biner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1, 2, 4, 6 sudah mewakili 13 barang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cnt = 13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dipecah, setiap potongan diperlakukan sebagai satu barang biasa dalam 0/1 knapsack.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cnt = 13 barang identik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2532888"/>
            <a:ext cx="886968" cy="603504"/>
          </a:xfrm>
          <a:prstGeom prst="rect">
            <a:avLst/>
          </a:prstGeom>
          <a:solidFill>
            <a:srgbClr val="EAF4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2532888"/>
            <a:ext cx="886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00784" y="2532888"/>
            <a:ext cx="1389888" cy="603504"/>
          </a:xfrm>
          <a:prstGeom prst="rect">
            <a:avLst/>
          </a:prstGeom>
          <a:solidFill>
            <a:srgbClr val="EAFB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00784" y="253288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36976" y="2532888"/>
            <a:ext cx="2395728" cy="603504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2532888"/>
            <a:ext cx="2395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79008" y="2532888"/>
            <a:ext cx="3401568" cy="603504"/>
          </a:xfrm>
          <a:prstGeom prst="rect">
            <a:avLst/>
          </a:prstGeom>
          <a:solidFill>
            <a:srgbClr val="F3EE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79008" y="2532888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+ 2 + 4 + 6 = 13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3447288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" y="3502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0 barang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67912" y="3502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3867912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39227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5 barang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9227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4288536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4343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9 barang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4343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" y="4709160"/>
            <a:ext cx="10853928" cy="4572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" y="47640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13 barang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4764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 + 4 + 6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52760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0..13 bisa dibentuk dari empat potongan itu. Jadi cnt barang cukup diwakili O(log cnt) “barang gabungan”, lalu perlakukan sebagai 0/1 knapsack biasa.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Memecahnya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pangkat 2 selama masih muat, lalu sisanya menjadi potongan terakhir.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= 13, k = 1.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min(1, 13) = 1.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12.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Gandakan 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2, sisa = 12.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min(2, 12) = 2.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10.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Gandakan lagi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4, sisa = 10.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min(4, 10) = 4.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6.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2,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terakhir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8, sisa = 6.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min(8, 6) = 6.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menjadi 0, berhenti.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potongan: 1, 2, 4, 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loop terdalam adalah 0/1 knapsack biasa, tanpa perubahan sama sekali.</a:t>
            </a:r>
            <a:endParaRPr lang="en-US" sz="1300" dirty="0"/>
          </a:p>
        </p:txBody>
      </p:sp>
      <p:pic>
        <p:nvPicPr>
          <p:cNvPr id="4" name="Image 0" descr="/tmp/ppt/imgs/c14_13_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659" y="1755648"/>
            <a:ext cx="615963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 sama dengan representasi biner sebuah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Singkat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penalaran yang bisa kamu ulangi sendiri untuk nilai cnt berapa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1, 2, 4 membentuk 0 sampai 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 seperti tiga bit biner. Setiap bilangan dalam rentang itu punya satu kombinasi unik: 5 = 1 + 4, 6 = 2 + 4, 7 = 1 + 2 + 4.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6 menutup 8 sampai 13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potongan 6, lalu tambahkan kombinasi mana pun dari 1, 2, 4 untuk menjangkau 6 sampai 13.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yang terlewat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0–7 dan 6–13 bersambung, sehingga seluruh 0 sampai 13 tercakup. Karena itu hasil DP tetap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hanya jumlah barang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cnt buah menjadi sekitar log2(cnt) + 1 buah. Untuk cnt = 1000, dari 1000 menjadi 10 — sekitar 100 kali lebih cepat.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Pintasan yang Sering Terlupakan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memecah, periksa dulu apakah pemecahan memang perlu.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cnt[i] dikali wt[i] sudah lebih besar atau sama dengan kapasitas W, artinya stok barang itu tidak akan pernah habis sebelum tas penuh.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kasus itu, barang tersebut bisa langsung diperlakukan sebagai unbounded — cukup satu loop maju, tanpa pemecahan sama sekali.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 dan lebih pendek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terjadi pada soal dengan stok besar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ini gratis, hanya satu perbandingan</a:t>
            </a:r>
            <a:endParaRPr lang="en-US" sz="1250" dirty="0"/>
          </a:p>
        </p:txBody>
      </p:sp>
      <p:pic>
        <p:nvPicPr>
          <p:cNvPr id="6" name="Image 0" descr="/tmp/ppt/imgs/c14_16_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0595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Belanja dengan stok terbatas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Toko dengan Stok Terbatas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toko menjual n jenis barang. Barang jenis ke-i memiliki berat wt[i], nilai val[i], dan tersedia sebanyak cnt[i] buah.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membawa tas berkapasitas W. Hitung nilai total maksimum yang bisa dibawa pulang.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cnt[i] ≤ 1.000</a:t>
            </a:r>
            <a:endParaRPr lang="en-US" sz="1200" dirty="0"/>
          </a:p>
        </p:txBody>
      </p:sp>
      <p:pic>
        <p:nvPicPr>
          <p:cNvPr id="9" name="Image 0" descr="/tmp/ppt/imgs/c14_18_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7586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W · log cnt) = 100 × 10.000 × 10 = 10^7 — jauh di bawah batas aman.</a:t>
            </a:r>
            <a:endParaRPr lang="en-US" sz="1300" dirty="0"/>
          </a:p>
        </p:txBody>
      </p:sp>
      <p:pic>
        <p:nvPicPr>
          <p:cNvPr id="4" name="Image 0" descr="/tmp/ppt/imgs/c14_19_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328" y="1755648"/>
            <a:ext cx="344172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dp seluruhnya nol, sama seperti knapsack biasa.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pemecahan: k digandakan setiap putaran, ambil = min(k, sisa) menjamin totalnya tepat cnt[i].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gabungan dibentuk dengan mengalikan berat dan nilai satuannya. Wajib cast ke long long pada nilai.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adalah 0/1 knapsack apa adanya — arah MUNDUR, tanpa modifikasi.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ingin lebih cepat lagi, tambahkan pintasan unbounded di awal setiap jenis barang.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yang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Panduan 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pendekatan sesuai ukuran stok pada soal.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2377440"/>
                <a:gridCol w="24414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Kondisi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Pendekatan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Kesulitan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kecil (≤ 10)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O(n·W·cnt)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sedang sampai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O(n·W·log cnt)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× berat ≥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Perlakukan 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cnt sangat besar, W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Monotonic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O(n·W)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Pemecahan tidak tepat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1, 2, 4, 8 lalu salah menghitung sisanya. Rumus yang benar: ambil = min(k, sisa), lalu sisa dikurangi ambil. Uji dengan mencetak potongan untuk cnt = 1 sampai 20 — jumlahnya harus selalu tepat.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 pada barang gabungan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val[i] × ambil bisa jauh melebihi batas int. Selalu cast ke long long. Periksa juga W2 tidak melebihi W sebelum masuk loop.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pintasan unbounded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tetap benar, tetapi membuang waktu memecah barang yang stoknya sudah lebih dari cukup.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terdalam ditulis maju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dipecah, potongan harus diperlakukan sebagai 0/1 — arah MUNDUR. Loop maju akan membuat potongan yang sama terpakai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tiga varian knapsack dalam satu file, uji dengan input yang sama dan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potongan biner untuk cnt = 1 sampai 20, pastikan jumlahnya selalu tepat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pintasan unbounded, ukur perbedaan waktunya pada cnt yang besar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Coin Change II dengan batas jumlah koin per jenis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versi naif dan versi biner untuk cnt = 1.000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= 0/1 setelah dipecah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cnt barang identik menjadi potongan 1, 2, 4, ... dan sisanya.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cnt potongan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jumlah 0 sampai cnt tetap bisa dibentuk, tanpa ada yang dobel atau terlewat.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cek pintasan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cnt × berat ≥ kapasitas, perlakukan sebagai unbounded — lebih cepat dan lebih singkat.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Increasing Subsequence dalam O(n log n).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