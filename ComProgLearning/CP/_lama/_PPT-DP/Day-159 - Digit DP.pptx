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bilangan dalam rentang yang memenuhi syarat digit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menghitung banyaknya bilangan dalam suatu rentang yang memenuhi syarat tertentu, dengan menelusuri digit demi digit.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dibangun dari digit terkiri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memeriksa satu per satu, kita membangun bilangan digit demi digit sambil melacak apakah masih menempel pada batas atas.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Bendera tight adalah kuncinya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prefiks yang dibangun sama persis dengan prefiks batas, digit berikutnya terbatas. Bila sudah lebih kecil, digit berikutnya bebas 0 sampai 9.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dihitung dengan pengurangan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untuk [a, b] adalah f(b) - f(a-1), di mana f(x) menghitung bilangan yang sah dari 0 sampai x. Pola ini hampir selalu dipakai.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tambahan menyesuaikan soal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digit, sisa bagi, digit terakhir, apakah sudah ada digit bukan nol — semuanya bisa menjadi dimensi tambahan sesuai kebutuhan soal.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sangat khas: rentang bilangan yang sangat besar, dan syarat yang berkaitan dengan digit.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bilangan dalam rentang sampai 10^18 yang memenuhi syarat digit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menyangkut jumlah digit, digit berulang, atau pola digit tertentu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query rentang dan setiap query harus dijawab cepat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menyangkut sisa bagi terhadap bilangan kecil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Rentangnya kecil sehingga loop biasa sudah cukup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tidak bisa diperiksa secara bertahap dari kiri ke kanan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bukan banyaknya, melainkan bilangan ke-k — itu butuh penelusuran berbeda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lupa bendera leading zero bila soal peduli pada panjang bilangan. Bilangan 007 dan 7 bisa dianggap berbeda oleh state-mu bila bendera ini tidak ada.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 (Day 155)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 lanjut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query rentang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bilangan digit demi digit dengan bendera tight.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adalah contoh terbaik dari state yang tidak jelas pada pandangan pertama. Setelah terbiasa, banyak soal bilangan besar menjadi mudah.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Flag tight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Flag leading zero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Penelusuran Digit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State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rentangnya terlalu besar untuk diloop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Digit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kuncinya: rentang sangat besar, syaratnya tentang digit.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raksasa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bertanya tentang bilangan antara L dan R, dengan R bisa mencapai 10^18. Meloop satu per satu jelas mustahil.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tentang digit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 "jumlah digitnya habis dibagi k", "tidak mengandung angka 4", "tidak ada dua digit sama berdampingan", atau "digitnya menaik".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bilangan digit demi digit dari kiri ke kanan. Banyaknya posisi hanya 18 sampai 19, sehingga jumlah state-nya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rentang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untuk [0, R] lalu kurangi hasil untuk [0, L−1]. Dengan begitu kita cukup menangani satu batas atas saja.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Flag tight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membingungkan pada awalnya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Arti tight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ini mencegah kita membentuk bilangan yang melebihi batas 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 =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digit yang sudah dipilih persis sama dengan prefiks batas atas. Karena itu digit berikutnya tidak boleh melebihi digit batas pada posisi 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 = 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satu digit sebelumnya sudah lebih kecil dari digit batas. Bilangan yang terbentuk pasti sudah lebih kecil, sehingga digit berikutnya bebas 0 sampai 9.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Perpindahannya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ntight = tight &amp;&amp; (d == hi). Sekali menjadi 0, ia tidak akan pernah kembali menjadi 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memoisasi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dengan tight = 1 hanya dilalui sekali per posisi, sedangkan state dengan tight = 0 dilalui berkali-kali. Menyatukan keduanya dalam satu cache akan salah.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Contoh: N = 456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flag tight berubah saat digit yang dipilih lebih kecil dari batas.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456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44952" y="2212848"/>
            <a:ext cx="1051560" cy="60350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44952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9664" y="2212848"/>
            <a:ext cx="1051560" cy="60350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9664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169664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69664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94376" y="2212848"/>
            <a:ext cx="1051560" cy="60350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94376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294376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" y="36850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7764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0: batas digit = 4     pos 1: batas = 5     pos 2: batas = 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1239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kita memilih persis 4, lalu 5, lalu 6, flag tight tetap menyala dan pilihan kita terbatas.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Memilih Digit Lebih Kecil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satu digit dipilih lebih kecil dari batas, sisanya bebas.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3 di pos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44952" y="2212848"/>
            <a:ext cx="1051560" cy="603504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44952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9664" y="2212848"/>
            <a:ext cx="1051560" cy="603504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9664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169664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69664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94376" y="2212848"/>
            <a:ext cx="1051560" cy="603504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94376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294376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" y="36850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7764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3 &lt; 4     -&gt;     tight menjadi 0 untuk seluruh posisi berikutnya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1239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3xx pasti lebih kecil dari 456, dua digit sisanya boleh apa saja dari 0 sampai 9. Inilah yang membuat banyak state bisa berbagi hasil.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leading zero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Diperlukan hanya pada sebagian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lead Dibutuhkan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ini membedakan angka nol yang bermakna dari nol yang hanya pengisi di depan.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7 bila ditulis dalam tiga posisi menjadi 007. Dua nol di depan itu bukan digit sungguhan.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berpengaruh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syarat soal menyangkut "digit pertama", "banyaknya digit", atau "tidak ada dua digit sama berdampingan", nol di depan harus dibedakan.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bisa diabaikan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syaratnya hanya tentang jumlah digit atau keberadaan angka tertentu, nol di depan tidak mengubah apa pun. Flag ini bisa dihilangkan agar state lebih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Perpindahannya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nlead = lead &amp;&amp; (d == 0). Sekali kita memilih digit bukan nol, bilangan dianggap sudah dimulai.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yang bisa dipakai ulang untuk hampir semua soal digit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Digit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bentuknya. Yang berubah antar soal hanya bagian state dan syarat akhirnya.</a:t>
            </a:r>
            <a:endParaRPr lang="en-US" sz="1300" dirty="0"/>
          </a:p>
        </p:txBody>
      </p:sp>
      <p:pic>
        <p:nvPicPr>
          <p:cNvPr id="4" name="Image 0" descr="/tmp/ppt/imgs/c26_15_1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419" y="1755648"/>
            <a:ext cx="375754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atas disimpan sebagai string agar digitnya mudah diakses per posisi.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 akhir string: periksa apakah state yang terkumpul memenuhi syarat soal.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digit pada posisi ini bergantung pada flag tight — inilah inti seluruh teknik.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tight baru menyala hanya bila sebelumnya menyala DAN digit yang dipilih persis di batas.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Cache diindeks oleh seluruh komponen state, termasuk kedua flag. Melewatkan salah satunya membuat hasilnya salah.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Menangani Rentang [L, R]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ubah menjadi selisih dua perhitungan dari nol.</a:t>
            </a:r>
            <a:endParaRPr lang="en-US" sz="1300" dirty="0"/>
          </a:p>
        </p:txBody>
      </p:sp>
      <p:pic>
        <p:nvPicPr>
          <p:cNvPr id="4" name="Image 0" descr="/tmp/ppt/imgs/c26_16_1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992" y="1755648"/>
            <a:ext cx="5266968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digit habis dibagi 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Digit Sum Divisible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Bilangan dengan Syarat Digit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L, R, dan K. Hitung banyaknya bilangan bulat x dalam rentang [L, R] yang jumlah seluruh digitnya habis dibagi K.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Rentangnya sangat besar, sehingga tidak bisa diperiksa satu per satu.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L ≤ R ≤ 10^18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26_18_1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1644" y="1280160"/>
            <a:ext cx="3587591" cy="38238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19 × 2 × 100 = 3.800, dikali 10 pilihan digit — total di bawah 40.000 operasi.</a:t>
            </a:r>
            <a:endParaRPr lang="en-US" sz="1300" dirty="0"/>
          </a:p>
        </p:txBody>
      </p:sp>
      <p:pic>
        <p:nvPicPr>
          <p:cNvPr id="4" name="Image 0" descr="/tmp/ppt/imgs/c26_19_1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885" y="1755648"/>
            <a:ext cx="343061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State: posisi digit, flag tight, dan sisa bagi jumlah digit terhadap K. Flag lead tidak dibutuhkan karena nol tidak memengaruhi jumlah digit.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memeriksa apakah sisa baginya nol. Bila ya, bilangan ini sah dan dihitung satu.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digit ditentukan oleh flag tight: mengikuti batas atas, atau bebas sampai 9.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sisa diperbarui dengan menambah digit lalu memodulo K, sehingga ukurannya tetap kecil.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rentang dilakukan dengan selisih dua pemanggilan. Perhatikan penanganan L = 0.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syarat soal menjadi komponen state tambahan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Soal ke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tidak berubah, hanya komponen state-nya yang menyesuaikan.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  <a:gridCol w="353872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Syarat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digit habis dibagi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bagi jumlah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Bilangannya sendiri habis dibagi 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bagi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boleh ada digit 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perlu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ada dua digit sama berdampingan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sebelumnya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Digitnya harus menaik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sebelumnya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mana saja yang pernah muncul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10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Banyaknya digit tertentu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pencacah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sesuai batas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tight tidak masuk ke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dengan tight menyala punya batas digit berbeda. Menyatukannya dengan state bebas membuat hasilnya salah — biasanya terlalu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Cache tidak direset antar pemanggilan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hitung(R) dan hitung(L−1) memakai batas atas berbeda. Cache wajib dikosongkan di antara keduanya.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menangani L = 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hitung(L−1) dengan L = 0 menghasilkan argumen negatif. Tambahkan penjagaan di awal fungsi.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Leading zero diabaikan padahal berpengaruh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seperti "tidak ada dua digit sama berdampingan", 007 akan salah dianggap punya dua nol berdampingan.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Tipe data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bilangan dalam rentang sampai 10^18 jelas melampaui int. Selalu pakai long long.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Counting Numbers — hitung bilangan tanpa dua digit sama berdampingan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Numbers With Repeated Digits, Count Numbers with Unique Digits, Numbers At Most N Given Digit Set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SPOJ: Balanced Numbers, Digit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bilangan yang habis dibagi jumlah digitnya sendiri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TOTAL dari seluruh bilangan yang memenuhi syarat, bukan banyaknya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Verifikasi: bandingkan hasil digit DP dengan brute force untuk rentang kecil seperti [1, 1000]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bilangan digit demi digit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sekitar 19 posisi, sehingga jumlah state-nya kecil meski rentangnya raksasa.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tight menjaga batas atas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Sekali padam, ia tidak pernah menyala lagi. Wajib masuk ke dalam cache.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diubah jadi selisih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hitung(R) − hitung(L−1), dengan cache dikosongkan di antaranya.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pohon: agregasi subtree dari daun menuju akar.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