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0/1 Knapsack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barang dengan kapasitas terbatas, lalu menelusuri pilihannya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145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adalah soal DP paling ikonik: pilih sebagian benda agar nilainya sebesar mungkin, tanpa melebihi kapasitas.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benda hanya boleh diambil sekali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Itulah arti angka 0 dan 1: setiap benda diambil nol kali atau satu kali. Batasan inilah yang membedakannya dari unbounded knapsack.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dua dimensi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dp[i][w] berarti nilai terbaik bila hanya benda 1..i yang boleh dipertimbangkan dan kapasitas tersisa w. Transisinya: ambil atau tidak ambil.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hemat memori memakai satu baris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baris i hanya butuh baris i-1, arraynya bisa dipadatkan menjadi satu dimensi — dengan syarat loop kapasitas berjalan MENURUN.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 butuh tabel penuh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meminta benda mana saja yang diambil, kamu perlu menyimpan tabel dua dimensi atau mencatat jejak keputusan.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terkuatnya adalah adanya "kapasitas" atau "anggaran" yang jelas dan nilainya tidak terlalu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anggaran, kapasitas, atau batas waktu, dan setiap benda dipilih atau tidak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kapasitasnya cukup kecil untuk dijadikan indeks, biasanya sampai 10^5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nilai maksimum, bukan sekadar bisa atau tidak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tahu benda mana saja yang terpilih — pakai versi tabel penuh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Kapasitasnya sangat besar tetapi jumlah bendanya kecil — pakai meet in the middle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benda boleh diambil berkali-kali — itu unbounded knapsack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Rasio nilai per berat selalu menentukan — itu fractional knapsack yang selesai dengan greedy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Ingat aturan arah: 0-1 knapsack versi satu dimensi WAJIB loop kapasitas menurun. Loop menaik diam-diam mengubahnya menjadi unbounded.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Coin change (Day 144)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(Day 146)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Bounded knapsack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jalur (Day 152)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atau tidak ambil, dengan kapasitas sebagai dimensi kedua.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adalah kerangka yang paling sering dipinjam. Banyak soal yang tidak menyebut tas sama sekali ternyata knapsack setelah diterjemahkan.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State &amp; Transisi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DP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1D dan Arah Loop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Terselubung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Kompleksitas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pilihan untuk setiap barang: ambil atau lewati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0/1 Knapsack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 barang dengan berat wt[i] dan nilai val[i]. Kapasitas tas W. Setiap barang boleh diambil paling banyak satu kali.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ditanya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total maksimum yang bisa dibawa tanpa melebihi kapasitas tas.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92973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7429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121762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dp[i][w] = nilai maksimum yang bisa diperoleh dari i barang pertama, dengan kapasitas tersisa sebesar 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728923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7347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920947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dp[i][w] = max( dp[i−1][w] , dp[i−1][w − wt[i]] + val[i] ). Suku pertama berarti melewati barang ke-i, suku kedua berarti mengambilnya sehingga kapasitas berkurang.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528109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7266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720133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dp[0][w] = 0 untuk semua w. Tanpa barang, nilai yang bisa dibawa pasti nol.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327294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7184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&amp; kompleksitas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519318"/>
            <a:ext cx="102412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 dihitung setelah baris i−1. Jumlah state n × W, biaya transisi O(1), jadi total O(n · W).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jelas dibaca, dan satu-satunya versi yang bisa dipakai untuk rekonstruksi.</a:t>
            </a:r>
            <a:endParaRPr lang="en-US" sz="1300" dirty="0"/>
          </a:p>
        </p:txBody>
      </p:sp>
      <p:pic>
        <p:nvPicPr>
          <p:cNvPr id="4" name="Image 0" descr="/tmp/ppt/imgs/c12_8_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6525" y="1755648"/>
            <a:ext cx="705590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Tabel DP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barang, kapasitas 5 — satu baris per langkah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pertama seluruhnya nol: tanpa barang, tidak ada nilai yang bisa dibawa.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dp[0][w] = 0   untuk semua w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ini tidak dihitung, melainkan diberikan. Semua baris berikutnya membacanya.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4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Menambahkan Barang 1 (berat 2, nilai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hanya muat bila kapasitas minimal 2. Di bawah itu, nilainya tetap seperti baris atas.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2916936"/>
            <a:ext cx="1481328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102352" y="2916936"/>
            <a:ext cx="914" cy="146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dp[1][2] = max( dp[0][2] , dp[0][0] + 3 ) = max(0, 3) = 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biru kiri adalah "lewati", sel biru satunya adalah "ambil". Untuk w = 0 dan 1 barang tidak muat, jadi nilainya menyalin baris atas.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Menambahkan Barang 2 (berat 3, nilai 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kapasitas 5, kedua barang muat bersamaan.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02352" y="3520440"/>
            <a:ext cx="2304288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71232" y="3520440"/>
            <a:ext cx="914" cy="146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dp[2][5] = max( dp[1][5] , dp[1][2] + 4 ) = max(3, 7) = 7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barang 2 menyisakan kapasitas 5 - 3 = 2, dan nilai terbaik untuk kapasitas 2 pada baris atas adalah 3. Total 3 + 4 = 7.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4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4 — Menambahkan Barang 3 (berat 4, nilai 6)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bernilai besar belum tentu terpakai. Bandingkan kedua pilihannya.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0449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 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0449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w=0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69087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1383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159752" y="21671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45973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barang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449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9087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1383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59752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306324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1  (2, 3)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449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6791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9087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1383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679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59752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" y="366674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2  (3, 4)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449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6791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9087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51383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3679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59752" y="36667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67512" y="427024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 barang 3  (4, 6)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04495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6791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69087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51383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3679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59752" y="42702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279392" y="4123944"/>
            <a:ext cx="3127248" cy="14630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7571232" y="4123944"/>
            <a:ext cx="914" cy="14630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67512" y="51389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41832" y="52303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dp[3][5] = max( dp[2][5] , dp[2][1] + 6 ) = max(7, 6) = 7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941832" y="55778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akhir 7, dari barang 1 dan 2. Barang 3 tidak terpakai meskipun nilainya paling besar, karena beratnya menyisakan kapasitas yang terlalu kecil.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/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loopnya harus mundur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Menghemat Memori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 hanya membaca baris i−1, jadi satu baris sudah cukup — asal arah loopnya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menghitung dp[w] dengan loop MUNDUR, sel dp[w − wt[i]] berada di sebelah kirinya dan belum tersentuh pada iterasi barang ini.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Artinya isinya masih hasil dari barang-barang sebelumnya — persis seperti membaca baris i−1 pada versi 2D.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22452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× W) waktu, O(W) memori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bisa dipakai untuk rekonstruksi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maju diam-diam mengubahnya jadi unbounded</a:t>
            </a:r>
            <a:endParaRPr lang="en-US" sz="1250" dirty="0"/>
          </a:p>
        </p:txBody>
      </p:sp>
      <p:pic>
        <p:nvPicPr>
          <p:cNvPr id="6" name="Image 0" descr="/tmp/ppt/imgs/c12_15_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6712" y="1755648"/>
            <a:ext cx="5824728" cy="34881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Solusi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nilainya, tetapi barang mana saja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Barang Terpilih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keputusan di setiap sel, lalu telusuri mundur dari (n, W) sampai (0, 0).</a:t>
            </a:r>
            <a:endParaRPr lang="en-US" sz="1300" dirty="0"/>
          </a:p>
        </p:txBody>
      </p:sp>
      <p:pic>
        <p:nvPicPr>
          <p:cNvPr id="4" name="Image 0" descr="/tmp/ppt/imgs/c12_17_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7124" y="1755648"/>
            <a:ext cx="421013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take mencatat: apakah barang i benar-benar diambil pada kapasitas 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Pencatatan dilakukan tepat saat nilai dp diperbarui, sehingga selalu konsisten.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Penelusuran dimulai dari kapasitas penuh dan barang terakhir, lalu berjalan mundur.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kali barang diambil, kapasitas dikurangi beratnya — persis membalik langkah transisi.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Alternatif tanpa array take: bandingkan dp[i][w] dengan dp[i-1][w]. Kalau berbeda, berarti barang i diambil.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Terselubung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sebenarnya knapsack tetapi tidak terlihat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Penyamaran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berikut sebenarnya knapsack, meskipun kata "tas" dan "berat" tidak pernah disebut.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“Pilih subset dengan jumlah tepat S”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subset sum — knapsack dengan nilai boolean. Dibahas lengkap di Day 146.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“Bagi barang menjadi dua kelompok seimbang”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Partition problem. Cari subset yang jumlahnya paling dekat dengan setengah total.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“Maksimalkan keuntungan dengan batas waktu atau anggaran”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Kapasitas tidak harus berupa berat. Bisa waktu, uang, tenaga, atau sumber daya apa pun yang terbatas.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“Nilai apa saja yang bisa dibentuk?”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boolean. Cetak semua indeks yang bernilai true.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“Pilih tepat k barang”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Tambah satu dimensi: dp[i][w][k]. Ini contoh nyata dari uji kecukupan state di Day 142.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Book Shop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Book Shop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Membeli Buku dengan Anggaran Terbatas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punya uang sebanyak x dan berada di toko buku dengan n buku. Buku ke-i berharga h[i] dan memiliki nilai halaman s[i]. Setiap buku hanya tersedia satu eksemplar.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jumlah halaman maksimum yang bisa dibeli tanpa melebihi anggaran.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3891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x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h[i], s[i] ≤ 1000</a:t>
            </a:r>
            <a:endParaRPr lang="en-US" sz="1200" dirty="0"/>
          </a:p>
        </p:txBody>
      </p:sp>
      <p:pic>
        <p:nvPicPr>
          <p:cNvPr id="9" name="Image 0" descr="/tmp/ppt/imgs/c12_21_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6620" y="1280160"/>
            <a:ext cx="39776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· x) = 1000 × 100.000 = 10^8 — versi 1D wajib, versi 2D akan MLE.</a:t>
            </a:r>
            <a:endParaRPr lang="en-US" sz="1300" dirty="0"/>
          </a:p>
        </p:txBody>
      </p:sp>
      <p:pic>
        <p:nvPicPr>
          <p:cNvPr id="4" name="Image 0" descr="/tmp/ppt/imgs/c12_22_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55648"/>
            <a:ext cx="6309360" cy="402758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awal seluruhnya nol: dengan anggaran berapa pun, tanpa membeli apa-apa halaman yang didapat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berjalan atas buku — setiap buku dipertimbangkan tepat satu 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kapasitas MUNDUR, karena setiap buku hanya tersedia satu eksemplar.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memilih yang lebih besar antara tidak membeli dan membeli buku ini.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2D butuh 1000 × 100.001 sel long long, sekitar 800 MB — pasti melebihi batas memori. Versi 1D hanya sekitar 0,8 MB.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Kompleksitas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bergantung pada nilai W, bukan hanya pada n. Ini disebut pseudo-polynomial.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6243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× 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sangat aman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aman dengan versi 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1.000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10^12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mungkin — cari pendekatan lain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10^9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meet in the middle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Book Shop, Money Sums, Two Sets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LeetCode: Partition Equal Subset Sum, Target Sum, Last Stone Weight II, Ones and Zeroes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versi 2D dulu, ubah ke 1D, lalu tambahkan rekonstruksi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pilih tepat k barang — tambahkan dimensi ketiga dan amati kompleksitasnya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arah loop: satu barang berat 2 nilai 3, kapasitas 6 — versi mundur menjawab 3, versi maju menjawab 9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pilihan per barang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Ambil atau lewati. Seluruh DP knapsack tumbuh dari satu kalimat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Versi 1D butuh loop MUNDUR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maju, setiap barang bisa terpakai berkali-kali.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Rekonstruksi butuh tabel 2D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Rolling array membuang informasi yang justru dibutuhkan untuk menelusuri.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146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dan partition problem — knapsack versi boolean, plus trik bitset.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