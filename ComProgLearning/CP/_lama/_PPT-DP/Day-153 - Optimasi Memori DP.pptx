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array, penekanan dimensi, dan kapan tidak boleh dipakai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 memangkas tabel yang besar menjadi beberapa baris atau bahkan beberapa variabel, tanpa mengubah jawabannya.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adalah teknik utamanya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baris i hanya butuh baris i-1, kamu cukup menyimpan dua baris dan menukarnya bergantian. Memorinya turun dari O(n x m) menjadi O(m).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satu baris pun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0-1 knapsack, satu baris sudah cukup asalkan loop kapasitas berjalan menurun. Arah loop inilah yang menjaga agar satu benda tidak terpakai dua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jejak hilang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dipadatkan, kamu tidak bisa lagi merekonstruksi jalurnya dari tabel. Putuskan lebih dulu apakah rekonstruksi diperlukan.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memori adalah satu-satunya masalah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soal yang waktunya cukup tetapi memorinya tidak. Mengenali situasi ini menghemat banyak waktu daripada mencari algoritma yang lebih cepat.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batas memori pada soal, bukan hanya batas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penuhnya melebihi batas memori, biasanya di atas sekitar 256 MB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melihat satu atau dua lapis sebelumnya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hanya meminta nilai akhir, bukan susunan jawabannya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Ingin mempercepat karena tabel yang lebih kecil lebih ramah cache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rekonstruksi jalur — simpan tabel penuh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melompat jauh ke belakang, misalnya butuh baris i-10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sudah cukup; memadatkan hanya menambah risiko salah arah loop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paling sering keliru: 0-1 knapsack loop kapasitas MENURUN, unbounded knapsack loop kapasitas MENAIK. Hafalkan beserta alasannya.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 (Day 154)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pemadatan tabel tanpa mengubah jawaban.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sering sekaligus mempercepat program, karena tabel kecil lebih sering berada di cache prosesor.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Memori Bisa Meledak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Kebutuhan Memori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Dua Baris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Satu Baris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Menekan Jadi Variabel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&amp; Tipe 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Tidak Boleh Dipakai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Memori Bisa Meledak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menyimpan seluruh state, dan jumlah state tumbuh cepat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Skala Masalahnya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n = 1000 dan W = 100.000. Batas memori biasanya 256 MB.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long long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800 MB  -  MLE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1001 x 100001 sel, masing-masing 8 byte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329184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8543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400 MB  -  MLE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masih terlalu besar meski tipenya dikecilkan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baris long long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1,6 MB  -  AC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menyimpan baris sekarang dan sebelumnya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baris long long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4800600"/>
            <a:ext cx="22860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22192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0,8 MB  -  AC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2212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untuk knapsack dengan loop mundur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 Sebelum Menulis Kode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ini di kertas, sebelum mengetik. Lima detik yang menghemat banyak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= (jumlah state) × (ukuran tipe data). int 4 byte, long long 8 byte, bool 1 byte, double 8 byte.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cepat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dp[1000][100000] bertipe long long = 10^8 sel × 8 byte = 800 MB. Jelas melebihi batas.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aman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256 MB kira-kira setara 3 × 10^7 long long, atau 6 × 10^7 int. Di atas itu, cari cara menekan.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struktur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input, vector tambahan, dan tabel bantu juga memakan memori. Sisakan ruang.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alokasi lokal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besar sebaiknya global atau dialokasikan dengan vector. Array lokal berukuran besar di dalam fungsi bisa menabrak batas stack.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Penekanan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dua baris sampai dua variabel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Dua Baris Bergantian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baris i membaca baris i−1 pada kolom mana pun, seperti pada LCS dan edit distance.</a:t>
            </a:r>
            <a:endParaRPr lang="en-US" sz="1300" dirty="0"/>
          </a:p>
        </p:txBody>
      </p:sp>
      <p:pic>
        <p:nvPicPr>
          <p:cNvPr id="4" name="Image 0" descr="/tmp/ppt/imgs/c20_10_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5200" y="1755648"/>
            <a:ext cx="61785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Satu Baris dengan Loop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baris i hanya membaca kolom yang lebih kecil, seperti pada knapsack.</a:t>
            </a:r>
            <a:endParaRPr lang="en-US" sz="1300" dirty="0"/>
          </a:p>
        </p:txBody>
      </p:sp>
      <p:pic>
        <p:nvPicPr>
          <p:cNvPr id="4" name="Image 0" descr="/tmp/ppt/imgs/c20_11_1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424" y="1755648"/>
            <a:ext cx="6352103" cy="3336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Beberapa Variabel Saja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pada DP 1D yang hanya melihat satu atau dua langkah ke belakang.</a:t>
            </a:r>
            <a:endParaRPr lang="en-US" sz="1300" dirty="0"/>
          </a:p>
        </p:txBody>
      </p:sp>
      <p:pic>
        <p:nvPicPr>
          <p:cNvPr id="4" name="Image 0" descr="/tmp/ppt/imgs/c20_12_1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602" y="1755648"/>
            <a:ext cx="7311747" cy="36023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Tingkat Penekanan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dari pola pembacaan transisinya.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dari dp[i−1], dp[i−2]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variabel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House Robber, Fibonacci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dp[i][w] dari dp[i−1][w−x]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baris, loop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knapsack, subset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dp[i][j] dari dp[i−1][j] dan dp[i][j−1]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baris bergantian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LCS,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dp[l][r] dari sub-interval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ditekan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ditekan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 pun soalnya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dan Tipe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lain menekan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Tipe yang Tepat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penekanan terbesar datang dari mengganti tipe data, bukan dari mengubah struktur.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boolean, bitset menyimpan satu kemungkinan dalam satu bit — delapan kali lebih hemat dari array bool, sekaligus 64 kali lebih cepat.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bernilai kecil, int sudah cukup dan setengah lebih hemat dari long long. Tetapi pastikan tidak ada penjumlahan yang meluap.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bool 1 byte, int 4 byte, long long 8 byte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 dan char bisa dipakai bila jangkauannya jelas kecil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Hati-hati: menghemat tipe tetapi lalu overflow jauh lebih merugikan</a:t>
            </a:r>
            <a:endParaRPr lang="en-US" sz="1250" dirty="0"/>
          </a:p>
        </p:txBody>
      </p:sp>
      <p:pic>
        <p:nvPicPr>
          <p:cNvPr id="6" name="Image 0" descr="/tmp/ppt/imgs/c20_15_1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1192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yang tidak muat di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Knapsack Besar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Batas Memori Ketat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dan nilai, serta tas berkapasitas W. Hitung nilai maksimum yang bisa dibawa.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membuat solusi 2D pasti melebihi batas memori.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256 MB</a:t>
            </a:r>
            <a:endParaRPr lang="en-US" sz="1200" dirty="0"/>
          </a:p>
        </p:txBody>
      </p:sp>
      <p:pic>
        <p:nvPicPr>
          <p:cNvPr id="9" name="Image 0" descr="/tmp/ppt/imgs/c20_17_1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147" y="1280160"/>
            <a:ext cx="2978587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persis knapsack 1D dari Day 145 — yang berubah hanya kesadaran akan memorinya.</a:t>
            </a:r>
            <a:endParaRPr lang="en-US" sz="1300" dirty="0"/>
          </a:p>
        </p:txBody>
      </p:sp>
      <p:pic>
        <p:nvPicPr>
          <p:cNvPr id="4" name="Image 0" descr="/tmp/ppt/imgs/c20_18_1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035" y="1755648"/>
            <a:ext cx="592831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vector berukuran W+1 yang dialokasikan, bukan tabel n ×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barang tetap di luar, sehingga setiap barang dipertimbangkan tepat sekali.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 — inilah yang membuat satu baris cukup untuk menggantikan dua baris.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vector, bukan array lokal. Array lokal sebesar ini bisa menabrak batas stack.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Konsekuensinya: daftar barang yang dipilih tidak bisa ditelusuri lagi. Kalau soal memintanya, memori harus dikorbankan.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Tidak Boleh Ditekan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yang menyertainya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dan 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teknik ini tidak boleh dipakai, dan kesalahan yang menyertainya.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rekonstruksi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larangan mutlak. Rolling array membuang riwayat yang justru dibutuhkan untuk menelusuri jawaban. Putuskan sejak membaca soal.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melihat lebih dari satu baris ke belakang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membaca dp[i−3], simpan empat baris bergantian, bukan dua. Jumlah baris yang disimpan harus sebanyak jangkauan mundur terjauh, ditambah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membaca sub-interval di mana saja, bukan hanya baris sebelumnya. Tabel n × n tidak bisa ditekan dengan cara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tertukar setelah ditekan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sering. Versi 2D benar, lalu diubah ke 1D dengan loop maju — jawabannya berubah diam-diam menjadi unbounded.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mengosongkan baris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rolling dua baris untuk DP menghitung cara, baris yang akan ditulis ulang harus dikosongkan lebih dulu. Kalau tidak, nilai lama ikut terjumlah.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seluruh solusi 2D dari Day 145 sampai Day 150 menjadi versi hemat memori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pemakaian memori sebelum dan sesudah untuk setiap solusi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Book Shop — coba versi 2D dan amati MLE-nya, lalu perbaiki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untuk string sepanjang 5.000 — bandingkan versi 2D penuh dan dua baris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S = 10^6 — bandingkan vector&lt;bool&gt; dan bitset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menghitung kebutuhan memori di kertas sebelum menulis kode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memori sebelum mengetik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ukuran tipe data. Batas 256 MB kira-kira 3 × 10^7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penekanan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bergantian, satu baris dengan loop mundur, atau beberapa variabel saja.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mengunci pilihan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jawabannya harus ditelusuri, memori tidak boleh ditekan.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Dasar: merangkum seluruh Day 141 sampai 153.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