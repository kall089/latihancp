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agregasi atas seluruh submask dalam O(2^n · n)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158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 menjumlahkan nilai seluruh submask dari setiap mask, dalam O(2^n x n) alih-alih O(3^n).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hitung jumlah f[submask] atas semua submask dari mask. Cara langsung memakan O(3^n) yang terlalu lambat untuk n = 20.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tambahkan satu bit per lapis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 bit demi bit. Pada lapis ke-i, gabungkan nilai dari mask yang bit ke-i-nya mati ke mask yang bit ke-i-nya menyala. Setelah n lapis, semua submask terjumlah.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Mirip Floyd-Warshall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Sama seperti loop k pada Floyd-Warshall, loop bit di sini harus berada di luar. Ia berarti "bit mana saja yang sudah digabungkan".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Dipakai bersama inklusi-eksklusi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sering menjadi bagian dari perhitungan yang melibatkan supermask, komplementer, atau XOR convolution.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teknik yang cukup khusus, tetapi bila cocok ia menggantikan perhitungan yang mustahil dengan yang ringan.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menjumlahkan atau menggabungkan nilai seluruh submask untuk setiap mask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di bawah sekitar 22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pasangan yang irisan atau gabungannya memenuhi syarat tertentu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banyaknya himpunan yang termuat di dalam setiap himpunan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penggabungannya tidak punya sifat yang memungkinkan penggabungan bertahap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terlalu besar; 2^n tetap menjadi batasnya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dengan iterasi submask biasa karena hanya beberapa mask yang ditanya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WAJIB di luar, loop mask di dalam. Menukarnya menghasilkan jawaban yang salah, persis seperti pada Floyd-Warshall.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Inklusi-eksklusi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convolution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XOR basis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kombinatorika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 over Subsets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(SOS DP)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seluruh submask dalam O(2^n x n).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 dan Floyd-Warshall punya bentuk yang sangat mirip: loop terluar berarti "berapa banyak yang sudah diizinkan". Mengenali kemiripan ini membantu mengingat keduanya.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Gagal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Per Bit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Tiga Tahap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Variasi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Nyata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Menjumlahkan seluruh subset dari setiap mask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nilai g[mask] untuk setiap himpunan. Hitung f[mask] = jumlah g[sub] untuk semua sub yang merupakan subset dari mask.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kecil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mask = 011 (biner), subsetnya adalah 000, 001, 010, dan 011. Jadi f[011] = g[000] + g[001] + g[010] + g[011].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berguna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bertanya “berapa total nilai atas semua kombinasi yang termuat di dalam himpunan ini”. Menghitungnya satu per satu terlalu lambat.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iterasi seluruh subsetnya. Total pasangannya 3^n, karena setiap elemen punya tiga kemungkinan posisi.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Target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Turun menjadi O(2^n · n). Untuk n = 20, dari 3,5 miliar menjadi 20 juta.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Benar, tetapi terlalu lambat untuk n di atas 15.</a:t>
            </a:r>
            <a:endParaRPr lang="en-US" sz="1300" dirty="0"/>
          </a:p>
        </p:txBody>
      </p:sp>
      <p:pic>
        <p:nvPicPr>
          <p:cNvPr id="4" name="Image 0" descr="/tmp/ppt/imgs/c25_8_1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9414" y="1755648"/>
            <a:ext cx="6710124" cy="3218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Per Bit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Selesaikan satu bit pada satu waktu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Berpikirnya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Alih-alih memproses satu mask sekaligus, kita memproses satu BIT untuk semua mask.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ke-i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tahap ke-i selesai, f[mask] sudah menjumlahkan seluruh submask yang hanya berbeda pada bit 0 sampai 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i pada mask menyala, tambahkan f[mask tanpa bit i]. Nilai itu sudah memuat seluruh kombinasi bit sebelumnya.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n tahap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bit sudah diproses, sehingga f[mask] memuat jumlah atas semua subset. Tepat yang kita inginkan.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dobel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subset dicapai melalui tepat satu urutan penambahan bit, yaitu urutan bit dari kecil ke besar. Jadi tidak ada yang terhitung dua kali.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Tiga Tahap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3, g = [1, 2, 3, 4, 5, 6, 7, 8]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0 — Nilai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 dimulai sebagai salinan g. Belum ada penjumlahan.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f[mask] = g[mask]     untuk semua mask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0 sampai 7 mewakili mask 000 sampai 111.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1 — Memproses Bit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mask yang bit ke-0-nya menyala menerima tambahan dari versi tanpa bit itu.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94276" y="2286000"/>
            <a:ext cx="103327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f[3] += f[3 ^ 1] = f[2]     -&gt;  4 + 3 = 7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ganjil (bit 0 menyala) berubah, mask genap tetap. Sekarang f memuat jumlah atas variasi bit 0.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2 — Memproses Bit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giliran bit ke-1.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1004" y="2286000"/>
            <a:ext cx="206654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f[3] += f[3 ^ 2] = f[1]     -&gt;  7 + 3 = 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f[3] kini bernilai 10 = g[0] + g[1] + g[2] + g[3] = 1 + 2 + 3 + 4. Sudah benar untuk mask 011.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3 — Memproses Bit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Tahap terakhir. Seluruh f kini memuat jumlah atas semua subsetnya.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094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8094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4748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8076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08076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1403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4730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14730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8057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18057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27548" y="2286000"/>
            <a:ext cx="4133088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f[7] += f[7 ^ 4] = f[3]     -&gt;  26 + 10 = 36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f[7] = 36 = jumlah seluruh g, karena mask 111 memuat semua subset. Total hanya 3 tahap × 8 mask = 24 operasi.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Variasi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inti, tiga arah berbeda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 loop: bit di luar, mask di dalam. Menukarnya membuat hasilnya salah.</a:t>
            </a:r>
            <a:endParaRPr lang="en-US" sz="1300" dirty="0"/>
          </a:p>
        </p:txBody>
      </p:sp>
      <p:pic>
        <p:nvPicPr>
          <p:cNvPr id="4" name="Image 0" descr="/tmp/ppt/imgs/c25_17_1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476" y="1755648"/>
            <a:ext cx="7046000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Varian Lain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yang dibalik memberi jawaban yang berbeda pula.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Superset sum</a:t>
            </a:r>
            <a:endParaRPr lang="en-US" sz="1350" dirty="0"/>
          </a:p>
        </p:txBody>
      </p:sp>
      <p:pic>
        <p:nvPicPr>
          <p:cNvPr id="5" name="Image 0" descr="/tmp/ppt/imgs/c25_18_1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171607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Inverse SOS (Mobius)</a:t>
            </a:r>
            <a:endParaRPr lang="en-US" sz="1350" dirty="0"/>
          </a:p>
        </p:txBody>
      </p:sp>
      <p:pic>
        <p:nvPicPr>
          <p:cNvPr id="7" name="Image 1" descr="/tmp/ppt/imgs/c25_18_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191665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SOS langsung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Sum over Subsets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atas Seluruh Subset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g dengan 2^n elemen, di mana g[mask] adalah nilai untuk himpunan mask.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mask, hitung f[mask] = jumlah g[sub] atas seluruh sub yang merupakan subset dari mask. Cetak seluruh 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 ≤ g[mask] ≤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muat dalam long long</a:t>
            </a:r>
            <a:endParaRPr lang="en-US" sz="1200" dirty="0"/>
          </a:p>
        </p:txBody>
      </p:sp>
      <p:pic>
        <p:nvPicPr>
          <p:cNvPr id="9" name="Image 0" descr="/tmp/ppt/imgs/c25_20_1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0577" y="1280160"/>
            <a:ext cx="4469725" cy="35802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O(2^n · n) = 2^20 × 20 ≈ 2 × 10^7 — aman.</a:t>
            </a:r>
            <a:endParaRPr lang="en-US" sz="1300" dirty="0"/>
          </a:p>
        </p:txBody>
      </p:sp>
      <p:pic>
        <p:nvPicPr>
          <p:cNvPr id="4" name="Image 0" descr="/tmp/ppt/imgs/c25_21_1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503" y="1755648"/>
            <a:ext cx="579937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 diinisialisasi langsung dari input, tidak perlu array g terpisah.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berada di LUAR. Ini syarat mutlak — menukarnya membuat sebagian subset terlewat.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mask yang bitnya menyala yang diperbarui. Mask lain sudah benar untuk tahap ini.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^ (1 &lt;&lt; i) adalah mask yang sama tetapi tanpa bit i. Nilainya sudah lengkap untuk bit 0 sampai i-1.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long long: menjumlahkan 2^20 nilai sebesar 10^9 jelas melampaui int.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Nyata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SOS DP muncul dalam soal sungguhan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Soal yang Memakai 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soal yang biasanya menyembunyikan Sum over Subsets di dalamnya.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pasangan dengan AND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elemen, cari berapa banyak elemen lain yang tidak beririsan bitnya. Hitung dengan superset sum atas komplemen.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 subset yang memenuhi syarat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syaratnya berupa "semua atribut yang dibutuhkan tersedia", jawabannya adalah agregasi atas submask.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convolution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dua fungsi atas himpunan. Memakai SOS beserta inversnya, dengan tambahan dimensi popcount.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Maksimum atas submask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Operatornya tidak harus penjumlahan. max juga bekerja, karena max bersifat idempoten dan asosiatif.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 harus asosiatif dan komutatif. Penjumlahan, max, min, dan OR aman. Pengurangan tidak bisa dipakai langsung.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loop tertukar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harus di luar, loop mask di dalam. Kalau dibalik, sebagian subset tidak pernah terjumlah dan hasilnya diam-diam salah.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arah pada superset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superset sum, syaratnya adalah bit yang MATI, dan penambahannya dari mask dengan bit itu dinyalakan. Mudah tertukar.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Overflow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atas 2^n nilai bisa sangat besar. Selalu pakai long long, dan terapkan modulo bila soal memintanya.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20, array long long berukuran 2^20 sekitar 8 MB. Untuk n = 24 sudah 134 MB — perhatikan batasnya.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383E — Vowels, soal SOS klasik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449D — Jzzhu and Numbers, memakai inclusion-exclusion dengan SOS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165E — Compatible Numbers, memakai superset sum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ketiga varian dalam satu file dan bandingkan hasilnya untuk n = 3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Verifikasi: bandingkan hasil SOS dengan cara naif untuk n kecil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ganti operator penjumlahan menjadi max, lalu periksa apakah hasilnya masih benar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mengubah 3^n menjadi 2^n · 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Dengan memproses satu bit untuk semua mask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bit di luar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syarat mutlak. Menukar urutannya membuat hasilnya salah tanpa error apa pun.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varian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sum, superset sum, dan inverse. Bedanya hanya arah dan syarat bitnya.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159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Digit DP: menghitung bilangan dalam rentang yang memenuhi syarat digit.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