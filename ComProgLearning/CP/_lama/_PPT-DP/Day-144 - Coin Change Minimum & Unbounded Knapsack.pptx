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Unbounded Knapsack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setiap barang boleh diambil berkali-kali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dan unbounded knapsack adalah keluarga soal di mana setiap jenis benda boleh dipakai berkali-kali tanpa 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dipakai berulang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pembeda utamanya dari 0-1 knapsack. Karena satu jenis koin boleh diambil berkali-kali, urutan loop-nya berbeda dan itu sangat menentukan.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pertanyaan yang sering muncul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koin paling sedikit untuk mencapai nilai tertentu, dan berapa banyak cara menyusunnya. Keduanya memakai tabel yang sama dengan operasi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menentukan artinya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loop nilai berada di luar, kamu menghitung SUSUNAN berurutan. Bila loop koin berada di luar, kamu menghitung KOMBINASI tanpa memandang urutan. Ini jebakan paling sering.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untuk unbounded adalah menaik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0-1 knapsack yang loop kapasitasnya menurun. Arah menaik justru yang memungkinkan satu benda dipakai berkali-kali.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"boleh diambil sebanyak-banyaknya" atau "persediaan tidak terbatas".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jenis benda tersedia dalam jumlah tak terbatas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cara termurah atau tersedikit untuk mencapai suatu nilai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banyaknya cara membentuk suatu jumlah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targetnya cukup kecil untuk dijadikan indeks tabel, biasanya sampai 10^6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benda hanya boleh diambil sekali — itu 0-1 knapsack, arah loopnya berbeda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persediaannya terbatas per jenis — itu bounded knapsack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targetnya sangat besar sehingga tabelnya tidak muat — perlu pendekatan lain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penyaring: apakah 1+2 dan 2+1 dianggap dua cara berbeda? Jawabannya menentukan loop mana yang berada di luar.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 (Day 143)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Benda boleh dipakai berkali-kali; arah loop menaik.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arah loop antara unbounded dan 0-1 knapsack adalah salah satu detail terpenting di seluruh materi DP. Pastikan kamu bisa menjelaskan alasannya.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Gagal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Menentukan Aturan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Jawaban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Varian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Sesedikit mungkin koin untuk sebuah nominal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Solusinya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dan urutan — seperti biasa.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jumlah koin paling sedikit untuk membentuk nominal 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membentuk i, koin terakhir yang dipakai bisa koin mana saja. Kalau koin terakhirnya c, sisanya adalah i − c, dan biayanya dp[i−c] + 1.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terkecil di antara semua pilihan koin.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315968"/>
            <a:ext cx="4480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0, sisanya INF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menandai “belum bisa dibentuk”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cek INF sebelum menambah 1</a:t>
            </a:r>
            <a:endParaRPr lang="en-US" sz="1250" dirty="0"/>
          </a:p>
        </p:txBody>
      </p:sp>
      <p:pic>
        <p:nvPicPr>
          <p:cNvPr id="6" name="Image 0" descr="/tmp/ppt/imgs/c11_7_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9228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coins = {1, 3, 4}, amount = 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dp[0] yang diketahui. Sisanya masih tak terjangkau.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        sisanya INF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berarti “belum ada cara membentuk nominal ini”. Bukan nol, karena nol berarti gratis.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Nominal 1 sampai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nominal mencoba semua koin sebagai koin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7732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494276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 = min( dp[2]+1 , dp[0]+1 ) = min(3, 1) = 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koin 3 langsung dari nol jauh lebih murah daripada menumpuk tiga koin 1.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Nominal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kandidat dicoba, yang terkecil menang.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61004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60820" y="2084832"/>
            <a:ext cx="103327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dp[5] = min( dp[4]+1 , dp[2]+1 , dp[1]+1 ) = min(2, 3, 2) = 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jalur berbeda sama-sama menghasilkan 2 koin: 4+1 dan 1+4. DP tidak peduli yang mana.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penuh. Jawaban ada di dp[6].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94276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27548" y="2084832"/>
            <a:ext cx="3099816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dp[6] = min( dp[5]+1 , dp[3]+1 , dp[2]+1 ) = min(3, 2, 3) = 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2 koin, yaitu 3 + 3. Greedy akan menjawab 3 koin (4 + 1 + 1).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koin terbesar dulu tidak selalu optimal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vs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coins = {1, 3, 4}, amount = 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mengambil 4 lebih dulu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2, yang hanya bisa ditutup dengan dua koin 1. Total 3 koin: 4 + 1 + 1.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mencoba semua kemungkinan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Termasuk yang “terlihat rugi” di awal, yaitu mengambil 3. Ternyata 3 + 3 hanya butuh 2 koin.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bisa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koin terbesar mengunci sisa nominal ke bentuk yang tidak menguntungkan. Greedy tidak pernah meninjau ulang keputusannya.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greedy aman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pada sistem koin kanonik, seperti mata uang Rupiah atau {1, 5, 10, 25}. Di kontes, jangan berasumsi — pakai DP.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perubahan kecil yang mengubah aturan mainnya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Menentukan Aturan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0/1 dan unbounded knapsack hanya berbeda pada arah loop kapasitas.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29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— tiap barang maksimal 1x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7335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7919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8503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087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9671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9671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02552" y="23042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2552" y="23042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1673352" y="3008376"/>
            <a:ext cx="59618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67512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MUNDUR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73352" y="31912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dp[w - berat] masih versi SEBELUM barang ini dimasukkan, jadi tidak mungkin terpakai dua kali.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 — barang boleh berulang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67335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7335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7919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919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8503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8503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9087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9087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9671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9671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02552" y="4133088"/>
            <a:ext cx="9326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02552" y="4133088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73352" y="4837176"/>
            <a:ext cx="5961888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67512" y="4727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MAJU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673352" y="50200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dp[w - berat] sudah memuat barang ini, sehingga barang yang sama bisa diambil lagi.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yang Berbeda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Sisanya identik. Inilah kenapa arah loop wajib dihafal.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— tiap barang maksimal 1x</a:t>
            </a:r>
            <a:endParaRPr lang="en-US" sz="1350" dirty="0"/>
          </a:p>
        </p:txBody>
      </p:sp>
      <p:pic>
        <p:nvPicPr>
          <p:cNvPr id="5" name="Image 0" descr="/tmp/ppt/imgs/c11_17_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1080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— boleh berulang</a:t>
            </a:r>
            <a:endParaRPr lang="en-US" sz="1350" dirty="0"/>
          </a:p>
        </p:txBody>
      </p:sp>
      <p:pic>
        <p:nvPicPr>
          <p:cNvPr id="7" name="Image 1" descr="/tmp/ppt/imgs/c11_17_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1080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Arah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satu kata "mundur" atau "maju" mengubah aturan soal sepenuhnya.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MUNDUR (0/1)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dp[w], nilai dp[w − wt] belum tersentuh pada iterasi barang ini, jadi isinya masih hasil dari barang-barang sebelumnya. Barang i tidak mungkin terpakai dua 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(unbounded)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dp[w], nilai dp[w − wt] sudah diperbarui pada iterasi barang yang sama. Artinya barang i boleh dipakai lagi — persis yang kita inginkan.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menguji sendiri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satu barang dengan berat 2 dan nilai 3, kapasitas 6. Versi mundur menjawab 3, versi maju menjawab 9. Uji ini menemukan kesalahan arah loop dalam hitungan detik.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mahal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loop tidak membuat program error, hanya membuat jawabannya salah diam-diam. Ini termasuk bug DP yang paling sulit dilihat.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cuma berapa, tetapi koin mana saja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menyimpan seluruh jalur — cukup satu keputusan per state.</a:t>
            </a:r>
            <a:endParaRPr lang="en-US" sz="1300" dirty="0"/>
          </a:p>
        </p:txBody>
      </p:sp>
      <p:pic>
        <p:nvPicPr>
          <p:cNvPr id="4" name="Image 0" descr="/tmp/ppt/imgs/c11_20_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9687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pick menyimpan koin yang dipakai untuk mencapai nominal 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dilakukan tepat ketika nilai dp diperbarui, sehingga selalu sinkron.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mundur: dari amount, loncat sejauh koin yang tercatat, ulangi sampai mencapai 0.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hasil akhirnya pasti sama dengan dp[amount].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sama dipakai lagi untuk knapsack di Day 145 dan rekonstruksi jalur di Day 152.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Minimizing Coins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Minimizing Coins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Uang dengan Koin Tersedikit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jenis koin dengan nilai masing-masing, dan sebuah nominal target x. Setiap jenis koin tersedia tanpa batas.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koin paling sedikit untuk membentuk tepat nominal x. Cetak −1 bila tidak mungkin.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x ≤ 1.000.000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nilai koin ≤ 1.000.000</a:t>
            </a:r>
            <a:endParaRPr lang="en-US" sz="1200" dirty="0"/>
          </a:p>
        </p:txBody>
      </p:sp>
      <p:pic>
        <p:nvPicPr>
          <p:cNvPr id="9" name="Image 0" descr="/tmp/ppt/imgs/c11_22_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371" y="1280160"/>
            <a:ext cx="3772138" cy="38681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x) = 100 × 10^6 = 10^8 — masih aman karena operasinya sangat ringan.</a:t>
            </a:r>
            <a:endParaRPr lang="en-US" sz="1300" dirty="0"/>
          </a:p>
        </p:txBody>
      </p:sp>
      <p:pic>
        <p:nvPicPr>
          <p:cNvPr id="4" name="Image 0" descr="/tmp/ppt/imgs/c11_23_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82" y="1755648"/>
            <a:ext cx="616862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diisi INF sebagai penanda belum terjangkau, lalu dp[0] ditimpa menjadi 0.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menaik atas nominal — ini urutan evaluasinya.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mencoba setiap jenis koin sebagai koin terakhir.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dp[i-v] != INF wajib ada. Tanpa itu, INF + 1 akan dianggap jawaban yang sah.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Output ditangani dengan operator ternary agar kasus mustahil tercetak sebagai -1.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Empat Varian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Keempatnya memakai kerangka kode yang hampir identik.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56032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ditanya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awal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koin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dp[0]=0, sisanya INF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banyak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dp[0]=1, sisanya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Unbounded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Minimizing Coins, Money Sums, Removing Digits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Coin Change, Coin Change II, Perfect Squares, Integer Break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Buktikan sendiri greedy gagal untuk coins = {1,3,4}, amount = 6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rekonstruksi lalu cetak koin mana saja yang dipakai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arah loop: satu barang berat 2 nilai 3, kapasitas 6 — bandingkan versi maju dan mundur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boleh berulang → loop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Satu-satunya perbedaan kode antara 0/1 dan unbounded knapsack.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butuh base INF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wajib memeriksa INF sebelum menambah 1, agar tidak lolos sebagai jawaban palsu.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tidak selalu benar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aman pada sistem koin kanonik. Di kontes, pakai DP.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knapsack, soal DP paling ikonik, beserta rekonstruksi solusinya.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