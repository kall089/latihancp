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Probabilitas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Ekspektasi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menghitung maju, kapan menghitung mundur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163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163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probabilitas dan ekspektasi menghitung peluang atau nilai rata-rata dari proses acak, memakai kerangka DP yang sama.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state adalah peluang atau ekspektasi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Alih-alih menyimpan nilai maksimum, tabel menyimpan peluang mencapai suatu keadaan, atau nilai harapan dari keadaan itu sampai selesai.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Linearity of expectation sangat kuat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Ekspektasi jumlah selalu sama dengan jumlah ekspektasi, bahkan bila kejadiannya saling bergantung. Sifat ini sering memecah soal sulit menjadi banyak soal mudah.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perhitungan sering terbalik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soal ekspektasi, biasanya lebih mudah menghitung dari keadaan akhir mundur ke keadaan awal, karena keadaan akhir nilainya sudah pasti.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Waspadai ketelitian dan siklus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keadaan yang bisa kembali ke dirinya sendiri, persamaannya melingkar dan perlu diselesaikan secara aljabar, bukan sekadar diisi berurutan.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kata "peluang", "rata-rata", "berapa kali diharapkan", atau adanya dadu, koin, dan pengacakan.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menanyakan peluang suatu kejadian pada proses bertahap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menanyakan berapa langkah yang diharapkan sampai selesai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pilihan acak seragam di setiap langkah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diminta sebagai pecahan modulo, yang berarti perlu invers modulo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Prosesnya punya ketergantungan melingkar yang rumit — mungkin perlu Gaussian elimination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keadaannya tak terbatas tanpa struktur yang jelas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ditanya kasus terburuk, bukan rata-rata — itu bukan ekspektasi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menyusun DP, coba dulu linearity of expectation. Banyak soal yang tampak butuh DP besar ternyata selesai dengan menjumlahkan ekspektasi kecil.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Aritmetika modular (Day 90)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Desain state lanjut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Gaussian elimination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Game DP (Day 165)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peluang lanjut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Probabilitas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Ekspektasi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berisi peluang atau nilai harapan, bukan nilai optimum.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menuntut ketelitian dalam merumuskan keadaan. Menuliskan persamaannya di kertas hampir selalu lebih cepat daripada langsung mengetik.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Dasar Peluang untuk CP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Linearitas Ekspektasi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Peluang: Hitung Maju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Ekspektasi: Hitung Mundur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Perhitungan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E Muncul di Dua Sisi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dalam Modulo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Dasar Peluang untuk CP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benar-benar dipakai di kontes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yang Wajib Dikuasai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perlu teori peluang yang dalam. Empat hal ini menutupi sebagian besar soal.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harapan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E[X] = jumlah atas seluruh kemungkinan dari (nilai × peluangnya). Untuk dadu adil, E = (1+2+3+4+5+6)/6 = 3,5.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komplemen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P(A) = 1 − P(bukan A). Sering jauh lebih mudah menghitung yang sebaliknya, misalnya "peluang minimal satu" dihitung sebagai "1 dikurangi peluang tidak ada sama sekali".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Percobaan sampai sukses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peluang sukses tiap percobaan adalah p, harapan banyaknya percobaan adalah 1/p. Untuk mendapat angka 6 pada dadu, E = 1/(1/6) = 6.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Coupon collector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mengumpulkan n jenis berbeda, harapannya n(1 + 1/2 + ... + 1/n), kira-kira n · ln 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Linearitas Ekspektasi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Senjata paling ampuh dalam soal ekspektasi, dan sering membuat soal sulit menjadi mudah.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Pernyataannya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E[X + Y] = E[X] + E[Y]. Berlaku SELALU, bahkan ketika X dan Y saling bergantung.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sangat berguna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Kita bisa memecah besaran rumit menjadi jumlah besaran-besaran sederhana, lalu menghitung harapan masing-masing secara terpisah.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klasik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harapan banyaknya pasangan bertetangga yang sama warna? Definisikan X_i = 1 bila pasangan ke-i sama warna. Jawabannya adalah jumlah E[X_i], dan setiap E[X_i] mudah dihitung.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Peringatan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Linearitas hanya berlaku untuk penjumlahan. E[X · Y] TIDAK sama dengan E[X] · E[Y] kecuali X dan Y saling bebas.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Maju atau Mundur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yang menentukan seluruh struktur kode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Arah Perhitungan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arah membuat transisinya mustahil ditulis.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— MAJU dari state awal</a:t>
            </a:r>
            <a:endParaRPr lang="en-US" sz="1350" dirty="0"/>
          </a:p>
        </p:txBody>
      </p:sp>
      <p:pic>
        <p:nvPicPr>
          <p:cNvPr id="5" name="Image 0" descr="/tmp/ppt/imgs/c30_10_1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242745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Ekspektasi — MUNDUR dari state akhir</a:t>
            </a:r>
            <a:endParaRPr lang="en-US" sz="1350" dirty="0"/>
          </a:p>
        </p:txBody>
      </p:sp>
      <p:pic>
        <p:nvPicPr>
          <p:cNvPr id="7" name="Image 1" descr="/tmp/ppt/imgs/c30_10_18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31401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Arahnya Berbeda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aturan sederhana yang menentukan seluruh struktur kode.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mengalir maju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p[i] adalah peluang berada di state i. Peluang itu menyebar ke state-state berikutnya. Jadi kita mulai dari state awal yang peluangnya 1, lalu mendorong ke depan.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Ekspektasi mengalir mundur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E[i] adalah harapan sisa langkah dari state i sampai selesai. Nilainya bergantung pada state-state SESUDAHNYA. Jadi kita mulai dari state akhir yang nilainya 0, lalu menarik ke belakang.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cepat mengingat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bertanya "bagaimana saya sampai di sini". Ekspektasi bertanya "berapa lagi dari sini sampai selesai".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keduanya diperlukan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Beberapa soal meminta jumlah dari (peluang × nilai). Hitung peluang maju, lalu kalikan dengan besaran yang ditanyakan.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Perhitungan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Harapan lemparan dadu sampai mencapai kotak 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Base 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akhir tidak membutuhkan langkah lagi.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E[n] = 0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ekspektasi dihitung mundur, sel paling kanan yang diisi lebih dulu.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Mundur Satu Langkah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state sebelum akhir, kita pasti butuh setidaknya satu lemparan.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flipH="1">
            <a:off x="6560820" y="2286000"/>
            <a:ext cx="103327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E[4] = 1 + (1/6)*E[5] + (5/6)*E[4]     -&gt;  E[4] = 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satu dari enam mata dadu yang tepat mendarat. Lima sisanya melewati batas dan lemparan diulang. Harapannya 6 lemparan.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Terus Mundur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state menjumlahkan harapan dari state-state yang bisa dicapainya.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5.5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flipH="1">
            <a:off x="2427732" y="2286000"/>
            <a:ext cx="103327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H="1">
            <a:off x="2427732" y="2084832"/>
            <a:ext cx="2066544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E[0] = 1 + rata-rata E[state yang bisa dicapai]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akhir ada di E[0], yaitu harapan banyaknya lemparan dari posisi awal.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E Muncul di Dua Sisi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yang membingungkan pada awalnya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Menyelesaikan Persamaannya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sebuah aksi bisa mengembalikan kita ke state yang sama, E muncul di kedua sisi persamaan.</a:t>
            </a:r>
            <a:endParaRPr lang="en-US" sz="1300" dirty="0"/>
          </a:p>
        </p:txBody>
      </p:sp>
      <p:pic>
        <p:nvPicPr>
          <p:cNvPr id="4" name="Image 0" descr="/tmp/ppt/imgs/c30_17_1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8585" y="1755648"/>
            <a:ext cx="4731782" cy="386810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Situasi yang Sering Muncul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di mana nilai ekspektasi muncul di kedua sisi persamaan.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Kembali ke state yang sama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Misalnya lemparan yang melewati batas diulang. Pindahkan E ke satu sisi, lalu bagi dengan koefisiennya.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Menormalkan peluang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Alternatif yang lebih sederhana: buang kemungkinan yang tidak valid, lalu bagi peluangnya dengan banyaknya kemungkinan yang tersisa. Hasilnya sama, tetapi kodenya lebih pendek.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Siklus antar beberapa state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E[a] bergantung pada E[b] dan sebaliknya, susun sebagai sistem persamaan linear lalu selesaikan dengan eliminasi Gauss. Ini muncul pada soal random walk di graf.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memeriksa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dengan kasus paling sederhana yang jawabannya diketahui. Untuk "lempar dadu sampai muncul 6", jawabannya harus tepat 6.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Harapan lemparan dadu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Dice Game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Harapan Banyaknya Lemparan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Terdapat n kotak berjajar, dimulai dari kotak 0. Pada setiap giliran kita melempar dadu adil bermata 1 sampai 6 dan maju sejauh angka yang muncul.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hasil lemparan membuat kita melewati kotak terakhir, lemparan itu diulang. Hitung harapan banyaknya lemparan sampai tepat mencapai kotak ke-n.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6634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dengan presisi 10 digit di belakang koma</a:t>
            </a:r>
            <a:endParaRPr lang="en-US" sz="1200" dirty="0"/>
          </a:p>
        </p:txBody>
      </p:sp>
      <p:pic>
        <p:nvPicPr>
          <p:cNvPr id="9" name="Image 0" descr="/tmp/ppt/imgs/c30_20_18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9559" y="1280160"/>
            <a:ext cx="333176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cara menangani lemparan yang diulang: normalkan peluangnya, jangan selesaikan persamaan.</a:t>
            </a:r>
            <a:endParaRPr lang="en-US" sz="1300" dirty="0"/>
          </a:p>
        </p:txBody>
      </p:sp>
      <p:pic>
        <p:nvPicPr>
          <p:cNvPr id="4" name="Image 0" descr="/tmp/ppt/imgs/c30_21_18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2086" y="1755648"/>
            <a:ext cx="4300211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E[n] = 0 adalah base case: setelah mencapai kotak terakhir, tidak ada lemparan lagi.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MUNDUR dari n-1, karena E[i] bergantung pada state-state di depannya.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lemparan yang tidak melewati batas yang dihitung sebagai valid.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lemparan tidak valid diulang, peluangnya dinormalkan: setiap lemparan valid berpeluang 1/valid, dan harapan banyaknya lemparan sampai satu yang valid muncul adalah 6/valid.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Gunakan setprecision(10) dan tipe double. Untuk soal dengan modulo, ganti pecahan dengan invers modular.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dalam Modulo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soal meminta jawaban modulo, bukan desimal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Mengganti Pecahan dengan Invers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meminta jawaban sebagai bilangan bulat modulo 10^9+7, bukan bilangan desimal.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berbentuk pecahan a/b. Dalam aritmetika modular, pembagian dilakukan dengan mengalikan invers modular dari b.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10^9+7 adalah bilangan prima, invers b dapat dihitung sebagai b pangkat (MOD − 2), memakai pangkat cepat.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perhitungan lalu dilakukan dengan bilangan bulat, sehingga tidak ada kesalahan presisi sama sekali.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773168"/>
            <a:ext cx="4480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invers penyebut satu kali di awal bila nilainya tetap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Hindari mencampur double dan modulo dalam satu solusi</a:t>
            </a:r>
            <a:endParaRPr lang="en-US" sz="1250" dirty="0"/>
          </a:p>
        </p:txBody>
      </p:sp>
      <p:pic>
        <p:nvPicPr>
          <p:cNvPr id="6" name="Image 0" descr="/tmp/ppt/imgs/c30_23_1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5" y="1755648"/>
            <a:ext cx="540714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perhitungan tertukar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ekspektasi dengan arah maju membuat transisinya mustahil ditulis, karena E[i] membutuhkan nilai yang belum ada.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menormalkan peluang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sebagian kemungkinan tidak valid, peluang sisanya harus dinaikkan agar totalnya tetap 1.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presisi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Menjumlahkan ratusan ribu bilangan double dapat menumpuk kesalahan. Bila soal meminta modulo, jangan pakai double sama sekali.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Melupakan linearitas ekspektasi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yang terlihat sangat sulit menjadi sederhana begitu dipecah menjadi jumlah kejadian-kejadian kecil.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 muncul di dua sisi tanpa disadari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sebuah aksi bisa kembali ke state yang sama, persamaannya harus diselesaikan lebih dulu.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I (Coins), J (Sushi), dan K (Stones)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Dice Probability, Moving Robots, Candy Lottery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Codeforces 908D — New Year and Arbitrary Arrangement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Turunkan sendiri harapan lemparan dadu sampai muncul angka 6, lalu bandingkan dengan rumus 1/p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soal coupon collector: harapan banyaknya pembelian sampai mendapat seluruh n jenis kupon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satu soal dalam dua versi: dengan double dan dengan modulo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maju, ekspektasi mundur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sederhana yang menentukan seluruh struktur kode.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Linearitas ekspektasi selalu berlaku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E[X + Y] = E[X] + E[Y], bahkan ketika keduanya saling bergantung.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 di dua sisi harus diselesaikan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Pindahkan ke satu sisi, atau normalkan peluangnya.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164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dengan bitset dan optimasi faktor konstan.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2026-09-01T04:38:02Z</dcterms:created>
  <dcterms:modified xsi:type="dcterms:W3CDTF">2026-09-01T04:38:02Z</dcterms:modified>
</cp:coreProperties>
</file>