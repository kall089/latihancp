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Dasar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Merangkum Day 141 sampai 153 menjadi satu kerangka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peninjauan. Seluruh DP dasar dirangkum menjadi satu daftar periksa dan satu alur perancangan yang bisa dipakai pada soal apa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komponen sebagai daftar periksa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URUTAN. Bila kamu bisa menjawab keempatnya dengan kalimat lengkap, kodenya hampir selalu mengikuti dengan sendirinya.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pola yang sudah dipelajari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 1D, knapsack dan keluarganya, LIS, LCS dan edit distance, DP grid, dan range DP. Sebagian besar soal DP dasar adalah salah satu dari pola 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 berulang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loop yang keliru, base case yang tidak lengkap, jawaban yang dibaca dari state yang salah, dan tipe data yang meluap.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berlatih yang efektif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tuliskan empat komponennya di kertas sebelum mengetik. Kebiasaan ini jauh lebih menentukan daripada banyaknya soal yang dikerjakan.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materi ini sebagai rujukan cepat setiap kali menghadapi soal DP baru.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menghadapi soal DP dan belum tahu harus mulai dari mana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kode DP-mu memberi jawaban salah dan kamu perlu memeriksa satu per satu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ingin memastikan pemahaman sebelum masuk ke DP menengah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bahan tinjau ulang menjelang kontes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pengganti latihan; daftar periksa hanya berguna bila sudah dipakai berkali-kali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menghafal kode; yang perlu diingat adalah cara bertanya, bukan barisan kodenya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satu hal yang bisa kamu bawa: tuliskan arti dp[...] dalam satu kalimat lengkap sebelum menulis kode. Kalimat yang sulit disusun menandakan state yang salah.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141 sampai Day 153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(Day 155)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Dasar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periksa perancangan, katalog pola, dan kesalahan yang sering berulang.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melanjutkan ke DP menengah, pastikan kamu bisa menulis knapsack, LIS, dan LCS tanpa melihat catatan. Ketiganya menjadi bahan dasar materi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Universal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Kerangka Kode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Latihan Terpadu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Menengah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sudah dipelajari, dan bagaimana kaitannya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141 sampai 153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hari membangun di atas hari sebelumnya.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58247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Inti yang harus melekat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Prinsip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syarat, empat langkah merancang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Top-down &amp; bottom-up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memoisasi vs tabulasi, empat uji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climbing stairs, house robber, urutan loop coin change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&amp; 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maju, base INF, greedy bisa 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0/1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mundur, rekonstruksi butuh tabel 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 &amp; partition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boolean, trik 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dekomposisi biner, log cnt potongan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"berakhir di i", array tails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 &amp;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kerangka dua string, base case berbeda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grid adalah DAG, operator menentukan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interval, urutan berdasarkan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telusuri mundur, parent array atau banding tabel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Optimasi 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tiga tingkat penekanan, batasannya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Universal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pola berpikir untuk semua soal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hanya mengingat satu hal dari seluruh materi ini, ingat yang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75688"/>
            <a:ext cx="2487168" cy="5029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harus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diingat?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9544" y="2761488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13816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38728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38728" y="2075688"/>
            <a:ext cx="2487168" cy="5029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85032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mana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state ini?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761488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85032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f(dp[i-1])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9944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2075688"/>
            <a:ext cx="2487168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6248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yang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pasti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51976" y="2761488"/>
            <a:ext cx="2743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556248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2075688"/>
            <a:ext cx="2487168" cy="1371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2075688"/>
            <a:ext cx="2487168" cy="502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27464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27464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2843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kecil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dulu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35753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→ 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" y="4087368"/>
            <a:ext cx="10853928" cy="56692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0873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= (jumlah state)  ×  (biaya satu transisi).   Kalau hasilnya di bawah 10^8, solusi kamu aman.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Ini di Kertas Dulu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baris komentar yang harus diisi sebelum mengetik satu baris kode pun.</a:t>
            </a:r>
            <a:endParaRPr lang="en-US" sz="1300" dirty="0"/>
          </a:p>
        </p:txBody>
      </p:sp>
      <p:pic>
        <p:nvPicPr>
          <p:cNvPr id="4" name="Image 0" descr="/tmp/ppt/imgs/c21_10_1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9980" y="1755648"/>
            <a:ext cx="496899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Kerangka 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bentuknya, isinya menyesuaikan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dan Knapsack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paling dasar. Hampir setengah soal DP memakai salah satunya.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 -  Day 143</a:t>
            </a:r>
            <a:endParaRPr lang="en-US" sz="1350" dirty="0"/>
          </a:p>
        </p:txBody>
      </p:sp>
      <p:pic>
        <p:nvPicPr>
          <p:cNvPr id="5" name="Image 0" descr="/tmp/ppt/imgs/c21_12_1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2503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 -  Day 145</a:t>
            </a:r>
            <a:endParaRPr lang="en-US" sz="1350" dirty="0"/>
          </a:p>
        </p:txBody>
      </p:sp>
      <p:pic>
        <p:nvPicPr>
          <p:cNvPr id="7" name="Image 1" descr="/tmp/ppt/imgs/c21_12_1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2503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dipakai bila keputusan diambil per posisi pada satu barisan. Knapsack dipakai bila ada kapasitas yang terbatas — perhatikan loop kapasitas berjalan MUNDUR agar tiap barang hanya terpakai sekali.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String dan Grid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dua dimensi yang paling sering muncul.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string  -  Day 149</a:t>
            </a:r>
            <a:endParaRPr lang="en-US" sz="1350" dirty="0"/>
          </a:p>
        </p:txBody>
      </p:sp>
      <p:pic>
        <p:nvPicPr>
          <p:cNvPr id="5" name="Image 0" descr="/tmp/ppt/imgs/c21_13_1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7619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 -  Day 150</a:t>
            </a:r>
            <a:endParaRPr lang="en-US" sz="1350" dirty="0"/>
          </a:p>
        </p:txBody>
      </p:sp>
      <p:pic>
        <p:nvPicPr>
          <p:cNvPr id="7" name="Image 1" descr="/tmp/ppt/imgs/c21_13_1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7619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dua string selalu bermula dari pertanyaan "apakah huruf terakhirnya sama". Kerangka grid menjumlahkan atau mengambil minimum dari sel atas dan sel kiri.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— Day 151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loop terluar atas PANJANG. Inilah yang membedakannya dari semua kerangka lain.</a:t>
            </a:r>
            <a:endParaRPr lang="en-US" sz="1300" dirty="0"/>
          </a:p>
        </p:txBody>
      </p:sp>
      <p:pic>
        <p:nvPicPr>
          <p:cNvPr id="4" name="Image 0" descr="/tmp/ppt/imgs/c21_14_1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4050" y="1755648"/>
            <a:ext cx="6820853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kata kunci soal menuju kerangka yang tepat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ke Solusi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cepat dari kalimat pada soal menuju kerangka kode yang tepat.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926080"/>
                <a:gridCol w="372160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Kata kunci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Kerangka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Petunjuk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"berapa cara mencapai"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dp[0] =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"maksimum tanpa dua bersebelahan"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house robber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"pilih barang, kapasitas terbatas"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0/1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"barang boleh berulang"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kapasitas maju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"stok terbatas cnt buah"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dekomposisi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"bisakah membentuk jumlah S"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 kalau S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"barisan naik terpanjang"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tails + lower_bound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"kemiripan dua string"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 atau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"jalur pada peta / grid"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kanan dan bawah saja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"gabungkan sampai tersisa satu"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atas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"cetak pilihannya"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+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simpan tabel penuh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"batas memori ketat"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+ rolling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pastikan tidak butuh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urut saat jawabanmu salah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Sembilan dari sepuluh bug DP tertangkap oleh daftar ini.</a:t>
            </a:r>
            <a:endParaRPr lang="en-US" sz="1300" dirty="0"/>
          </a:p>
        </p:txBody>
      </p:sp>
      <p:pic>
        <p:nvPicPr>
          <p:cNvPr id="4" name="Image 0" descr="/tmp/ppt/imgs/c21_18_1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399" y="1755648"/>
            <a:ext cx="5802154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Kesalahan Paling Sering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sering ditemui.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Lupa reset antar testcase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Gejalanya sangat khas: testcase pertama benar, sisanya salah. Selalu kosongkan dp di awal setiap solve().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Arah loop tertukar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 ditulis maju, atau unbounded ditulis mundur. Tidak menimbulkan error, hanya jawaban yang salah diam-diam.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State kurang lengkap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benar untuk kasus kecil, salah untuk kasus besar. Jalankan uji kecukupan state dari Day 142.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Overflow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cara tanpa modulo, atau menjumlah nilai besar dengan int. Pakai long long dan terapkan modulo di setiap operasi.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Jawaban diambil dari tempat yang salah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LIS, jawabannya adalah nilai terbesar di seluruh dp, bukan dp[n−1]. Pada longest common substring juga demikian.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seluruh materi Day 141 sampai 153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Paket Latihan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Untuk setiap soal, tulis empat langkahnya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DP Section — kerjakan seluruh 19 soalnya, ini paket latihan DP terbaik untuk pemula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Educational DP Contest soal A sampai H — mencakup hampir semua pola dasar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Climbing Stairs, House Robber, Coin Change, Partition Equal Subset Sum, LIS, Edit Distance, Unique Paths II, Burst Balloons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lima soal lama, lalu tambahkan rekonstruksi pada masing-masing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tiga soal 2D, lalu ubah menjadi versi hemat memori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catatan pribadi: untuk setiap soal, tulis state dan transisinya dalam satu kalimat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 realistis: 20 soal DP dalam dua minggu, dengan pemahaman penuh — bukan sekadar menyalin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DP Menengah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menanti di Day 155 sampai 168.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— Day 155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menambah dimensi, dan bagaimana mengenali bahwa state sekarang belum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— Day 156 &amp; 157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berupa himpunan. TSP, assignment problem, dan matching berukuran kecil.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— Day 159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dalam rentang yang memenuhi syarat digit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— Day 160 sampai 162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subtree, knapsack pada pohon, dan teknik rerooting.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— Day 163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harapan, dan kenapa perhitungannya sering harus dibalik arah.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dari seluruh rangkaian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adalah cara berpikir, bukan hafalan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itu berlaku untuk semua soal, termasuk yang belum pernah kamu lihat.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kerangka menutupi sebagian besar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1D, knapsack, dua string, grid, dan interval. Sisanya adalah variasi dari kelimanya.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di kertas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State, transisi, base case, urutan. Lima menit di kertas menghemat setengah jam debugging.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yang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soal yang dipahami penuh jauh lebih berharga daripada seratus soal yang disalin.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