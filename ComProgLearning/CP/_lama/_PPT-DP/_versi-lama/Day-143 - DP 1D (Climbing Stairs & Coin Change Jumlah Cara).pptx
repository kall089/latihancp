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82296"/>
          </a:xfrm>
          <a:prstGeom prst="rect">
            <a:avLst/>
          </a:prstGeom>
          <a:solidFill>
            <a:srgbClr val="7FA9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9DB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PROGRAMMING · DASAR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Linear 1D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Climbing Stairs, House Robber, dan Coin Change (menghitung banyak cara)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Hari Ini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1D adalah bentuk DP paling sederhana: state hanya satu angka.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746504"/>
            <a:ext cx="11155680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Mengenali pola dp[i] bergantung pada beberapa dp sebelumnya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Menyelesaikan climbing stairs dan variasinya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Menyelesaikan house robber (tidak boleh mengambil dua bersebelahan)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Menghitung BANYAK CARA menukar uang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Memahami kenapa urutan loop menentukan kombinasi vs permutasi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1: Climbing Stairs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 cara naik n anak tangga bila sekali langkah boleh 1 atau 2 tangga?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746504"/>
            <a:ext cx="6949440" cy="32232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1874520"/>
            <a:ext cx="6638544" cy="296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cara: diam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langkah boleh 1..k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 = 5, langkah {1,2}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dp: 1 1 2 3 5 8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(ternyata Fibonacci)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1746504"/>
            <a:ext cx="4069080" cy="3223260"/>
          </a:xfrm>
          <a:prstGeom prst="rect">
            <a:avLst/>
          </a:prstGeom>
          <a:solidFill>
            <a:srgbClr val="EAF1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1892808"/>
            <a:ext cx="3657600" cy="293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 dp[i] = banyak cara sampai tangga ke-i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Transisi: jumlahkan semua langkah terakhir yang mungkin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dp[0] = 1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atau O(n·k)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2: House Robber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Ambil nilai maksimum dari deret angka, tetapi dua elemen bersebelahan tidak boleh diambil bersama.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746504"/>
            <a:ext cx="6949440" cy="3447288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1874520"/>
            <a:ext cx="663854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lewati i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ambil i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jawaban = dp[n-1]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versi hemat memori O(1)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++){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1746504"/>
            <a:ext cx="4069080" cy="3447288"/>
          </a:xfrm>
          <a:prstGeom prst="rect">
            <a:avLst/>
          </a:prstGeom>
          <a:solidFill>
            <a:srgbClr val="EAF1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1892808"/>
            <a:ext cx="36576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posisi hanya punya 2 pilihan: ambil / lewati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ambil, wajib melompati tetangga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ini muncul di banyak soal terselubung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waktu, O(1) memori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3: Coin Change — Banyak Cara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Perbedaan urutan loop di sini adalah salah satu jebakan paling sering di kontes.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746504"/>
            <a:ext cx="6949440" cy="32232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1874520"/>
            <a:ext cx="6638544" cy="296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KOMBINASI (urutan tidak dihitung)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1+2 dianggap sama dengan 2+1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amt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koin di LUAR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amt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PERMUTASI (urutan dihitung)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1+2 berbeda dengan 2+1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amt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amount di LUAR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ways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</a:t>
            </a:r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746504"/>
            <a:ext cx="4069080" cy="3223260"/>
          </a:xfrm>
          <a:prstGeom prst="rect">
            <a:avLst/>
          </a:prstGeom>
          <a:solidFill>
            <a:srgbClr val="EAF1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1892808"/>
            <a:ext cx="3657600" cy="293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Koin di luar → tiap koin dipertimbangkan sekali → kombinasi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di luar → semua urutan dihitung → permutasi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Baca soal baik-baik: "banyak cara" biasanya kombinasi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CSES Dice Combinations = permutasi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CSES Coin Combinations I = permutasi, II = kombinasi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Kecil: coins = {1,2}, amount = 3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201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519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Kombinasi (koin di luar)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Permutasi (amount di luar)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→  {1}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→  {1}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→  {1+1, 2}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→  {1+1, 2}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→  {1+1+1, 1+2}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 →  {1+1+1, 1+2, 2+1}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Mengenali Soal DP 1D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3550920" cy="5303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60120"/>
            <a:ext cx="3550920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11887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Ciri-ciri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783080"/>
            <a:ext cx="314858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berupa barisan / deret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diambil per posisi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Pilihan di posisi i hanya bergantung pada beberapa posisi sebelumnya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Ditanya: banyak cara, nilai maksimum, atau minimum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8160" y="960120"/>
            <a:ext cx="3550920" cy="5303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8160" y="960120"/>
            <a:ext cx="35509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9328" y="11887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pemandu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9328" y="1783080"/>
            <a:ext cx="314858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saya putuskan di indeks i?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 langkah ke belakang yang perlu saya lihat?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nilai awal dp[0] bermakna "kosong" (=1 untuk hitung cara, =0 untuk jumlah)?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53400" y="960120"/>
            <a:ext cx="3550920" cy="5303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3400" y="960120"/>
            <a:ext cx="3550920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54568" y="11887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Variasi umum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54568" y="1783080"/>
            <a:ext cx="314858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boleh 1..k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posisi terlarang (rintangan)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biaya per lompatan (frog jump)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Melingkar: rumah pertama dan terakhir bertetangga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&amp; Ringkasan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0120"/>
            <a:ext cx="11155680" cy="534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CSES: Dice Combinations, Minimizing Coins, Coin Combinations I &amp; II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LeetCode: Climbing Stairs, House Robber, House Robber II (melingkar), Frog Jump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setiap soal, tuliskan dulu definisi dp[i] dalam satu kalimat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jebakan urutan loop: hitung manual coins={1,2}, amount=4 dengan dua urutan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Ringkasan: DP 1D = satu state, transisi melihat beberapa langkah ke belakang; urutan loop menentukan kombinasi atau permutasi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Berikutnya (Day 144): coin change minimum dan unbounded knapsack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2026-08-31T14:56:00Z</dcterms:created>
  <dcterms:modified xsi:type="dcterms:W3CDTF">2026-08-31T14:56:00Z</dcterms:modified>
</cp:coreProperties>
</file>