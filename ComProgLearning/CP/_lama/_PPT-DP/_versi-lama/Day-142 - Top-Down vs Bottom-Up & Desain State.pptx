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371600" cy="82296"/>
          </a:xfrm>
          <a:prstGeom prst="rect">
            <a:avLst/>
          </a:prstGeom>
          <a:solidFill>
            <a:srgbClr val="7FA9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9DB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PROGRAMMING · DASAR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vs Bottom-Up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gaya menulis DP, dan cara mendesain state yang benar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Hari Ini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Menguasai dua gaya penulisan DP dan tahu kapan memakai yang mana.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746504"/>
            <a:ext cx="111556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Menulis DP top-down (memoisasi) dari solusi rekursif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Menulis DP bottom-up (tabulasi) dari nol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Memahami kelebihan dan risiko masing-masing gaya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Mendesain state: menguji apakah state sudah cukup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6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Menghemat memori dengan rolling array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Gaya, Satu Hasil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5349240" cy="5349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960120"/>
            <a:ext cx="5349240" cy="42062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9601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(Memoisasi)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508760"/>
            <a:ext cx="4937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Tulis rekursi natural, tambahkan cache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menghitung state yang benar-benar dipakai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Mudah untuk state yang tidak beraturan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Risiko: stack overflow bila kedalaman &gt; 10^5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Sedikit lebih lambat (overhead pemanggilan fungsi)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960120"/>
            <a:ext cx="5349240" cy="5349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960120"/>
            <a:ext cx="5349240" cy="42062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56248" y="9601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(Tabulasi)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1508760"/>
            <a:ext cx="4937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tabel dari state terkecil ke terbesar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Menghitung SEMUA state, dipakai atau tidak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cepat, tanpa rekursi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dioptimasi memori (rolling array)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Harus tahu urutan evaluasi yang benar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Sama, Dua Gaya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Soal: banyak cara naik n anak tangga dengan langkah 1 atau 2.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6949440" cy="4119372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1874520"/>
            <a:ext cx="6638544" cy="386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TOP-DOWN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memset(memo, -1, sizeof memo);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BOTTOM-UP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++){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1746504"/>
            <a:ext cx="4069080" cy="4119372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657600" cy="3826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Keduanya O(n) waktu dan O(n) memori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Top-down: arah berpikir "dari besar ke kecil"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Bottom-up: arah berpikir "dari kecil ke besar"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yang lebih mudah kamu tulis dengan benar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Menguji Apakah State Sudah Benar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014984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014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Tulis definisi state dalam kalimat lengkap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1307592"/>
            <a:ext cx="10332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“dp[i][j] = jumlah cara memilih dari i barang pertama dengan total berat tepat j.” Kalau tidak bisa dikalimatkan, state-nya belum jelas.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340864"/>
            <a:ext cx="548640" cy="54864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286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kecukupan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2633472"/>
            <a:ext cx="10332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hanya diberi nilai state (tanpa melihat riwayat sebelumnya), bisakah kamu menentukan pilihan berikutnya? Kalau tidak, ada informasi yang hilang — tambah dimensi.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keunikan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959352"/>
            <a:ext cx="10332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dua jalur berbeda yang sampai ke state yang sama benar-benar setara? Kalau tidak, state terlalu kasar dan jawabannya akan salah.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92624"/>
            <a:ext cx="548640" cy="54864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92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937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 ukurannya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5285232"/>
            <a:ext cx="10332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state × biaya transisi harus muat di batas waktu. Kalau terlalu besar, cari state yang lebih ringkas.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Array: Hemat Memori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960120"/>
            <a:ext cx="54864" cy="56692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93268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dp[i] hanya bergantung pada dp[i-1], kita tidak perlu menyimpan seluruh tabel.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746504"/>
            <a:ext cx="6949440" cy="3671316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1874520"/>
            <a:ext cx="6638544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dari O(n*W) memori menjadi O(W)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versi 2D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versi 1D (loop kapasitas MUNDUR)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064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--)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7E2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mundur = tiap barang dipakai maksimal 1x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maju   = boleh dipakai berulang</a:t>
            </a:r>
            <a:pPr indent="0" marL="0">
              <a:lnSpc>
                <a:spcPct val="9200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1746504"/>
            <a:ext cx="4069080" cy="3671316"/>
          </a:xfrm>
          <a:prstGeom prst="rect">
            <a:avLst/>
          </a:prstGeom>
          <a:solidFill>
            <a:srgbClr val="EAF1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657600" cy="3378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memori sering menentukan lolos MLE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loop menentukan makna soal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Jangan pakai rolling array bila butuh rekonstruksi solusi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Memilih yang Mana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201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7947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Pilih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Alasan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tidak beraturan / sulit diurutkan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Rekursi otomatis mengurutkan sendiri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sebagian state yang terpakai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membuang waktu menghitung state mati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besar dan butuh kecepatan maksimal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Bottom-up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Tanpa overhead rekursi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Butuh hemat memori (rolling array)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Bottom-up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Bisa membuang dimensi lama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Kedalaman rekursi bisa &gt; 10^5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Bottom-up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Menghindari stack overflow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60120"/>
            <a:ext cx="3550920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tidak direset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testcase sebelumnya terbawa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Selalu memset(memo,-1,...) di awal solve()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Atau pakai array versi/timestamp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816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8160" y="960120"/>
            <a:ext cx="35509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932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sentinel salah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932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Memakai -1 sebagai "belum dihitung" padahal jawaban bisa -1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array bool terpisah untuk menandai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53400" y="960120"/>
            <a:ext cx="3550920" cy="5303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F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3400" y="960120"/>
            <a:ext cx="3550920" cy="7315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4568" y="11887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evaluasi salah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54568" y="1783080"/>
            <a:ext cx="314858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membaca dp yang belum diisi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Periksa: setiap dp[x] hanya membaca state yang lebih kecil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5029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4572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&amp; Ringkasan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235440" y="45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6620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Programming · Dynamic Programming · Abhyāsa Unpad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6620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0120"/>
            <a:ext cx="11155680" cy="534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Tulis ulang Fibonacci, climbing stairs, dan coin change dalam KEDUA gaya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Ubah salah satu solusi 2D menjadi 1D dengan rolling array, bandingkan pemakaian memori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 menuliskan definisi state dalam kalimat sebelum menulis kode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Ringkasan: top-down = rekursi + cache, bottom-up = isi tabel berurutan; hasil sama, trade-off berbeda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■"/>
            </a:pPr>
            <a:r>
              <a:rPr lang="en-US" sz="1500" dirty="0">
                <a:solidFill>
                  <a:srgbClr val="2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Berikutnya (Day 143): DP 1D — climbing stairs dan coin change menghitung banyak cara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2026-08-31T14:56:00Z</dcterms:created>
  <dcterms:modified xsi:type="dcterms:W3CDTF">2026-08-31T14:56:00Z</dcterms:modified>
</cp:coreProperties>
</file>