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82296"/>
          </a:xfrm>
          <a:prstGeom prst="rect">
            <a:avLst/>
          </a:prstGeom>
          <a:solidFill>
            <a:srgbClr val="7FA9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9D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 · DASAR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 DP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Substructure &amp; Overlapping Subproblem — fondasi seluruh materi DP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Hari Ini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sesi ini kamu bisa mengenali apakah sebuah soal bisa diselesaikan dengan DP.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apa itu Dynamic Programming dan kenapa ia bekerja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Mengenali dua syarat wajib: optimal substructure dan overlapping subproblem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Membedakan DP dengan divide and conquer serta greedy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Menuliskan solusi rekursif lalu mengubahnya menjadi DP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Menghitung kompleksitas DP: jumlah state x biaya transisi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Dynamic Programming?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= menyelesaikan masalah besar dengan menyusun jawaban dari masalah kecil, dan menyimpan hasilnya agar tidak dihitung ulang.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algoritma tunggal, melainkan CARA BERPIKIR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Inti: “kalau saya sudah tahu jawaban untuk kasus lebih kecil, bisakah saya menyusun jawaban sekarang?”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kunci: simpan hasil (memoisasi / tabulasi) supaya setiap sub-masalah dihitung TEPAT SEKALI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mengubah eksponensial menjadi polinomial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Syarat Wajib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5349240" cy="5349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3492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960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Optimal Substructure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50876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optimal masalah besar tersusun dari jawaban optimal masalah kecil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jalur terpendek A→C lewat B = terpendek A→B + terpendek B→C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melanggar: solusi optimal global TIDAK bisa dirakit dari optimal lokal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pelanggaran: jalur TERPANJANG pada graf berikut siklus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960120"/>
            <a:ext cx="5349240" cy="5349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960120"/>
            <a:ext cx="5349240" cy="42062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56248" y="960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Overlapping Subproblem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150876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Sub-masalah yang sama muncul berkali-kali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fib(5) memanggil fib(3) dua kali, fib(2) tiga kali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tidak tumpang tindih, menyimpan hasil tidak menolong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 tidak tumpang tindih = merge sort → itu divide and conquer, bukan DP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Ilustrasi: Fibonacci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Rekursi polos menghitung sub-masalah yang sama berulang kali. Perhatikan pohon rekursinya.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67131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TANPA DP: O(2^n) - n=45 sudah lambat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fib(5)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/      \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fib(4)    fib(3)   &lt;- dihitung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/   \      /   \      berulang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fib(3) fib(2) fib(2) fib(1)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...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n=50 -&gt; sekitar 2^50 pemanggilan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mustahil selesai tepat waktu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671316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337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fib(3) muncul 2 kali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fib(2) muncul 3 kali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fib(1) muncul 5 kali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Semakin dalam, semakin banyak pengulangan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tanda OVERLAPPING SUBPROBLEM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Simpan Hasilnya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gaya penulisan yang menghasilkan kompleksitas sama: O(n).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67131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TOP-DOWN (memoisasi)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BOTTOM-UP (tabulasi)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jawaban = dp[n]</a:t>
            </a:r>
            <a:pPr indent="0" marL="0">
              <a:lnSpc>
                <a:spcPct val="92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671316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337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n dihitung tepat sekali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O(2^n) menjadi O(n)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Top-down: mudah ditulis dari rekursi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Bottom-up: lebih cepat, tanpa risiko stack overflow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Langkah Merancang DP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ini berlaku untuk SEMUA soal DP. Latih sampai jadi refleks.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801368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1746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STATE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093976"/>
            <a:ext cx="1033272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informasi minimum yang harus diingat untuk melanjutkan? Tulis dalam kalimat: “dp[i] = jawaban terbaik bila saya sudah memproses i elemen pertama.”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930652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9306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28757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TRANSISI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223260"/>
            <a:ext cx="1033272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state mana saja saya bisa sampai ke state ini? Tuliskan rumusnya, misalnya dp[i] = max(dp[i-1], dp[i-2] + a[i]).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005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BASE CASE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352544"/>
            <a:ext cx="1033272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terkecil yang jawabannya sudah pasti tanpa perhitungan, misalnya dp[0] = 0.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189220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189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51343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URUTAN EVALUASI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481828"/>
            <a:ext cx="1033272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setiap state dihitung setelah semua state yang dibutuhkannya sudah siap. Biasanya dari indeks kecil ke besar.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vs Divide &amp; Conquer vs Greedy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201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971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 &amp; Conquer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Programming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Sub-masalah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tumpang tindih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ditinjau ulang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Tumpang tindih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 memilih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 lalu gabung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Ambil terbaik saat ini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Coba semua pilihan, simpan terbaik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Kebenaran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Selalu benar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dibuktikan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Benar bila state lengkap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Contoh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sort, binary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selection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Knapsack, LIS, coin change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 &amp; Cara Menghindarinya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kurang lengkap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salah karena informasi penting tidak disimpan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Uji: dari state ini saja, cukupkah untuk menentukan langkah berikutnya?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tidak cukup, tambah dimensi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816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8160" y="960120"/>
            <a:ext cx="35509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932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Lupa reset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932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memo/dp tidak dikosongkan antar testcase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Gejala: testcase pertama benar, sisanya salah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memset atau fill di awal setiap testcase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340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456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salah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456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dp[i-1] yang belum dihitung, atau sudah tertimpa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Perhatikan arah loop pada DP 1D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ragu, pakai top-down dulu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Hari Ini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Kerjakan berurutan. Tujuannya melatih mengenali state dan transisi, bukan kecepatan coding.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Fibonacci ke-n dengan modulo — tulis versi top-down dan bottom-up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Climbing stairs: berapa cara naik n anak tangga dengan langkah 1 atau 2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setiap soal, tuliskan dulu di kertas: state, transisi, base case, urutan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waktu jalan rekursi polos vs DP untuk n = 40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CSES: Dice Combinations dan Minimizing Coins (persiapan Day 143–144)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kalimat yang harus melekat sebelum lanjut ke Day 142.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bekerja bila ada optimal substructure DAN overlapping subproblem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dengan empat langkah: state → transisi → base case → urutan evaluasi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Kompleksitas DP = jumlah state × biaya satu transisi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sub-masalah tidak berulang, itu bukan DP — cukup rekursi biasa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Berikutnya (Day 142): top-down vs bottom-up dan cara mendesain state yang benar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2026-08-31T14:56:00Z</dcterms:created>
  <dcterms:modified xsi:type="dcterms:W3CDTF">2026-08-31T14:56:00Z</dcterms:modified>
</cp:coreProperties>
</file>