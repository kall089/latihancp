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DP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Matrix Chain Multiplication dan Palindrome Partitioning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151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151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DP bekerja pada interval: dp[l][r] menyimpan jawaban untuk potongan dari l sampai r, dan dihitung dengan mencoba semua titik pecah.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State-nya sepasang batas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dp[l][r] berarti jawaban terbaik untuk bagian l sampai r. Jumlah state-nya sekitar n²/2, dan tiap state mencoba sampai n titik pecah — totalnya O(n³).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Urutannya berdasarkan panjang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Interval pendek harus dihitung lebih dulu karena interval panjang bergantung padanya. Karena itu loop terluarnya adalah panjang, bukan l atau 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khasnya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Matrix chain multiplication, memotong tongkat dengan biaya, palindrome partitioning, dan permainan mengambil dari dua ujung.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praktisnya sekitar n = 500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O(n³), n = 500 berarti 1,25 x 10^8 operasi. Di atas itu perlu optimasi seperti Knuth atau divide and conquer.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operasi yang menggabungkan dua bagian bersebelahan menjadi satu.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operasi menggabungkan atau memecah bagian yang bersebelahan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Biaya penggabungan bergantung pada kedua bagian yang digabung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palindrom yang meminta pemotongan atau penyisipan minimum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cukup kecil, biasanya di bawah 500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yang digabung tidak harus bersebelahan — range DP tidak berlaku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besar; O(n³) tumbuh sangat cepat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penggabungan tidak memengaruhi hasil — biasanya ada solusi greedy yang jauh lebih sederhana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Ciri paling khas: jawabannya bergantung pada URUTAN penggabungan. Bila urutannya tidak penting, kemungkinan besar itu bukan range DP.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grid (Day 150)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LCS (Day 149)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Knuth optimization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Divide &amp; conquer DP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pohon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DP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Interval sebagai state, diisi dari yang terpendek ke yang terpanjang.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DP adalah tempat pertama di mana urutan pengisian tabel benar-benar harus dipikirkan. Ini latihan yang bagus sebelum masuk ke DP pada pohon.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Ciri Soal Range DP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Titik Pecah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Pengisian Tabel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Kode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Matrix Chain Multiplication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Palindrome Partitioning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Ciri Soal Range DP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State-nya adalah sebuah interval, bukan satu titik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Mengenali Range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Kata kunci yang sering muncul: gabungkan, pecah, kurung, hapus dari kedua ujung.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berupa interval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dp[l][r] = jawaban terbaik untuk bagian array dari indeks l sampai r. Ukurannya n × 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Keputusan berupa titik pecah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Interval [l, r] dipecah menjadi [l, m] dan [m+1, r]. Semua nilai m dicoba, lalu diambil yang terbaik.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Biaya penggabungan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Menggabungkan dua bagian punya biaya sendiri yang bergantung pada l dan r. Inilah yang membedakan tiap soal.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state n², biaya transisi O(n) karena mencoba semua titik pecah. Total O(n³) — aman untuk n sampai sekitar 500.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Matrix chain multiplication, palindrome partitioning, burst balloons, penggabungan tumpukan batu, dan optimal binary search tree.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Titik Pecah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Coba semua kemungkinan pembelahan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Interval Dipecah Dua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menghitung dp[0][5], kita mencoba setiap titik pecah dan mengambil hasil terbaik.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941832" y="18196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359152" y="18196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776472" y="18196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193792" y="18196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611112" y="18196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028432" y="18196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41832" y="2075688"/>
            <a:ext cx="8430768" cy="45720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2075688"/>
            <a:ext cx="8430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dp[0][5]  -  yang ingin dihitung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93792" y="2578608"/>
            <a:ext cx="914" cy="274320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41832" y="2944368"/>
            <a:ext cx="4178808" cy="45720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2944368"/>
            <a:ext cx="4178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dp[0][2]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93792" y="2944368"/>
            <a:ext cx="4178808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193792" y="2944368"/>
            <a:ext cx="4178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dp[3][5]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582912" y="2944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pecah di m = 2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41832" y="3675888"/>
            <a:ext cx="1344168" cy="45720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1832" y="3675888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dp[0][0]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359152" y="3675888"/>
            <a:ext cx="7013448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359152" y="3675888"/>
            <a:ext cx="7013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dp[1][5]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582912" y="36758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pecah di m = 0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41832" y="4407408"/>
            <a:ext cx="7013448" cy="45720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4407408"/>
            <a:ext cx="7013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dp[0][4]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28432" y="4407408"/>
            <a:ext cx="1344168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28432" y="4407408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dp[5][5]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582912" y="44074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pecah di m = 4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67512" y="5093208"/>
            <a:ext cx="10853928" cy="8686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8464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dp[l][r] = min atas m = l..r-1 dari ( dp[l][m] + dp[m+1][r] + biaya(l, r) )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41832" y="553212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titik pecah dicoba. Karena kedua bagian lebih pendek, keduanya pasti sudah dihitung lebih dulu.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Ini Benar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Alasan mengapa mencoba seluruh titik pecah menjamin hasil yang optimal.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Optimal substructure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terakhir pasti menggabungkan dua bagian yang bersebelahan. Kalau kedua bagian itu sudah optimal, hasil gabungannya juga optimal untuk titik pecah tersebut.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kemungkinan dicoba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kita tidak tahu di mana operasi terakhir terjadi, semua nilai m antara l dan r−1 diuji satu per satu.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 bagian selalu lebih pendek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Panjang [l, m] dan [m+1, r] selalu kurang dari panjang [l, r]. Inilah yang menjamin urutan pengisian bisa dibuat.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Overlapping subproblem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Interval yang sama muncul sebagai bagian dari banyak interval yang lebih besar, sehingga menyimpannya sangat menguntungkan.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Pengisian Tabel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yang paling sering salah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Berdasarkan PANJANG, Bukan Indeks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loop luar memakai l seperti biasa, dp[l][m] yang dibutuhkan bisa saja belum terisi.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496312" y="1847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496312" y="2075688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r=0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282696" y="2075688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r=1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069080" y="2075688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r=2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855464" y="2075688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r=3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641848" y="2075688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r=4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23500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l=0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96312" y="2350008"/>
            <a:ext cx="786384" cy="457200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96312" y="235000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82696" y="2350008"/>
            <a:ext cx="786384" cy="457200"/>
          </a:xfrm>
          <a:prstGeom prst="rect">
            <a:avLst/>
          </a:prstGeom>
          <a:solidFill>
            <a:srgbClr val="EAFBF4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82696" y="235000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69080" y="2350008"/>
            <a:ext cx="786384" cy="457200"/>
          </a:xfrm>
          <a:prstGeom prst="rect">
            <a:avLst/>
          </a:prstGeom>
          <a:solidFill>
            <a:srgbClr val="FFF7E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69080" y="235000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55464" y="2350008"/>
            <a:ext cx="786384" cy="457200"/>
          </a:xfrm>
          <a:prstGeom prst="rect">
            <a:avLst/>
          </a:prstGeom>
          <a:solidFill>
            <a:srgbClr val="F3EE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55464" y="235000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41848" y="2350008"/>
            <a:ext cx="786384" cy="457200"/>
          </a:xfrm>
          <a:prstGeom prst="rect">
            <a:avLst/>
          </a:prstGeom>
          <a:solidFill>
            <a:srgbClr val="FDECF3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41848" y="235000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" y="2807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l=1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96312" y="2807208"/>
            <a:ext cx="786384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82696" y="2807208"/>
            <a:ext cx="786384" cy="457200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282696" y="280720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069080" y="2807208"/>
            <a:ext cx="786384" cy="457200"/>
          </a:xfrm>
          <a:prstGeom prst="rect">
            <a:avLst/>
          </a:prstGeom>
          <a:solidFill>
            <a:srgbClr val="EAFBF4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069080" y="280720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55464" y="2807208"/>
            <a:ext cx="786384" cy="457200"/>
          </a:xfrm>
          <a:prstGeom prst="rect">
            <a:avLst/>
          </a:prstGeom>
          <a:solidFill>
            <a:srgbClr val="FFF7E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55464" y="280720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41848" y="2807208"/>
            <a:ext cx="786384" cy="457200"/>
          </a:xfrm>
          <a:prstGeom prst="rect">
            <a:avLst/>
          </a:prstGeom>
          <a:solidFill>
            <a:srgbClr val="F3EE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41848" y="280720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67512" y="32644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l=2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496312" y="3264408"/>
            <a:ext cx="786384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82696" y="3264408"/>
            <a:ext cx="786384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69080" y="3264408"/>
            <a:ext cx="786384" cy="457200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069080" y="326440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55464" y="3264408"/>
            <a:ext cx="786384" cy="457200"/>
          </a:xfrm>
          <a:prstGeom prst="rect">
            <a:avLst/>
          </a:prstGeom>
          <a:solidFill>
            <a:srgbClr val="EAFBF4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855464" y="326440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641848" y="3264408"/>
            <a:ext cx="786384" cy="457200"/>
          </a:xfrm>
          <a:prstGeom prst="rect">
            <a:avLst/>
          </a:prstGeom>
          <a:solidFill>
            <a:srgbClr val="FFF7E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641848" y="326440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67512" y="3721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l=3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496312" y="3721608"/>
            <a:ext cx="786384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82696" y="3721608"/>
            <a:ext cx="786384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69080" y="3721608"/>
            <a:ext cx="786384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55464" y="3721608"/>
            <a:ext cx="786384" cy="457200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855464" y="372160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641848" y="3721608"/>
            <a:ext cx="786384" cy="457200"/>
          </a:xfrm>
          <a:prstGeom prst="rect">
            <a:avLst/>
          </a:prstGeom>
          <a:solidFill>
            <a:srgbClr val="EAFBF4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641848" y="372160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667512" y="41788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l=4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496312" y="4178808"/>
            <a:ext cx="786384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82696" y="4178808"/>
            <a:ext cx="786384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069080" y="4178808"/>
            <a:ext cx="786384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55464" y="4178808"/>
            <a:ext cx="786384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641848" y="4178808"/>
            <a:ext cx="786384" cy="457200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641848" y="417880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976872" y="2395728"/>
            <a:ext cx="201168" cy="201168"/>
          </a:xfrm>
          <a:prstGeom prst="rect">
            <a:avLst/>
          </a:prstGeom>
          <a:solidFill>
            <a:srgbClr val="EAF4FD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7296912" y="23682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panjang 1  -  base case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976872" y="2798064"/>
            <a:ext cx="201168" cy="201168"/>
          </a:xfrm>
          <a:prstGeom prst="rect">
            <a:avLst/>
          </a:prstGeom>
          <a:solidFill>
            <a:srgbClr val="EAFBF4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7296912" y="27706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panjang 2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976872" y="3200400"/>
            <a:ext cx="201168" cy="201168"/>
          </a:xfrm>
          <a:prstGeom prst="rect">
            <a:avLst/>
          </a:prstGeom>
          <a:solidFill>
            <a:srgbClr val="FFF7E6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7296912" y="31729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panjang 3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976872" y="3602736"/>
            <a:ext cx="201168" cy="201168"/>
          </a:xfrm>
          <a:prstGeom prst="rect">
            <a:avLst/>
          </a:prstGeom>
          <a:solidFill>
            <a:srgbClr val="F3EEFD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7296912" y="35753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panjang 4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976872" y="4005072"/>
            <a:ext cx="201168" cy="201168"/>
          </a:xfrm>
          <a:prstGeom prst="rect">
            <a:avLst/>
          </a:prstGeom>
          <a:solidFill>
            <a:srgbClr val="FDECF3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7296912" y="39776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panjang 5  -  jawaban</a:t>
            </a:r>
            <a:endParaRPr lang="en-US" sz="1100" dirty="0"/>
          </a:p>
        </p:txBody>
      </p:sp>
      <p:sp>
        <p:nvSpPr>
          <p:cNvPr id="65" name="Text 63"/>
          <p:cNvSpPr txBox="1"/>
          <p:nvPr/>
        </p:nvSpPr>
        <p:spPr>
          <a:xfrm>
            <a:off x="667512" y="49103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Angka di dalam sel menunjukkan PANJANG interval. Isi tabel dari panjang terkecil ke terbesar, bukan dari indeks kecil ke besar.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Kode Range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Hafalkan bentuk tiga loop ini. Hampir semua soal Range DP memakai kerangka yang sama persis.</a:t>
            </a:r>
            <a:endParaRPr lang="en-US" sz="1300" dirty="0"/>
          </a:p>
        </p:txBody>
      </p:sp>
      <p:pic>
        <p:nvPicPr>
          <p:cNvPr id="4" name="Image 0" descr="/tmp/ppt/imgs/c18_13_1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0020" y="1755648"/>
            <a:ext cx="7488912" cy="3779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Matrix Chain Multiplication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Range DP paling klasik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Rumusan Masalah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Perkalian matriks bersifat asosiatif: hasilnya sama, tetapi biayanya bisa jauh berbeda.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matriks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Matriks ke-i berukuran p[i−1] × p[i]. Untuk n matriks, dibutuhkan n+1 angka dimensi.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Biaya satu perkalian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Mengalikan matriks a × b dengan b × c membutuhkan a · b · c operasi perkalian skalar.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ditanya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pengelompokan kurung yang membuat total operasi paling sedikit.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dp[l][r] = min atas m dari ( dp[l][m] + dp[m+1][r] + p[l−1] · p[m] · p[r] ). Suku terakhir adalah biaya menggabungkan kedua hasil.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dampaknya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dimensi 40, 20, 30, 10, 30 — urutan terbaik butuh 26.000 operasi, sedangkan urutan terburuk butuh 120.000. Lima kali lipat lebih boros.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indeks p[l−1], p[m], dan p[r] — inilah bagian yang paling sering tertukar.</a:t>
            </a:r>
            <a:endParaRPr lang="en-US" sz="1300" dirty="0"/>
          </a:p>
        </p:txBody>
      </p:sp>
      <p:pic>
        <p:nvPicPr>
          <p:cNvPr id="4" name="Image 0" descr="/tmp/ppt/imgs/c18_16_1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7512" y="1755648"/>
            <a:ext cx="5233927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Palindrome Partitioning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DP digabung dengan DP 1D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Tahap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ini menunjukkan pola umum: hitung dulu tabel bantu, lalu jalankan DP di atasnya.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Tahap 1 — dengan Range DP, tandai setiap substring apakah palindrom. Sebuah substring palindrom bila huruf ujungnya sama DAN bagian dalamnya juga palindrom.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Tahap 2 — dengan DP 1D, cari jumlah potongan minimum. dp[i] = potongan minimum untuk i+1 huruf pertama.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590288"/>
            <a:ext cx="44805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Tahap 1 memakai urutan panjang, seperti Range DP biasa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Tahap 2 memakai DP 1D biasa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O(n²)</a:t>
            </a:r>
            <a:endParaRPr lang="en-US" sz="1250" dirty="0"/>
          </a:p>
        </p:txBody>
      </p:sp>
      <p:pic>
        <p:nvPicPr>
          <p:cNvPr id="6" name="Image 0" descr="/tmp/ppt/imgs/c18_18_1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0835" y="1755648"/>
            <a:ext cx="431648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Matrix Chain Multiplication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Matrix Chain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Perkalian Rantai Matriks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matriks yang akan dikalikan berurutan. Matriks ke-i berukuran p[i−1] × p[i].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Tentukan jumlah operasi perkalian skalar paling sedikit dengan memilih urutan pengelompokan kurung yang tepat.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976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500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p[i] ≤ 500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muat dalam long long</a:t>
            </a:r>
            <a:endParaRPr lang="en-US" sz="1200" dirty="0"/>
          </a:p>
        </p:txBody>
      </p:sp>
      <p:pic>
        <p:nvPicPr>
          <p:cNvPr id="9" name="Image 0" descr="/tmp/ppt/imgs/c18_20_1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3056" y="1280160"/>
            <a:ext cx="2904768" cy="431101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O(n³) = 500³ = 1,25 × 10^8 — batasnya ketat, tetapi operasinya ringan sehingga masih lolos.</a:t>
            </a:r>
            <a:endParaRPr lang="en-US" sz="1300" dirty="0"/>
          </a:p>
        </p:txBody>
      </p:sp>
      <p:pic>
        <p:nvPicPr>
          <p:cNvPr id="4" name="Image 0" descr="/tmp/ppt/imgs/c18_21_1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3870" y="1755648"/>
            <a:ext cx="4896644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dp[l][l] = 0: satu matriks tidak butuh perkalian apa pun. Sudah terpenuhi karena tabel diisi nol.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terluar atas PANJANG interval — ini yang menjamin dp[l][m] dan dp[m+1][r] sudah siap.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kedua menentukan ujung kiri, ujung kanan dihitung dari panjangnya.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ketiga mencoba semua titik pecah. Inilah sumber faktor n ketiga.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Biaya penggabungan p[l-1] * p[m] * p[r]: baris matriks kiri, kolom sambungan, dan kolom matriks kanan.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Sekeluarga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Semuanya memakai kerangka tiga loop yang sama.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657600"/>
                <a:gridCol w="408736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Biaya penggabungan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Matrix chain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p[l−1] · p[m] · p[r]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klasik, paling sering keluar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Stone merging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jumlah batu pada [l, r]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pakai prefix sum untuk biayanya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Palindrome partition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 bila potong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digabung dengan DP 1D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Burst balloons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a[l−1] · a[m] · a[r+1]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pecah di balon TERAKHIR, bukan pertama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Optimal BST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jumlah frekuensi pada [l, r]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biaya kedalaman pencarian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 &amp; Optimasi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terjadi, dan cara mempercepat solusinya bila masih terlalu lambat.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luar memakai l, bukan panjang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kesalahan nomor satu pada Range DP. Akibatnya dp[l][m] dibaca sebelum terisi, dan jawabannya salah tanpa error apa pun.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Indeks biaya tertukar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matrix chain, p[l−1] · p[m] · p[r] mudah tertukar menjadi p[l] · p[m] · p[r]. Uji dengan dua matriks saja untuk memastikan.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long long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Biaya perkalian matriks bisa mencapai ratusan juta dan menjumlah dengan cepat.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Knuth Optimization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biaya memenuhi quadrangle inequality, batas loop titik pecah bisa dipersempit menggunakan opt[l][r−1] sampai opt[l+1][r]. Kompleksitas turun dari O(n³) menjadi O(n²).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Burst Balloons, Palindrome Partitioning II, Minimum Cost to Cut a Stick, Strange Printer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AtCoder DP Contest: soal N (Slimes) — penggabungan tumpukan dengan prefix sum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Matrix chain multiplication beserta rekonstruksi letak kurungnya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hapus batu dari salah satu ujung — state tetap interval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Terapkan Knuth Optimization pada stone merging, ukur perbedaan waktunya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 menulis kerangka tiga loop dari ingatan sampai lancar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berupa interval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dp[l][r], dengan keputusan berupa titik pecah m di antara keduanya.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pengisian berdasarkan panjang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Bukan berdasarkan indeks kiri. Ini syarat mutlak agar sub-interval sudah siap.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O(n³)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Aman untuk n sampai sekitar 500. Bisa turun ke O(n²) dengan Knuth Optimization.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152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jalur: menelusuri jawaban DP, bukan hanya nilainya.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2026-09-01T04:38:02Z</dcterms:created>
  <dcterms:modified xsi:type="dcterms:W3CDTF">2026-09-01T04:38:02Z</dcterms:modified>
</cp:coreProperties>
</file>