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subtree, dan kompleksitas yang mengejutkan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 menggabungkan dua materi: memilih sebagian simpul dengan anggaran terbatas, di atas struktur pohon.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tabel knapsack sendiri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dp[u][j] berarti jawaban terbaik bila di dalam subtree u kita memilih tepat j simpul. Menggabungkan anak berarti menggabungkan dua tabel.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seperti konvolusi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pembagian anggaran antara subtree yang sudah digabung dan subtree anak yang baru, ambil yang terbaik. Bentuknya persis knapsack.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mengejutkan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pembatasan loop pada ukuran subtree, total kerjanya ternyata O(n²), bukan O(n³) seperti yang tampak. Analisis ini penting dan sering ditanyakan.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menentukan segalanya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harus dibatasi pada min(ukuran subtree, anggaran). Tanpa pembatasan itu, kompleksitasnya benar-benar menjadi kubik.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gabungan dua kata kunci: struktur pohon, dan batas jumlah atau anggaran.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paling banyak k simpul pada pohon dengan syarat ketetanggaan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anggaran ke cabang-cabang pohon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paket kursus atau prasyarat yang berbentuk pohon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terbaik untuk setiap kemungkinan ukuran pilihan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batas jumlah atau anggaran — DP pohon biasa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Strukturnya bukan pohon melainkan graf umum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Anggarannya sangat besar sehingga tabel per simpul tidak muat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terpenting adalah batas loop: for (j = min(sz[u], K); j &gt;= 0; j--). Melupakan sz[u] mengubah O(n²) menjadi O(n x K²).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Small-to-large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tabel anggaran antar subtree, dengan batas loop yang penting.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materi ini adalah salah satu argumen paling elegan di seluruh DP. Layak dipahami, bukan sekadar dihafal.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Subtree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Ringkas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Batas Loop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dengan dimensi tambahan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dari dua materi: DP pohon dari Day 160 dan knapsack dari Day 145.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tepat k simpul dari sebuah pohon dengan total nilai sebesar mungkin, biasanya dengan syarat tambahan seperti “harus terhubung” atau “tidak boleh bertetangga”.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dp[u][k] = nilai terbaik yang bisa diperoleh dari subtree u dengan memilih tepat k simpul.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lebih sulit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pohon biasa, hasil anak cukup dijumlahkan. Di sini kita harus membagi jatah k ke seluruh anak — dan itu persis persoalan knapsack.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dp[u] yang sudah ada dengan dp[anak] seperti menggabungkan dua knapsack: coba semua pembagian a + b = 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Subtree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digabungkan satu per satu ke dalam dp induk, persis seperti menambah barang pada knapsack.</a:t>
            </a:r>
            <a:endParaRPr lang="en-US" sz="1300" dirty="0"/>
          </a:p>
        </p:txBody>
      </p:sp>
      <p:pic>
        <p:nvPicPr>
          <p:cNvPr id="4" name="Image 0" descr="/tmp/ppt/imgs/c28_8_1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057" y="1755648"/>
            <a:ext cx="416483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jatah k dibagi ke anak-anak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Tahap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ukuran dp induk tumbuh setiap kali satu anak digabungkan.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simpul sendiri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hanya punya dua kemungkinan: memilih 0 simpul, atau memilih 1 simpul yaitu u sendiri.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=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pertama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pembagian a + b, ambil yang terbaik. Ukuran dp bertambah sebesar ukuran subtree anak.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+= sz[anak1]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kedua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proses yang sama. dp[u] sekarang sudah memuat pilihan dari dua subtree sekaligus.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+= sz[anak2]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anak digabung, dp[u] memuat jawaban untuk setiap jumlah simpul yang dipilih dari subtree u.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= sz[u]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Isi dp Setelah Digabung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berukuran 4, sehingga dp punya indeks 0 sampai 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dp[u][k] = nilai terbaik dengan memilih tepat k simpul dari subtree 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tidak selalu naik secara linier: menambah satu simpul bisa memberi tambahan besar atau kecil, bergantung nilai simpulnya.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Terlihat O(n³), sebenarnya O(n²)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O(n²)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salah satu analisis paling elegan dalam DP pohon, dan sering ditanyakan saat wawancara.</a:t>
            </a:r>
            <a:endParaRPr lang="en-US" sz="1300" dirty="0"/>
          </a:p>
        </p:txBody>
      </p:sp>
      <p:pic>
        <p:nvPicPr>
          <p:cNvPr id="4" name="Image 0" descr="/tmp/ppt/imgs/c28_13_1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350" y="1755648"/>
            <a:ext cx="730225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Buktinya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penalaran yang menjelaskan kenapa kompleksitasnya O(n²), bukan O(n³).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kuncinya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pasangan simpul (x, y) hanya pernah bertemu satu kali dalam proses penggabungan, yaitu di simpul LCA mereka.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demikian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menggabungkan anak v ke dp[u], pasangan yang baru dipertimbangkan adalah pasangan antara simpul di subtree v dan simpul yang sudah tergabung sebelumnya. Pasangan seperti itu punya LCA tepat di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totalnya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pasangan simpul adalah C(n, 2) = n(n−1)/2. Jadi total operasi penggabungannya O(n²), bukan O(n³).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harus memakai ukuran subtree yang sudah digabung, bukan n. Kalau memakai n, analisis ini runtuh dan kompleksitasnya benar-benar menjadi O(n³).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batas 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batas jumlah pilihan K, kompleksitasnya menjadi O(n · K), yang jauh lebih baik lagi untuk K kecil.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Ringkas dengan Array Global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min(sz[u], K) dan min(sz[v], K − a) — inilah yang menjaga kompleksitas tetap O(n·K).</a:t>
            </a:r>
            <a:endParaRPr lang="en-US" sz="1300" dirty="0"/>
          </a:p>
        </p:txBody>
      </p:sp>
      <p:pic>
        <p:nvPicPr>
          <p:cNvPr id="4" name="Image 0" descr="/tmp/ppt/imgs/c28_15_1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596" y="1755648"/>
            <a:ext cx="499976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 simpul dengan nilai maksimum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Tree Knapsack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 Simpul dari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simpul, masing-masing bernilai. Pilih tepat K simpul yang membentuk satu subtree terhubung, sedemikian rupa sehingga total nilainya paling besar.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n ≤ 200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28_17_1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4202" y="1280160"/>
            <a:ext cx="29424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K) berkat batas loop yang memakai ukuran subtree.</a:t>
            </a:r>
            <a:endParaRPr lang="en-US" sz="1300" dirty="0"/>
          </a:p>
        </p:txBody>
      </p:sp>
      <p:pic>
        <p:nvPicPr>
          <p:cNvPr id="4" name="Image 0" descr="/tmp/ppt/imgs/c28_18_1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604" y="1755648"/>
            <a:ext cx="264517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= 0 dan dp[u][1] = nilai[u] adalah base case untuk simpul tunggal.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a MUNDUR mencegah satu anak digabungkan dua kali dalam satu iterasi — persis prinsip 0/1 knapsack.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min(sz[u], K) dan min(sz[v], K - a) sangat penting. Menggantinya dengan K saja membuat kompleksitas melonjak.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sz[u] diperbarui SETELAH penggabungan, bukan sebelum. Kalau terbalik, batas loopnya salah.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subtree harus terhubung, jawabannya dicari di seluruh simpul sebagai kemungkinan akar subtree.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memakai K, bukan ukuran subtree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tetap benar, tetapi kompleksitasnya melonjak dari O(n·K) menjadi O(n·K²) atau lebih. Ini penyebab TLE yang sangat sering.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diperbarui di waktu yang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harus ditambah setelah penggabungan selesai. Kalau ditambah lebih dulu, batas loopnya melebihi jumlah simpul yang benar-benar tersedia.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pada penggabungan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knapsack, arah maju membuat satu subtree anak terpakai berkali-kali.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nol padahal state mustahil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 yang belum terjangkau, nilai awalnya harus negatif tak hingga, bukan nol. Kalau nol, program menganggap ada solusi kosong yang sah.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syarat terhubung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subtree harus terhubung, jawaban dicari di setiap simpul sebagai akar. Bila tidak harus, jawaban cukup diambil dari akar utama.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Tree Matching, Company Queries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V (Subtree)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815C — Karen and Supermarket, tree knapsack klasik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Maximum Sum BST in Binary Tree, Binary Tree Cameras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versi dengan batas sz dan versi dengan batas n untuk n = 200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pilih k simpul yang tidak harus terhubung — perhatikan perubahan cara mengambil jawaban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seperti knapsack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jatah k ke seluruh anak, coba semua pembagian a + b = 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O(n²), bukan O(n³)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pasangan simpul hanya bertemu sekali, yaitu di LCA mereka.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menentukan segalanya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ukuran subtree, jangan pakai n. Ini satu-satunya syarat agar analisisnya berlaku.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Rerooting: menghitung jawaban untuk setiap simpul sebagai akar, dalam O(n) total.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