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 dari daun menuju akar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menghitung jawaban untuk setiap simpul dari jawaban anak-anaknya, biasanya lewat satu kali DFS.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sudah ditentukan oleh struktur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selalu selesai lebih dulu daripada orang tua. Karena itu satu DFS pasca-urutan sudah cukup, tanpa perlu memikirkan urutan pengisian.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biasanya (simpul, keadaan)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dp[u][0] dan dp[u][1] untuk "u tidak dipilih" dan "u dipilih". Pola ini muncul pada independent set, penjagaan, dan pewarnaan.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anak adalah intinya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menyumbang jawabannya, dan cara menggabungkan sumbangan itu berbeda-beda: dijumlahkan, diambil maksimumnya, atau digabung seperti knapsack.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kedalaman rekursi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yang berbentuk rantai bisa membuat DFS sedalam n. Untuk n besar, pertimbangkan DFS iteratif atau urutan BFS terbalik.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soal berbicara tentang pohon dan meminta nilai optimum atau banyaknya cara, mulai dari sini.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datanya pohon, dan jawaban simpul bergantung pada anak-anaknya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simpul dengan syarat ketetanggaan, misalnya independent 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subtree, jumlah nilai subtree, atau kedalaman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cara mewarnai atau menyusun pada pohon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— pohon menuntut struktur tanpa siklus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simpul bergantung juga pada bagian di luar subtree-nya — itu rerooting (Day 162)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Jaraknya antar simpul yang ditanya — pakai LCA atau BFS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pembeda: apakah jawaban untuk simpul u hanya bergantung pada subtree u? Bila ya, satu DFS cukup. Bila tidak, kamu butuh rerooting.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 (Day 161)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 lewat satu kali DFS pasca-urutan.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adalah salah satu topik graf yang paling sering keluar di kontes tingkat menengah. Menguasainya membuka banyak soal sekaligus.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Pohon Cocok untuk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Agregasi Subtree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Set pada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DP Pohon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Pohon Cocok untuk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rekursif yang sempurna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 yang Dimanfaatkan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adalah graf terhubung tanpa siklus, dengan tepat n−1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subtree adalah masalah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dari simpul v adalah pohon yang lebih kecil. Jawaban untuk pohon besar tersusun dari jawaban subtree anak-anaknya — inilah optimal substructure.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siklus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diproses tepat satu kali, karena tidak mungkin kembali ke simpul yang sudah dikunjungi selain lewat induknya.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otomatis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menjamin seluruh anak selesai sebelum induknya dihitung. Kita tidak perlu memikirkan urutan seperti pada DP tabel.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dan setiap sisi dikunjungi sekali, jadi O(n) untuk DP sederhana. Sangat efisien.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atau dp[u][kondisi] = jawaban terbaik untuk SUBTREE yang berakar di u. Selalu tentang subtree, bukan seluruh pohon.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pohon memakai bentuk ini: proses anak dulu, baru gabungkan ke induk.</a:t>
            </a:r>
            <a:endParaRPr lang="en-US" sz="1300" dirty="0"/>
          </a:p>
        </p:txBody>
      </p:sp>
      <p:pic>
        <p:nvPicPr>
          <p:cNvPr id="4" name="Image 0" descr="/tmp/ppt/imgs/c27_8_1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644" y="1755648"/>
            <a:ext cx="6731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Agregasi Subtree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setiap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ke Daun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turun sampai simpul tanpa anak. Daun adalah base case-nya.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selesai lebih dulu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sub[4] =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sub[5] =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sub[daun] =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tidak punya anak, jadi ukurannya hanya dirinya sendiri.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ke Simpul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kedua anaknya selesai, simpul 3 menjumlahkan hasilnya.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ke induk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sub[3] = 1 + sub[4] + sub[5]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 + 1 + 1 =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sub[u] = 1 + jumlah sub[anak]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3 baru bisa dihitung setelah simpul 4 dan 5 selesai. Inilah kenapa rekursinya turun dulu.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Sampai ke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menjumlahkan seluruh subtree di bawahnya.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mendapat total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sub[1] = 1 + sub[2] + sub[3]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1 + 1 + 3 = 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sub[akar] = 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akar selalu sama dengan jumlah seluruh simpul. Ini cara cepat memeriksa kebenarannya.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Set pada Pohon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House Robber versi pohon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State per Simpul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House Robber, hanya saja tetangganya adalah anak-anak dalam pohon.</a:t>
            </a:r>
            <a:endParaRPr lang="en-US" sz="1300" dirty="0"/>
          </a:p>
        </p:txBody>
      </p:sp>
      <p:pic>
        <p:nvPicPr>
          <p:cNvPr id="4" name="Image 0" descr="/tmp/ppt/imgs/c27_14_1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52" y="1755648"/>
            <a:ext cx="503068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berarti simpul u tidak diambil, sehingga anak-anaknya bebas memilih.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dp[u][1] berarti simpul u diambil, sehingga setiap anak wajib tidak diambil.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terjadi otomatis pada daun: loop anaknya kosong, jadi dp tetap pada nilai awal.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dilakukan atas seluruh anak, karena setiap subtree anak saling bebas.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akar, dengan memilih yang lebih besar di antara kedua kondisinya.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Rekursi Dalam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100.000, pohon berbentuk rantai membuat kedalaman rekursi mencapai 100.000.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rekursif pada pohon berbentuk garis lurus akan menumpuk seratus ribu stack frame. Batas stack biasanya 1 sampai 8 MB, sehingga program berhenti dengan runtime error.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susun urutan simpul lebih dulu dengan DFS iteratif, lalu proses dari belakang. Urutan itu menjamin setiap anak diproses sebelum induknya.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Aman: kedalaman sampai sekitar 10^5 pada beberapa juri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aman: selalu pakai versi iteratif untuk n besar</a:t>
            </a:r>
            <a:endParaRPr lang="en-US" sz="1250" dirty="0"/>
          </a:p>
        </p:txBody>
      </p:sp>
      <p:pic>
        <p:nvPicPr>
          <p:cNvPr id="6" name="Image 0" descr="/tmp/ppt/imgs/c27_15_1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891" y="1755648"/>
            <a:ext cx="4714371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Weight Independent 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Independent Set pada Pohon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Simpul Tanpa Bertetangga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Setiap simpul memiliki nilai. Pilih sekumpulan simpul dengan total nilai sebesar mungkin, dengan syarat tidak boleh ada dua simpul terpilih yang terhubung langsung oleh sisi.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27_17_1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9478" y="1280160"/>
            <a:ext cx="227192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— setiap simpul dan sisi dikunjungi tepat sekali.</a:t>
            </a:r>
            <a:endParaRPr lang="en-US" sz="1300" dirty="0"/>
          </a:p>
        </p:txBody>
      </p:sp>
      <p:pic>
        <p:nvPicPr>
          <p:cNvPr id="4" name="Image 0" descr="/tmp/ppt/imgs/c27_18_1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23" y="1755648"/>
            <a:ext cx="307233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dp ditetapkan sebelum memproses anak. Untuk daun, nilai ini langsung menjadi jawabannya.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v == p mencegah DFS kembali ke induk, yang akan menyebabkan rekursi tak berujung.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ke anak dipanggil lebih dulu — inilah urutan evaluasinya.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 tidak diambil, setiap anak bebas memilih kondisi terbaiknya. Bila u diambil, setiap anak wajib berada di kondisi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akar. Untuk n = 100.000, pertimbangkan versi iteratif agar aman dari stack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DP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memakai kerangka DFS yang sama.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45312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menggabungkan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jumlahkan seluruh anak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Tinggi / kedalaman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maksimum dari anak, tambah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Independent 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dp[u][0/1]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anak bebas, atau anak wajib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kedalaman terdalam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gabungkan dua cabang terpanjang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nilai jalur 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pre[induk] + nilai[u]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dp[u][k]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gabungkan seperti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penjagaan induk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if (v == p) continue, DFS akan bolak-balik antara dua simpul bertetangga sampai stack habis.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sebelum anak selesai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Panggilan rekursi harus dilakukan SEBELUM menggabungkan. Kalau terbalik, nilai anak masih kosong.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overflow pada pohon rantai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besar, pohon bisa berbentuk garis lurus. Pakai versi iteratif.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dianggap tentang seluruh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selalu tentang SUBTREE u, bukan seluruh pohon. Kesalahan ini muncul jelas pada soal rerooting di Day 162.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ditentukan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yang diberikan biasanya tak berarah. Pilih satu simpul sebagai akar, biasanya simpul 1.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Subordinates, Tree Matching, Tree Diameter, Tree Distances 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P (Independent Set) dan soal V (Subtree)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House Robber III, Diameter of Binary Tree, Binary Tree Maximum Path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ukuran, tinggi, dan kedalaman seluruh simpul dalam satu kali DFS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rekursif menjadi iteratif, lalu uji dengan pohon berbentuk rantai n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independent set maksimum, bukan hanya nilainya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memberi urutan evaluasi gratis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menjamin anak selesai sebelum induk. Tidak perlu memikirkan urutan seperti pada DP tabel.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selalu tentang subtree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menjawab pertanyaan soal untuk subtree yang berakar di u, bukan untuk seluruh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setelah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Panggil dfs(anak) lebih dulu, baru gabungkan hasilnya ke dp induk.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pohon, dan analisis kompleksitasnya yang mengejutkan.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