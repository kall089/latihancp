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Prinsip Dynamic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Programming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Optimal Substructure, Overlapping Subproblem, dan cara merancang DP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141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141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Dynamic programming adalah cara memecah masalah besar menjadi sub-masalah yang jawabannya disimpan, sehingga tidak ada perhitungan yang diulang.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syarat yang harus dipenuhi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Optimal substructure: jawaban terbaik masalah besar tersusun dari jawaban terbaik sub-masalahnya. Overlapping subproblems: sub-masalah yang sama muncul berkali-kali.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komponen setiap solusi DP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(apa yang harus diingat), TRANSISI (bagaimana state dihitung dari state lain), BASE CASE (nilai awal yang sudah pasti), dan URUTAN (state kecil dihitung lebih dulu).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Bukan trik, melainkan cara bertanya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 DP bukan menghafal rumus, melainkan mempersempit pertanyaan sampai jawabannya tunggal untuk setiap keadaan, lalu menyusun jawaban besar dari jawaban-jawaban kecil itu.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 mudah ditebak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Waktu DP kira-kira sama dengan banyaknya state dikali biaya satu transisi. Rumus ini dipakai untuk memeriksa apakah rancangan state-mu cukup cepat sebelum kode ditulis.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Mengenali kapan sebuah soal adalah soal DP adalah setengah dari pekerjaannya.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meminta jumlah maksimum, minimum, atau banyaknya cara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rangkaian keputusan, dan keputusan sekarang memengaruhi pilihan berikutnya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Brute force-nya benar tetapi terlalu lambat karena menghitung hal yang sama berulang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 soal terlihat "aneh kecil", misalnya n &lt;= 100 dengan nilai &lt;= 1000 — itu petunjuk ukuran tabel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pilihan lokal yang bisa dibuktikan selalu benar — greedy lebih pendek dan lebih cepat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Sub-masalahnya tidak pernah berulang — DP hanya menambah beban tanpa manfaat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Ruang state-nya terlalu besar untuk disimpan, misalnya melebihi 10^8 entri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cepat: bila kamu bisa menulis rekursi yang benar, dan pemanggilan dengan parameter sama muncul berkali-kali, soal itu adalah DP.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(Day 57)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Memoization (Day 66)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(Day 71)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Top-down &amp; bottom-up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linear 1D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Prinsip Dynamic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Programming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Optimal substructure, overlapping subproblems, dan empat komponen perancangan.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adalah kerangka berpikir untuk seluruh 27 hari berikutnya. Setiap soal DP setelah ini akan dibedah memakai empat komponen yang sama.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yang Melatarbelakangi DP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Syarat Wajib DP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Langkah Merancang DP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Top-Down vs Bottom-Up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yang Melatarbelakangi DP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rekursi polos bisa gagal total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Polos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 Fibonacci sangat rapi bila ditulis rekursif — tetapi rapi belum tentu cepat.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F(n) = F(n−1) + F(n−2), dengan F(0) = 0 dan F(1) = 1.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di kanan adalah terjemahan langsung dari definisi itu. Benar secara logika, tetapi setiap pemanggilan bercabang menjadi dua pemanggilan baru.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3950208"/>
            <a:ext cx="448056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30 → sekitar 1,6 juta pemanggilan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40 → sekitar 200 juta pemanggilan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50 → sekitar 2 x 10^10, mustahil selesai</a:t>
            </a:r>
            <a:endParaRPr lang="en-US" sz="1250" dirty="0"/>
          </a:p>
        </p:txBody>
      </p:sp>
      <p:pic>
        <p:nvPicPr>
          <p:cNvPr id="6" name="Image 0" descr="/tmp/ppt/imgs/c8_7_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0311" y="1755648"/>
            <a:ext cx="4997529" cy="18713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Selambat Itu?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 bukan di kode, melainkan di pohon rekursinya.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3840480" y="2423160"/>
            <a:ext cx="224028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080760" y="2423160"/>
            <a:ext cx="224028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2377440" y="3337560"/>
            <a:ext cx="146304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3840480" y="3337560"/>
            <a:ext cx="128016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7223760" y="3337560"/>
            <a:ext cx="109728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8321040" y="3337560"/>
            <a:ext cx="109728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 flipV="1">
            <a:off x="1463040" y="4251960"/>
            <a:ext cx="91440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377440" y="4251960"/>
            <a:ext cx="73152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4480560" y="4251960"/>
            <a:ext cx="64008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5120640" y="4251960"/>
            <a:ext cx="64008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824728" y="1911096"/>
            <a:ext cx="512064" cy="512064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24728" y="19110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fib(5)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84448" y="2825496"/>
            <a:ext cx="512064" cy="512064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84448" y="28254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fib(4)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65008" y="2825496"/>
            <a:ext cx="512064" cy="512064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65008" y="28254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fib(3)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21408" y="37398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121408" y="3739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fib(3)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64608" y="3739896"/>
            <a:ext cx="512064" cy="512064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64608" y="3739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fib(2)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967728" y="37398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67728" y="3739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fib(2)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162288" y="37398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62288" y="3739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fib(1)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207008" y="46542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207008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fib(2)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852928" y="46542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852928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fib(1)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224528" y="46542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224528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fib(1)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504688" y="46542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504688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fib(0)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667512" y="550468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merah = sub-masalah yang SUDAH pernah dihitung. Untuk n = 50, pengulangan ini menjadi sekitar 2^50 pemanggilan.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67512" y="2029968"/>
            <a:ext cx="1920240" cy="822960"/>
          </a:xfrm>
          <a:prstGeom prst="rect">
            <a:avLst/>
          </a:prstGeom>
          <a:solidFill>
            <a:srgbClr val="FDECE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04672" y="210312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dari 4 simpul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bawah adalah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pengulangan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Membaca Pohon Rekursi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pengamatan yang menjelaskan seluruh ide DP.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Kedalaman pohon sekitar 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pemanggilan mengurangi n sebesar 1 atau 2, jadi tinggi pohonnya kira-kira n tingkat.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simpul bercabang dua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Banyaknya simpul tumbuh sebagai 2^n. Inilah sumber kelambatannya.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Tetapi nilai yang berbeda hanya n+1 buah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Yaitu F(0) sampai F(n). Artinya sebagian besar pemanggilan itu menghitung ulang hal yang sama persis.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Kesimpulan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setiap nilai cukup dihitung sekali lalu disimpan, waktu turun dari 2^n menjadi n. Itulah dynamic programming.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Syarat Wajib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hanya bekerja bila keduanya terpenuhi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menulis kode, pastikan soalnya memenuhi kedua syarat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 Optimal Substructure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optimal masalah besar tersusun dari jawaban optimal masalah kecil. Contoh: jalur terpendek dari A ke C yang melewati B pasti terdiri dari jalur terpendek A→B ditambah jalur terpendek B→C. Kalau bukan yang terpendek, kita bisa menggantinya dan mendapat hasil lebih baik — kontradiksi.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2. Overlapping Subproblem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Sub-masalah yang sama muncul berkali-kali. Pada fib(5), sub-masalah fib(3) muncul 2 kali, fib(2) muncul 3 kali, dan fib(1) muncul 5 kali. Menyimpan hasilnya jelas menguntungkan.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syarat 2 tidak terpenuhi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Berarti bukan DP, melainkan divide and conquer biasa. Merge sort memecah array menjadi dua bagian yang tidak pernah beririsan, jadi tidak ada yang bisa disimpan ulang.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syarat 1 tidak terpenuhi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Contohnya jalur TERPANJANG pada graf berarah bersiklus. Menyambung dua jalur terpanjang bisa menghasilkan jalur yang mengunjungi simpul dua kali, sehingga tidak valid.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Langkah Merancang DP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yang berlaku untuk semua soal DP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Berpikir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keempatnya di kertas sebelum menyentuh keyboard. Ini menghemat jauh lebih banyak waktu daripada langsung mengetik.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313432"/>
            <a:ext cx="2487168" cy="1371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313432"/>
            <a:ext cx="2487168" cy="5029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13816" y="24963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13816" y="27706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3081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yang harus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diingat?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9544" y="2999232"/>
            <a:ext cx="27432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813816" y="381304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dp[i] = ...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38728" y="2313432"/>
            <a:ext cx="2487168" cy="1371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3538728" y="2313432"/>
            <a:ext cx="2487168" cy="5029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85032" y="24963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685032" y="27706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685032" y="3081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state mana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 state ini?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2999232"/>
            <a:ext cx="27432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3685032" y="381304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CF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dp[i] = f(dp[i-1])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9944" y="2313432"/>
            <a:ext cx="2487168" cy="1371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9944" y="2313432"/>
            <a:ext cx="2487168" cy="502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56248" y="24963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56248" y="27706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56248" y="3081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awal yang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sudah pasti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951976" y="2999232"/>
            <a:ext cx="27432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6556248" y="381304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dp[0] = 0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281160" y="2313432"/>
            <a:ext cx="2487168" cy="1371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Shape 24"/>
          <p:cNvSpPr/>
          <p:nvPr/>
        </p:nvSpPr>
        <p:spPr>
          <a:xfrm>
            <a:off x="9281160" y="2313432"/>
            <a:ext cx="2487168" cy="5029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27464" y="24963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427464" y="27706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427464" y="3081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kecil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lebih dulu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427464" y="381304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1 → 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67512" y="4325112"/>
            <a:ext cx="10853928" cy="56692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96112" y="432511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Waktu = (jumlah state)  ×  (biaya satu transisi).   Kalau hasilnya di bawah 10^8, solusi kamu aman.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Menerapkan Empat Langkah pada Fibonacci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bagaimana keempat langkah tadi muncul satu per satu pada soal yang paling sederhana.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 = nilai Fibonacci ke-i. Satu angka i sudah cukup mendeskripsikan sub-masalah, jadi state-nya satu dimensi.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 = dp[i−1] + dp[i−2]. Berasal langsung dari definisi soal.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dp[0] = 0 dan dp[1] = 1. Dua nilai ini tidak dihitung, melainkan diberikan.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evaluasi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i = 2 menaik sampai n. Saat menghitung dp[i], nilai dp[i−1] dan dp[i−2] dijamin sudah terisi.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state = n+1, biaya satu transisi = O(1). Total O(n) waktu dan O(n) memori — bisa ditekan menjadi O(1) memori.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Mengisi tabel dp untuk n = 7, satu sel per langkah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Base Case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sel pertama diisi langsung dari definisi soal, tanpa perhitungan.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35224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5224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22776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22776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22776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10328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10328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10328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97880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85432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85432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8543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872984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72984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872984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860536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860536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860536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dp[0] = 0   dp[1] = 1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adalah satu-satunya nilai yang tidak berasal dari transisi.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4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Menghitung dp[2]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 membaca dua sel di sebelah kirinya yang sudah pasti benar.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144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35224" y="2395728"/>
            <a:ext cx="9144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5224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22776" y="2395728"/>
            <a:ext cx="91440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22776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22776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10328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10328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10328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97880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85432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85432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8543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872984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72984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872984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860536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860536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860536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04872" y="2286000"/>
            <a:ext cx="1975104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392424" y="2084832"/>
            <a:ext cx="987552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dp[2] = dp[1] + dp[0] = 1 + 0 = 1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Perhatikan: kita tidak pernah memanggil ulang fungsi. Nilainya tinggal dibaca.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4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Lanjut ke Kanan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yang sama diulang. Setiap sel dihitung tepat sekali.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35224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5224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22776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22776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22776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10328" y="2395728"/>
            <a:ext cx="9144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10328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10328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2395728"/>
            <a:ext cx="9144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97880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85432" y="2395728"/>
            <a:ext cx="91440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85432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8543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872984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72984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872984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860536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860536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860536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67528" y="2286000"/>
            <a:ext cx="1975104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355080" y="2084832"/>
            <a:ext cx="987552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dp[5] = dp[4] + dp[3] = 3 + 2 = 5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Sampai di sini sudah 6 sel terisi, dan totalnya baru 6 operasi penjumlahan.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4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4 — Selesai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tabel terisi. Jawaban ada di sel terakhir.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35224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5224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22776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22776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22776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10328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10328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10328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97880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85432" y="2395728"/>
            <a:ext cx="9144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85432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8543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872984" y="2395728"/>
            <a:ext cx="9144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72984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872984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860536" y="2395728"/>
            <a:ext cx="91440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860536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13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860536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42632" y="2286000"/>
            <a:ext cx="1975104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330184" y="2084832"/>
            <a:ext cx="987552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dp[7] = dp[6] + dp[5] = 8 + 5 = 13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8 sel, 6 penjumlahan. Bandingkan dengan 41 pemanggilan pada rekursi polos untuk n = 7.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/ 4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Gaya Penulisan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sama, arah berpikir berbeda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Arah Perhitungan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Top-down bertanya dari atas ke bawah. Bottom-up menjawab dari bawah ke atas.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84248"/>
            <a:ext cx="5394960" cy="3200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84248"/>
            <a:ext cx="5394960" cy="5029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" y="218541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Top-Down  (memoisasi)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87552" y="2697480"/>
            <a:ext cx="13716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87552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f(5)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673352" y="3063240"/>
            <a:ext cx="914" cy="9144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542032" y="2697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mulai dari besar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87552" y="3172968"/>
            <a:ext cx="13716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7552" y="3172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f(4)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673352" y="3538728"/>
            <a:ext cx="914" cy="9144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542032" y="31729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87552" y="3648456"/>
            <a:ext cx="13716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87552" y="36484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f(3)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673352" y="4014216"/>
            <a:ext cx="914" cy="9144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2542032" y="36484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87552" y="4123944"/>
            <a:ext cx="13716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7552" y="41239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f(2)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2542032" y="41239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87552" y="472744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turun, hasil disimpan di cache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45352" y="1984248"/>
            <a:ext cx="5394960" cy="3200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Shape 22"/>
          <p:cNvSpPr/>
          <p:nvPr/>
        </p:nvSpPr>
        <p:spPr>
          <a:xfrm>
            <a:off x="6245352" y="1984248"/>
            <a:ext cx="5394960" cy="5029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01384" y="218541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Bottom-Up  (tabulasi)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565392" y="2697480"/>
            <a:ext cx="13716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65392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dp[0]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251192" y="3063240"/>
            <a:ext cx="914" cy="91440"/>
          </a:xfrm>
          <a:prstGeom prst="line">
            <a:avLst/>
          </a:prstGeom>
          <a:noFill/>
          <a:ln w="19050">
            <a:solidFill>
              <a:srgbClr val="3ECF9E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8119872" y="2697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mulai dari kecil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65392" y="3172968"/>
            <a:ext cx="13716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65392" y="3172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dp[1]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251192" y="3538728"/>
            <a:ext cx="914" cy="91440"/>
          </a:xfrm>
          <a:prstGeom prst="line">
            <a:avLst/>
          </a:prstGeom>
          <a:noFill/>
          <a:ln w="19050">
            <a:solidFill>
              <a:srgbClr val="3ECF9E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8119872" y="31729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65392" y="3648456"/>
            <a:ext cx="13716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65392" y="36484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dp[2]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251192" y="4014216"/>
            <a:ext cx="914" cy="91440"/>
          </a:xfrm>
          <a:prstGeom prst="line">
            <a:avLst/>
          </a:prstGeom>
          <a:noFill/>
          <a:ln w="19050">
            <a:solidFill>
              <a:srgbClr val="3ECF9E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8119872" y="36484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65392" y="4123944"/>
            <a:ext cx="13716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565392" y="41239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dp[3]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119872" y="41239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565392" y="472744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diisi berurutan, tanpa rekursi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Keduanya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O(n). Pilih yang lebih mudah kamu tulis dengan benar.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Top-Down — memoisasi</a:t>
            </a:r>
            <a:endParaRPr lang="en-US" sz="1350" dirty="0"/>
          </a:p>
        </p:txBody>
      </p:sp>
      <p:pic>
        <p:nvPicPr>
          <p:cNvPr id="5" name="Image 0" descr="/tmp/ppt/imgs/c8_22_6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268" y="2157984"/>
            <a:ext cx="4970853" cy="40965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Bottom-Up — tabulasi</a:t>
            </a:r>
            <a:endParaRPr lang="en-US" sz="1350" dirty="0"/>
          </a:p>
        </p:txBody>
      </p:sp>
      <p:pic>
        <p:nvPicPr>
          <p:cNvPr id="7" name="Image 1" descr="/tmp/ppt/imgs/c8_22_6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345343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Perbandingan Praktis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Angka nyata dari pengujian, bukan sekadar notasi kompleksitas.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62432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Rekursi polos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Top-down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Bottom-up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Waktu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O(2^n)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Memori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 stack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 + stack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O(n), bisa jadi O(1)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= 45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~30 detik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 ms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 ms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Risiko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TLE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stack overflow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Menerapkan seluruh kerangka pada soal utuh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1 — Fibonacci ke-n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Bilangan Fibonacci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sebuah bilangan bulat n. Hitung bilangan Fibonacci ke-n, dengan F(0) = 0, F(1) = 1, dan F(i) = F(i−1) + F(i−2) untuk i ≥ 2.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365760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 ≤ n ≤ 90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dijamin muat dalam long long</a:t>
            </a:r>
            <a:endParaRPr lang="en-US" sz="1200" dirty="0"/>
          </a:p>
        </p:txBody>
      </p:sp>
      <p:pic>
        <p:nvPicPr>
          <p:cNvPr id="9" name="Image 0" descr="/tmp/ppt/imgs/c8_25_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496" y="1280160"/>
            <a:ext cx="1959888" cy="439959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Contoh Soal 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bagaimana empat langkah tadi muncul langsung sebagai baris kode.</a:t>
            </a:r>
            <a:endParaRPr lang="en-US" sz="1300" dirty="0"/>
          </a:p>
        </p:txBody>
      </p:sp>
      <p:pic>
        <p:nvPicPr>
          <p:cNvPr id="4" name="Image 0" descr="/tmp/ppt/imgs/c8_26_6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55648"/>
            <a:ext cx="6309360" cy="409404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— vector dp berukuran n+1. Indeks i mewakili sub-masalah “berapa F(i)”.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— dp[0] dan dp[1] diberi nilai langsung. Penjagaan if (n &gt;= 1) mencegah akses di luar array saat n = 0.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evaluasi — loop menaik dari 2, memastikan dp[i-1] dan dp[i-2] sudah terisi.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 — satu baris, persis seperti rumus soal.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long long? F(90) sudah sekitar 2,8 × 10^18, hampir menyentuh batas atas long long.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jebakan yang paling sering terjadi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yang tidak menimbulkan error, hanya membuat jawabannya salah diam-diam.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kurang lengkap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dengan pertanyaan ini: dari nilai state saja, tanpa melihat riwayat, cukupkah untuk menentukan langkah berikutnya? Kalau tidak, tambah satu dimensi. Gejalanya: jawaban benar untuk kasus kecil, salah untuk kasus besar.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reset antar testcase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memo atau dp masih menyimpan nilai testcase sebelumnya. Gejalanya khas: testcase pertama benar, sisanya salah. Selalu memset di awal setiap solve().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evaluasi salah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Bottom-up membaca dp yang belum diisi, atau membaca nilai yang sudah tertimpa. Periksa: setiap dp[x] hanya boleh membaca state yang lebih kecil.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sentinel bentrok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−1 sebagai penanda “belum dihitung” padahal jawaban sebenarnya bisa −1. Gunakan array bool terpisah seperti pada contoh top-down di atas.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berurutan. Untuk setiap soal, tulis dulu empat langkahnya di kertas.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755648"/>
            <a:ext cx="1051560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Fibonacci ke-n dengan modulo 10^9+7, n sampai 10^6 — versi top-down dan bottom-up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Climbing stairs: berapa cara menaiki n anak tangga dengan langkah 1 atau 2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Tribonacci: F(i) = F(i−1) + F(i−2) + F(i−3) — ubah state dan base case-nya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Ubah solusi Fibonacci menjadi O(1) memori dengan dua variabel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Dice Combinations — persiapan untuk Day 143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waktu jalan rekursi polos dan DP untuk n = 40, catat hasilnya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= jangan hitung dua kali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Simpan hasil setiap sub-masalah, lalu baca ulang saat dibutuhkan.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Butuh dua syarat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Optimal substructure dan overlapping subproblem. Kalau tidak berulang, cukup rekursi biasa.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langkah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State, transisi, base case, urutan evaluasi. Selalu dalam urutan itu, selalu di kertas dulu.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= state × transisi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dulu sebelum menulis kode, supaya tahu apakah akan lolos batas waktu.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142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Top-down vs bottom-up secara mendalam, cara mendesain state, dan rolling array.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2026-09-01T04:38:01Z</dcterms:created>
  <dcterms:modified xsi:type="dcterms:W3CDTF">2026-09-01T04:38:01Z</dcterms:modified>
</cp:coreProperties>
</file>