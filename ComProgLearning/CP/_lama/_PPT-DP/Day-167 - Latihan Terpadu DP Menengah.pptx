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soal gabungan yang menguji seluruh materi Day 155–166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Hari latihan terpadu. Soal-soal di sini sengaja tidak diberi label, sehingga kamu berlatih mengenali polanya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dilatih adalah pengenalan pola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tidak ada yang memberi tahu bahwa sebuah soal adalah digit DP atau DP bitmask. Kemampuan mengenalinya jauh lebih menentukan daripada kemampuan menulis kodenya.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adalah petunjuk utama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&lt;= 20 mengarah ke bitmask; nilai sampai 10^18 dengan syarat digit mengarah ke digit DP; struktur pohon mengarah ke DP pohon.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komponen tetap alatnya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pun rumitnya soal, tuliskan STATE, TRANSISI, BASE CASE, dan URUTAN sebelum mengetik. Kebiasaan ini yang membedakan pengerjaan terarah dari coba-coba.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adalah bagian dari latihan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rancangan state pertamamu salah, catat apa yang membuatnya salah. Catatan itu jauh lebih berharga daripada jawaban yang benar sekali jalan.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setelah seluruh materi Day 155 sampai 166 selesai dibaca.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pola DP menengah sudah dipelajari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menguji apakah kamu bisa mengenali pola tanpa diberi tahu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simulasi kontes dengan batas waktu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menemukan pola mana yang masih lemah dan perlu diulang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23408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pengenalan materi baru — kerjakan setelah teorinya selesai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langsung melihat pembahasan; beri dirimu waktu berpikir lebih dulu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berlatih yang paling efektif: beri batas waktu 30 menit per soal. Bila belum ketemu, baca petunjuknya saja — jangan langsung ke kode lengkapnya.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155 sampai Day 166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menengah (Day 168)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lanjut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queries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tanpa label, untuk melatih pengenalan pola.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soal terasa buntu, kembalilah ke pertanyaan dasar: informasi apa yang harus saya ingat agar bisa memutuskan langkah berikutnya?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Membaca Soal DP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Sebelum Coding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1 — Dimensi Tambahan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2 — DP + Struktur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3 — Tree DP Dua State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4 — Digit DP Ganda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5 — Bitmask Partisi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Strategi Kontes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Membaca Soal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 yang menentukan seluruh pendekatan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Batasan Lebih Dulu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memahami ceritanya, lihat angkanya. Batasan sering langsung memberi tahu teknik yang dimaksud.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pasti bitmask. Ukuran state 2^n masih muat, dan tidak ada algoritma polinomial yang wajar untuk n sekecil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500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O(n³) masih lolos. Ini petunjuk kuat untuk Range DP atau DP dengan tiga loop bersarang.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5.000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O(n²) aman. Cocok untuk DP dua string, LIS versi sederhana, atau knapsack dengan kapasitas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10^6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Harus O(n) atau O(n log n). Biasanya DP 1D, atau DP dengan struktur data untuk mempercepat transisinya.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sampai 10^18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soalnya tentang digit, hampir pasti digit DP. Bila tentang rekurens linear, pakai matrix exponentiation.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Sebelum Coding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menit menjawab ini menghemat setengah jam debugging.</a:t>
            </a:r>
            <a:endParaRPr lang="en-US" sz="1300" dirty="0"/>
          </a:p>
        </p:txBody>
      </p:sp>
      <p:pic>
        <p:nvPicPr>
          <p:cNvPr id="4" name="Image 0" descr="/tmp/ppt/imgs/c34_8_2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4964" y="1755648"/>
            <a:ext cx="619902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1 — Dimensi Tambahan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dengan batas jumlah koin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dengan Batas Koin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jenis koin dan sebuah nominal target. Setiap jenis koin tersedia tanpa batas, tetapi total koin yang dipakai tidak boleh melebihi K buah.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banyaknya cara membentuk nominal tersebut, modulo 10^9 + 7.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nominal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100</a:t>
            </a:r>
            <a:endParaRPr lang="en-US" sz="1200" dirty="0"/>
          </a:p>
        </p:txBody>
      </p:sp>
      <p:pic>
        <p:nvPicPr>
          <p:cNvPr id="9" name="Image 0" descr="/tmp/ppt/imgs/c34_10_2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24113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Soal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batasan tambahan pada soal langsung menjadi dimensi baru.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dari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"tidak boleh melebihi K buah" adalah batasan tambahan. Sesuai Day 155, batasan seperti ini menjadi dimensi baru.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dp[i][k] = banyak cara membentuk nominal i dengan tepat k koin. Dua dimensi karena ada dua besaran yang harus dilacak.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loop terluar karena yang ditanya adalah kombinasi, bukan permutasi. Ini pelajaran dari Day 143.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× nominal × K) = 100 × 1.000 × 100 = 10^7. Aman.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Jumlahkan dp[nominal][k] untuk seluruh k dari 0 sampai K, karena soal meminta "tidak lebih dari K", bukan "tepat K".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2 — DP + Struktur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Mempercepat transisi dengan segment 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dengan Selisih Terbatas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bilangan. Cari subsequence naik terpanjang, dengan syarat tambahan: selisih antara dua elemen berurutan dalam subsequence tidak boleh lebih dari 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0233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D ≤ 10^9</a:t>
            </a:r>
            <a:endParaRPr lang="en-US" sz="1200" dirty="0"/>
          </a:p>
        </p:txBody>
      </p:sp>
      <p:pic>
        <p:nvPicPr>
          <p:cNvPr id="9" name="Image 0" descr="/tmp/ppt/imgs/c34_13_2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41580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Soal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nyata DP yang dipercepat dengan struktur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tails tidak bisa dipakai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array tails dari Day 148 mengandalkan sifat bahwa elemen mana pun yang lebih kecil boleh mendahului. Dengan batasan selisih, sifat itu hilang.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 ke definisi dasar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LIS yang berakhir di i. Transisinya mencari nilai dp maksimum di antara semua j dengan a[i] − D ≤ a[j] &lt; a[i].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 adalah query rentang maksimum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nilai dikompresi, pertanyaan itu persis dijawab oleh segment tree maksimum. Inilah pola "DP dipercepat struktur data".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log n): setiap elemen melakukan satu query dan satu update pada segment tree.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umum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transisi DP berbentuk "maksimum atau jumlah atas suatu rentang", hampir selalu bisa dipercepat dengan segment tree atau Fenwick.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3 — Tree DP Dua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vertex cover pada pohon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Menjaga Seluruh Jalan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kota berbentuk pohon dengan n persimpangan. Kamu ingin menempatkan penjaga di beberapa persimpangan sehingga setiap jalan dijaga oleh minimal satu ujungnya.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penjaga paling sedikit.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dijamin terhubung</a:t>
            </a:r>
            <a:endParaRPr lang="en-US" sz="1200" dirty="0"/>
          </a:p>
        </p:txBody>
      </p:sp>
      <p:pic>
        <p:nvPicPr>
          <p:cNvPr id="9" name="Image 0" descr="/tmp/ppt/imgs/c34_16_2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31733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Soal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NP-hard pada graf umum, tetapi mudah pada pohon.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polanya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minimum vertex cover pada pohon. Untuk graf umum masalah ini NP-hard, tetapi pada pohon bisa diselesaikan DP dalam O(n).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state per simpul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dp[u][0] = simpul u tidak dijaga, dp[u][1] = simpul u dijaga. Persis pola dari Day 160.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kunci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 tidak dijaga, setiap anak WAJIB dijaga agar sisi yang menghubungkannya tetap tertutup. Bila u dijaga, anak bebas memilih.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Terjadi otomatis pada daun: dp[daun][0] = 0 dan dp[daun][1] = 1, karena loop anaknya kosong.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 dengan teori graf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Menurut teorema Konig, pada graf bipartit minimum vertex cover sama dengan maximum matching. Pohon selalu bipartit, jadi jawabannya juga sama dengan maximum matching pohon itu.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4 dan 5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ganda dan bitmask partisi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Terakhir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batasan tambahan diterjemahkan menjadi baris kode.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4 — Digit DP dua batasan</a:t>
            </a:r>
            <a:endParaRPr lang="en-US" sz="1350" dirty="0"/>
          </a:p>
        </p:txBody>
      </p:sp>
      <p:pic>
        <p:nvPicPr>
          <p:cNvPr id="5" name="Image 0" descr="/tmp/ppt/imgs/c34_19_2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254" y="2157984"/>
            <a:ext cx="4608880" cy="40965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5 — Bitmask partisi</a:t>
            </a:r>
            <a:endParaRPr lang="en-US" sz="1350" dirty="0"/>
          </a:p>
        </p:txBody>
      </p:sp>
      <p:pic>
        <p:nvPicPr>
          <p:cNvPr id="7" name="Image 1" descr="/tmp/ppt/imgs/c34_19_2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5851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Soal 4 dan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pelajaran penting tentang kapan sebuah batasan menjadi state.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4 — dua batasan sekaligus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"tidak boleh ada digit 4" cukup ditangani dengan satu continue, tanpa menambah state. Batasan "jumlah digit habis dibagi 3" membutuhkan state sisa bagi.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Pelajaran dari Soal 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setiap batasan menjadi dimensi. Batasan yang hanya membatasi PILIHAN ditangani dengan filter, sedangkan batasan yang perlu DIINGAT menjadi state.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5 — mencari elemen pertama yang kosong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ini menghindari perhitungan ganda. Dengan selalu menutup elemen terkecil yang belum tertutup, setiap partisi hanya dibentuk lewat satu urutan.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Pelajaran dari Soal 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difilter seperti itu, satu partisi yang sama akan dihitung berkali-kali sesuai banyaknya urutan pemilihan kelompoknya.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Soal 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ini O(4^n) karena mencoba semua s. Versi yang benar memakai iterasi submask dari komplemen mask, sehingga menjadi O(3^n).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Strategi Kontes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Menerapkan seluruh materi di bawah tekanan waktu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Kerja yang Efisien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langkah yang menghemat waktu paling banyak saat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Baca batasan, tebak tekniknya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memahami ceritanya secara penuh, lihat angkanya. Ini mempersempit kemungkinan dari puluhan teknik menjadi dua atau tiga.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Tulis state dalam satu kalimat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kertas, bukan di editor. Bila kalimatnya tidak bisa diselesaikan, state-nya belum benar.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Hitung kompleksitas sebelum mengetik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dikali biaya transisi. Bila melebihi 10^8, jangan mulai menulis — cari state yang lebih ringkas.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Uji dengan kasus terkecil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1, n = 2, dan sample dari soal. Sebagian besar bug terlihat di sini, jauh sebelum submit.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Bila WA, jalankan checklist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Reset antar testcase, tipe data, modulo, base case, arah loop, dan tempat jawaban diambil. Lima hal ini menangkap sebagian besar kesalahan.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Paket Latihan Terpadu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Untuk setiap soal, tulis empat langkahnya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Educational DP Contest soal I sampai Z — mencakup seluruh teknik DP menengah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Advanced Techniques — bagian DP bitmask dan digit DP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Div.2 soal D dan E dengan tag "dp" — mulai dari rating 1600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ulang lima soal di deck ini tanpa melihat pembahasannya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tiga soal DP dasar dari Day 141–154, lalu tambahkan satu batasan baru pada masing-masing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realistis: 30 soal DP menengah dalam sebulan, dengan pemahaman penuh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memberi tahu tekniknya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angkanya lebih dulu. n ≤ 20 berarti bitmask, n ≤ 500 berarti O(n³), dan seterusnya.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semua batasan menjadi dimensi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yang membatasi pilihan ditangani dengan filter. Batasan yang harus diingat menjadi state.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sering dipercepat struktur 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transisinya berupa query rentang, segment tree atau Fenwick bisa menurunkan satu faktor 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Menengah: merangkum Day 155 sampai 167.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