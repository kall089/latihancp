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jawabannya, bukan hanya nilainya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soal tidak hanya meminta nilai terbaiknya, tetapi juga susunan yang menghasilkannya. Rekonstruksi jalur adalah cara mengembalikannya.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utama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tabel jejak yang mencatat pilihan di setiap state, atau menelusuri ulang tabel DP dari belakang sambil mencocokkan nilainya.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jejak lebih cepat, lebih boros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par[state] membuat penelusuran langsung, tetapi memakan memori sebesar tabel DP-nya sendiri.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ulang lebih hemat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memori tambahan, tetapi butuh tabel DP yang utuh — sehingga tidak bisa digabung dengan rolling array.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pertukaran dengan optimasi memori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memadatkan tabel menjadi satu baris, jejaknya hilang. Karena itu keputusan "perlu rekonstruksi atau tidak" harus dibuat sebelum menulis kode.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bagian keluaran soal dengan teliti — di situlah kebutuhan rekonstruksi disebutkan.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susunan, urutan, atau daftar benda yang dipilih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salah satu jawaban optimal, bukan hanya nilainya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menampilkan jalur pada grid, graf, atau pohon keputusan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kebenaran DP-mu dengan melihat jawaban yang dihasilkan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hanya meminta nilai optimalnya — rekonstruksi hanya menambah risiko bug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sangat ketat dan tabel penuh tidak muat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jawaban optimal dan soal menuntut yang leksikografis terkecil — itu butuh perhatian tambahan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meminta jawaban leksikografis terkecil, urutan pencobaan pilihan saat rekonstruksi menjadi penting. Coba dari pilihan terkecil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(Day 153)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Mengembalikan susunan jawaban, bukan hanya nilai terbaiknya.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"catat dari mana keputusan terbaik datang" sama persis dengan par[] pada Dijkstra dan Bellman-Ford. Satu ide, banyak tempat.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Rekonstruksi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Dasar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Parent Array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Bandingkan Tabel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pada Grid dan String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Rolling Array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Rekonstruksi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tidak berhenti pada angka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baik-baik apa yang diminta soal — ini menentukan struktur kode sejak awal.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“Berapa nilai maksimumnya?”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jalankan DP biasa dan cetak satu angka. Rolling array boleh dipakai, memori bisa ditekan.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“Barang mana saja yang dipilih?”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rekonstruksi. Tabel lengkap harus disimpan, atau keputusan tiap state dicatat terpisah.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“Cetak salah satu jalur optimal”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jawaban yang sama baiknya, biasanya soal menerima yang mana pun. Baca pernyataan soal untuk memastikan.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yang harus dibayar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menaikkan memori dari O(W) menjadi O(n · W). Untuk n = 1000 dan W = 100.000, itu perbedaan antara 0,8 MB dan 800 MB.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Umum Rekonstruksi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yang berlaku untuk semua jenis rekonstruksi.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tabel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DP seperti biasa sampai seluruh state terisi.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dp[n][W] siap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akhir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state yang berisi jawaban akhir, biasanya pojok tabel.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n, w = 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Tanya: dari mana?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state mana yang menghasilkan nilai ini, lalu catat keputusannya.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(dp[i][w] != dp[i-1][w])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Balik hasilnya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ditelusuri dari belakang, hasilnya harus dibalik di akhir.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reverse(hasil)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1 — Parent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Mencatat keputusan saat nilai diperbarui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Pilihan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DP 1D, dan ketika transisinya punya banyak kemungkinan.</a:t>
            </a:r>
            <a:endParaRPr lang="en-US" sz="1300" dirty="0"/>
          </a:p>
        </p:txBody>
      </p:sp>
      <p:pic>
        <p:nvPicPr>
          <p:cNvPr id="4" name="Image 0" descr="/tmp/ppt/imgs/c19_10_1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6367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pick berukuran sama dengan dp, menyimpan keputusan untuk mencapai state itu.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dilakukan tepat saat nilai dp diperbarui, sehingga selalu konsisten dengan nilainya.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mundur: dari state akhir, loncat sesuai keputusan yang tercatat, ulangi sampai base case.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hasil pasti sama dengan nilai dp di state akhir — ini cara cepat memeriksa kebenarannya.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Kelebihan: hemat, hanya butuh satu array tambahan seukuran dp.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2 — Bandingkan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array tambahan sama sekali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Ulang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DP 2D seperti knapsack, di mana tabel lengkap memang sudah disimpan.</a:t>
            </a:r>
            <a:endParaRPr lang="en-US" sz="1300" dirty="0"/>
          </a:p>
        </p:txBody>
      </p:sp>
      <p:pic>
        <p:nvPicPr>
          <p:cNvPr id="4" name="Image 0" descr="/tmp/ppt/imgs/c19_12_1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3323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sederhana: kalau dp[i][w] berbeda dari dp[i-1][w], berarti barang i pasti diambil.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nilainya sama, barang i tidak memberi kontribusi — lewati saja tanpa mengubah kapasitas.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barang diambil, kapasitas dikurangi beratnya, persis membalik langkah transisi.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butuh memori tambahan sama sekali, karena informasinya sudah ada di tabel.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tabel 2D harus utuh. Rolling array membuat pola ini mustahil.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Pola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rekonstruksi, dengan kelebihan masing-masing.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743200"/>
                <a:gridCol w="22585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Parent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Bandingkan tabel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O(jumlah state)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ada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parent lebih ringan pada 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1D, banyak pilihan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2D, dua pilihan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sesuaikan bentuk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Kejelasan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jelas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ketelitian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parent lebih mudah dibaca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dengan rolling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butuh riwayat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pada Grid dan String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yang sama, arah yang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Kasus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keduanya bertanya "dari mana nilai ini berasal", lalu bergerak ke arah itu.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pada grid</a:t>
            </a:r>
            <a:endParaRPr lang="en-US" sz="1350" dirty="0"/>
          </a:p>
        </p:txBody>
      </p:sp>
      <p:pic>
        <p:nvPicPr>
          <p:cNvPr id="5" name="Image 0" descr="/tmp/ppt/imgs/c19_15_1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3287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LCS</a:t>
            </a:r>
            <a:endParaRPr lang="en-US" sz="1350" dirty="0"/>
          </a:p>
        </p:txBody>
      </p:sp>
      <p:pic>
        <p:nvPicPr>
          <p:cNvPr id="7" name="Image 1" descr="/tmp/ppt/imgs/c19_15_1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1406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Arah Penelusuran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selalu sama: dari state mana nilai ini berasal.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grid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dp[i−1][j] dan dp[i][j−1]. Yang menghasilkan nilai dp[i][j] itulah asal langkahnya. Jangan lupa menangani tepi grid, ketika salah satu arah tidak tersedia.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dua string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cocok, langkahnya pasti diagonal dan huruf itu bagian dari jawaban. Bila tidak cocok, ikuti tetangga yang nilainya lebih besar.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Range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opt[l][r] = titik pecah terbaik. Rekonstruksi dilakukan secara rekursif ke kiri dan ke kanan, menghasilkan struktur berkurung.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seri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dua arah sama-sama menghasilkan nilai yang sama, pilih salah satu secara konsisten. Soal biasanya menerima jawaban mana pun, tetapi bila diminta yang leksikografis terkecil, pilih arah dengan aturan tetap.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daftar barang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Knapsack dengan Rekonstruksi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Mana yang Dibawa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berat dan nilai masing-masing, serta tas berkapasitas W.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nilai maksimum yang bisa dibawa, lalu pada baris berikutnya cetak nomor barang yang dipilih dalam urutan menaik.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jawaban, cetak mana saja</a:t>
            </a:r>
            <a:endParaRPr lang="en-US" sz="1200" dirty="0"/>
          </a:p>
        </p:txBody>
      </p:sp>
      <p:pic>
        <p:nvPicPr>
          <p:cNvPr id="9" name="Image 0" descr="/tmp/ppt/imgs/c19_18_1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1644" y="1280160"/>
            <a:ext cx="3587591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2D wajib disimpan. Memori 1001 × 10001 long long sekitar 80 MB — masih muat, tetapi perlu diperhatikan.</a:t>
            </a:r>
            <a:endParaRPr lang="en-US" sz="1300" dirty="0"/>
          </a:p>
        </p:txBody>
      </p:sp>
      <p:pic>
        <p:nvPicPr>
          <p:cNvPr id="4" name="Image 0" descr="/tmp/ppt/imgs/c19_19_1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28" y="1993392"/>
            <a:ext cx="3236927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barang dimulai dari 1 agar sejalan dengan baris tabel, sehingga dp[0] berarti "tanpa barang".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pengisian tabel adalah knapsack 2D standar, tidak ada yang berubah.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jawaban dicetak dari dp[n][W] sebelum penelusuran dimulai.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mundur membandingkan dp[i][w] dengan dp[i-1][w] — inilah pola kedua.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dibalik karena terkumpul dari barang terakhir ke barang pertama.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Terutama saat memori terbatas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dipakai lalu ingin rekonstruksi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baris lama tertimpa, informasi asal-usul nilai hilang selamanya. Putuskan sejak awal: butuh rekonstruksi atau tidak.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membalik hasil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selalu berjalan dari belakang. Kalau tidak dibalik, urutan jawabannya terbalik — sering lolos di sample kecil yang simetris.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Parent dicatat di tempat yang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harus dilakukan tepat saat nilai dp diperbarui, di dalam blok if yang sama. Kalau dicatat di luar, nilainya bisa tidak sesuai.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menangani tepi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grid, ketika i = 0 atau j = 0 hanya satu arah yang tersedia. Tanpa penjagaan ini, program mengakses indeks negatif.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penelusuran tak berujung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keputusan yang tercatat tidak pernah mengurangi state, loop berjalan selamanya. Pastikan setiap langkah benar-benar mengecilkan state.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rekonstruksi pada seluruh solusi Day 144 sampai Day 151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F (LCS) — wajib mencetak barisannya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Longest Increasing Subsequence dengan mencetak barisannya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Minimizing Coins, lalu cetak koin mana saja yang dipakai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multiplication: cetak letak kurungnya, misalnya ((A1(A2A3))A4)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perbedaan memori antara versi dengan dan tanpa rekonstruksi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selalu berjalan mundur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akhir, tanyakan “dari mana nilai ini berasal”, lalu ulangi sampai base case.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utama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keputusan pada parent array, atau bandingkan ulang tabel 2D yang sudah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dan rekonstruksi tidak bisa bersamaan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Putuskan sejak awal, karena keduanya menentukan struktur kode.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DP: rolling array dan teknik menekan dimensi.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