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Review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Menengah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Merangkum Day 155 sampai 167 menjadi satu peta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168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168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Hari peninjauan terakhir. Seluruh DP menengah dirangkum menjadi satu peta keputusan yang bisa dipakai saat kontes.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Peta keputusan dari batasan soal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&lt;= 20 mengarah ke bitmask; pohon mengarah ke DP pohon atau rerooting; bilangan sampai 10^18 mengarah ke digit DP; papan sempit mengarah ke broken profile.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Katalog pola yang sudah dikuasai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dan TSP, assignment, SOS, digit DP, DP pohon, knapsack pohon, rerooting, DP ekspektasi, game DP, dan broken profile.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yang paling sering berulang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terluar yang salah pada SOS, batas loop yang hilang pada knapsack pohon, bendera leading zero yang lupa pada digit DP, dan tabel yang tidak direset antar testcase.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mana setelah ini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DP tingkat lanjut (Knuth, divide and conquer, convex hull trick), struktur data untuk query rentang, dan algoritma pohon lanjut seperti LCA dan centroid decomposition.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Gunakan sebagai rujukan cepat saat kontes dan saat meninjau ulang.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peta keputusan saat menghadapi soal DP baru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meninjau ulang menjelang kontes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ingin memastikan tidak ada pola yang terlewat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menentukan materi mana yang perlu diulang lebih dalam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234086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pengganti latihan soal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menghafal kode; yang penting adalah cara mengenali dan merancang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hanya satu kalimat yang bisa kamu bawa dari 28 hari ini: DP adalah seni mempersempit pertanyaan sampai jawabannya tunggal untuk setiap keadaan.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Day 141 sampai Day 167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0" name="Shape 8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DP lanjut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queries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pohon lanjut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9" name="Shape 17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REVIEW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Menengah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Peta keputusan, katalog pola, dan arah lanjutan.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menyelesaikan rangkaian ini, kamu sudah menutupi hampir seluruh DP yang muncul sampai tingkat Expert di Codeforces. Sisanya adalah latihan dan kecepatan.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Peta Seluruh Materi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Delapan Kerangka Kode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Pengenalan Soal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Batasan ke Teknik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Paling Sering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Checklist Debug Lanjutan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Kesiapan ke Materi Berikutnya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Rencana Latihan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Peta Seluruh Materi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yang sudah dipelajari, dan bagaimana kaitannya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Day 155 sampai 167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hari memperluas kemampuan mendesain state.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  <a:gridCol w="5824728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Materi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Inti yang harus melekat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Desain state lanjut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informasi yang hilang menjadi dimensi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Bitmask TSP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dp[mask][posisi], loop mask menaik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Bitmask assignment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popcount menghemat satu dimensi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SOS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loop bit di luar, 3^n menjadi 2^n·n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159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Digit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flag tight, rentang jadi selisih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pohon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state tentang subtree, DFS memberi urutan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Knapsack pohon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batas loop pakai ukuran subtree, O(n²)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Rerooting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jawaban = down + up, dua kali DFS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Probabilitas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peluang maju, ekspektasi mundur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Bitset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bagi 64, hanya untuk DP boolean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Game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posisi menang punya langkah ke posisi kalah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Broken profile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mask menyimpan tonjolan, bukan isi baris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Latihan terpadu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batasan memberi tahu tekniknya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Delapan Kerangka Kode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Hafalkan bentuknya, isinya menyesuaikan soal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dan SOS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kerangka untuk state berupa himpunan.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 -  Day 156, 157</a:t>
            </a:r>
            <a:endParaRPr lang="en-US" sz="1350" dirty="0"/>
          </a:p>
        </p:txBody>
      </p:sp>
      <p:pic>
        <p:nvPicPr>
          <p:cNvPr id="5" name="Image 0" descr="/tmp/ppt/imgs/c35_9_2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148042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SOS DP  -  Day 158</a:t>
            </a:r>
            <a:endParaRPr lang="en-US" sz="1350" dirty="0"/>
          </a:p>
        </p:txBody>
      </p:sp>
      <p:pic>
        <p:nvPicPr>
          <p:cNvPr id="7" name="Image 1" descr="/tmp/ppt/imgs/c35_9_2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128622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7512" y="5257800"/>
            <a:ext cx="10853928" cy="8686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41832" y="5257800"/>
            <a:ext cx="10305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dipakai saat n di bawah 20 dan soal meminta memilih atau mengurutkan seluruh elemen. SOS dipakai saat perlu mengagregasi nilai atas seluruh submask — perhatikan loop bit berada di LUAR.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Digit DP dan Tree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kerangka dengan bentuk state yang sangat berbeda.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Digit DP  -  Day 159</a:t>
            </a:r>
            <a:endParaRPr lang="en-US" sz="1350" dirty="0"/>
          </a:p>
        </p:txBody>
      </p:sp>
      <p:pic>
        <p:nvPicPr>
          <p:cNvPr id="5" name="Image 0" descr="/tmp/ppt/imgs/c35_10_2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24964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 DP  -  Day 160</a:t>
            </a:r>
            <a:endParaRPr lang="en-US" sz="1350" dirty="0"/>
          </a:p>
        </p:txBody>
      </p:sp>
      <p:pic>
        <p:nvPicPr>
          <p:cNvPr id="7" name="Image 1" descr="/tmp/ppt/imgs/c35_10_21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249640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7512" y="5257800"/>
            <a:ext cx="10853928" cy="8686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41832" y="5257800"/>
            <a:ext cx="10305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Digit DP membangun bilangan digit demi digit dengan flag tight sebagai penjaga batas atas. Tree DP menghitung dari daun ke akar, dan dp[u] selalu berbicara tentang subtree u.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Rerooting dan Ekspektasi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kerangka dengan arah perhitungan yang khas.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Rerooting  -  Day 162</a:t>
            </a:r>
            <a:endParaRPr lang="en-US" sz="1350" dirty="0"/>
          </a:p>
        </p:txBody>
      </p:sp>
      <p:pic>
        <p:nvPicPr>
          <p:cNvPr id="5" name="Image 0" descr="/tmp/ppt/imgs/c35_11_2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19275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Ekspektasi  -  Day 163</a:t>
            </a:r>
            <a:endParaRPr lang="en-US" sz="1350" dirty="0"/>
          </a:p>
        </p:txBody>
      </p:sp>
      <p:pic>
        <p:nvPicPr>
          <p:cNvPr id="7" name="Image 1" descr="/tmp/ppt/imgs/c35_11_2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138695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7512" y="5257800"/>
            <a:ext cx="10853928" cy="8686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41832" y="5257800"/>
            <a:ext cx="10305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Rerooting menjawab pertanyaan untuk SETIAP simpul dengan dua kali DFS. Ekspektasi selalu dihitung MUNDUR dari state akhir, karena E[i] bergantung pada state sesudahnya.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Game dan Broken Profile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kerangka untuk soal permainan dan pengubinan.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Game DP  -  Day 165</a:t>
            </a:r>
            <a:endParaRPr lang="en-US" sz="1350" dirty="0"/>
          </a:p>
        </p:txBody>
      </p:sp>
      <p:pic>
        <p:nvPicPr>
          <p:cNvPr id="5" name="Image 0" descr="/tmp/ppt/imgs/c35_12_2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10604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Broken Profile  -  Day 166</a:t>
            </a:r>
            <a:endParaRPr lang="en-US" sz="1350" dirty="0"/>
          </a:p>
        </p:txBody>
      </p:sp>
      <p:pic>
        <p:nvPicPr>
          <p:cNvPr id="7" name="Image 1" descr="/tmp/ppt/imgs/c35_12_22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143761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7512" y="5257800"/>
            <a:ext cx="10853928" cy="8686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41832" y="5257800"/>
            <a:ext cx="10305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Game DP menandai tiap posisi sebagai menang atau kalah, dengan base case posisi tanpa langkah adalah KALAH. Broken profile menyimpan tonjolan domino ke baris berikutnya di dalam mask.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Pengenalan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kata kunci menuju kerangka yang tepat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 Kunci ke Solusi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Peta cepat dari kalimat pada soal menuju kerangka kode yang tepat.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2926080"/>
                <a:gridCol w="3538728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Kata kunci di 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Kerangka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Petunjuk tambahan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"kunjungi semua kota", n &lt;= 20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Bitmask TSP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dp[mask][posisi]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"tugaskan n orang ke n pekerjaan"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Bitmask assignment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popcount jadi giliran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"jumlah atas semua subset"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SOS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loop bit di luar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"berapa bilangan antara L dan R"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Digit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flag tight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"untuk setiap simpul pohon"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Rerooting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down + up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"pilih k simpul dari pohon"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Tree knapsack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batas loop pakai sz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"berapa harapan / peluang"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probabilitas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ekspektasi hitung mundur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"dua pemain bermain optimal"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Game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posisi menang / kalah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"tutup grid dengan domino"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Broken profile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mask = tonjolan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"bisa atau tidak", nilai 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Bitset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|= dp &lt;&lt; 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ada batasan tambahan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tambah dimensi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hitung ulang kompleksitas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ke Teknik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Baca angkanya lebih dulu, sebelum memahami ceritanya.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926080"/>
                <a:gridCol w="262432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Batas 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Kompleksitas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Teknik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Contoh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20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O(2^n ·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bitmask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TSP, assignment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40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O(2^(n/2))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meet in the middle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subset sum 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500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O(n³)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range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matrix chain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5.000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O(n²)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dua string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LCS, edit distance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10^5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+ struktur data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LIS, DP + segment 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10^6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1D, tree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knapsack 1D, tree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nilai ≤ 10^18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O(19 · state)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digit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hitung bilangan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Paling Sering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Diurutkan dari yang paling banyak memakan waktu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Tujuh Jebakan Utama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Diurutkan dari yang paling sering ditemui sampai yang paling jarang.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 State kurang lengkap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257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Gejalanya: benar untuk kasus kecil, salah untuk kasus besar. Jalankan empat uji desain state dari Day 142 dan 155.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49761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34217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 Lupa reset antar testcase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689642"/>
            <a:ext cx="10241280" cy="257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Testcase pertama benar, sisanya salah. Pada digit DP, cache wajib dikosongkan antara hitung(R) dan hitung(L−1).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102429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2946981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 Arah loop tertukar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294453"/>
            <a:ext cx="10241280" cy="257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0/1 versus unbounded pada knapsack, atau loop bit versus loop mask pada SOS. Tidak menimbulkan error, hanya jawaban yang salah.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3707239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3551791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4. Batas loop tidak memakai ukuran subtree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899263"/>
            <a:ext cx="10241280" cy="257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tree knapsack, memakai n alih-alih sz membuat kompleksitas melonjak dari O(n·K) menjadi jauh lebih besar.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4312049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156601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5. Ekspektasi dihitung maju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504073"/>
            <a:ext cx="10241280" cy="257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Harus mundur dari state akhir. Menghitung maju membuat transisinya mustahil ditulis.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7512" y="4916859"/>
            <a:ext cx="91440" cy="914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4761411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6. Overflow dan modulo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5108883"/>
            <a:ext cx="10241280" cy="257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 cara tanpa modulo, atau memakai int untuk nilai besar. Terapkan modulo di setiap operasi.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7512" y="5521670"/>
            <a:ext cx="91440" cy="9144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0120" y="536622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7. Jawaban diambil dari tempat yang salah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5713694"/>
            <a:ext cx="10241280" cy="257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broken profile harus dp[R][0], pada LIS harus nilai terbesar di seluruh dp, pada TSP harus minimum atas seluruh kota terakhir.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Checklist Debug Lanjutan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checklist dasar dari Day 154 sudah dijalankan tetapi masih salah.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dengan brute force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solusi lambat yang jelas benar untuk n kecil, lalu bandingkan hasilnya pada input acak. Ini menemukan bug yang tidak terlihat dari membaca kode.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seluruh tabel dp untuk n kecil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3 atau 4, cetak seluruh isi dp dan periksa manual. Sering langsung terlihat sel mana yang salah.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batas ekstrem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1, seluruh nilai sama, nilai maksimum, dan graf berbentuk rantai. Empat kasus ini menangkap sebagian besar kesalahan tepi.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Periksa kompleksitas sebenarnya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Tambahkan pencacah operasi. Bila angkanya jauh lebih besar dari perkiraan, ada batas loop yang salah.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Periksa ukuran state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berapa banyak state yang benar-benar dikunjungi. Bila jauh lebih besar dari perkiraan, ada state yang tidak ter-cache.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Kesiapan ke Materi Berikutnya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yang menanti setelah DP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Day 168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materi berikutnya, dan bagaimana masing-masing terhubung dengan DP.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data lanjut — Day 169 ke atas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Sparse table, Fenwick tree, segment tree dengan lazy propagation. Banyak dipakai untuk mempercepat transisi DP, seperti pada Soal 2 di Day 167.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lanjut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Shortest path dengan state tambahan, SCC, dan DP pada DAG hasil kompresi. Semuanya memakai cara berpikir yang sama dengan DP.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Hashing, KMP, Z-function, dan suffix automaton. Beberapa di antaranya digabung dengan DP untuk soal yang lebih sulit.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DP lanjut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Convex hull trick, divide and conquer optimization, dan Knuth optimization. Semuanya menurunkan kompleksitas transisi DP.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paling penting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langkah dari Day 141 tetap berlaku di semua materi berikutnya. Yang bertambah hanyalah alat untuk mempercepat transisinya.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Rencana Latihan Setelah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yang realistis untuk dikerjakan dalam satu sampai dua bulan.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55648"/>
            <a:ext cx="10515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Selesaikan seluruh AtCoder Educational DP Contest, 26 soal dari A sampai Z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Selesaikan bagian Dynamic Programming di CSES, 19 soal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20 soal Codeforces bertag "dp" dengan rating 1500–1800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Ulangi lima soal tersulit tanpa melihat catatan, seminggu setelah pertama kali mengerjakannya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Buat catatan pribadi: untuk setiap soal, tulis state dan transisinya dalam satu kalimat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minggu, ambil satu soal lama lalu tambahkan satu batasan baru dan selesaikan lagi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Target: 50 soal DP dipahami penuh sebelum lanjut ke optimasi DP lanjut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 Akhir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dari seluruh rangkaian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menengah = DP dasar + state yang lebih kaya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Bitmask, digit, pohon, dan profil semuanya memakai empat langkah yang sama. Yang berbeda hanya bentuk state-nya.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adalah petunjuk terbesar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Angka pada soal hampir selalu menunjuk langsung ke tekniknya. Baca itu lebih dulu.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Delapan kerangka menutupi sebagian besar soal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Hafalkan bentuk kodenya, lalu sesuaikan isinya dengan soal yang dihadapi.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yang benar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puluh soal yang dipahami penuh jauh lebih berharga daripada dua ratus soal yang disalin.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2026-09-01T04:38:02Z</dcterms:created>
  <dcterms:modified xsi:type="dcterms:W3CDTF">2026-09-01T04:38:02Z</dcterms:modified>
</cp:coreProperties>
</file>