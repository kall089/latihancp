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Optimasi Konstan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kompleksitasnya sudah benar tetapi masih TLE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memampatkan 64 nilai boolean ke dalam satu kata mesin, sehingga DP boolean menjadi sekitar 64 kali lebih cepat tanpa mengubah algoritmanya.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dibagi 64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O(n x m) menjadi O(n x m / 64). Ini bukan perbaikan asimptotik yang besar, tetapi pada praktiknya sering cukup untuk mengubah TLE menjadi AC.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nilai boolean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cocok bila tabel DP-mu hanya berisi benar atau salah. Untuk tabel berisi angka, teknik ini tidak berlaku.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menjadi operasi geser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subset sum, seluruh baris transisi menjadi satu baris: dp |= dp &lt;&lt; nilai. Loop dalamnya hilang sepenuhnya.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Konstanta juga penting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Selain bitset, materi ini membahas optimasi konstan lain: memperbaiki urutan akses agar ramah cache, mengganti pembagian dengan geseran, dan menghindari perhitungan berulang di dalam loop.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 algoritmamu sudah benar dan kompleksitasnya sudah tepat, tetapi masih sedikit terlalu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DP-nya berisi nilai boolean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sudah optimal tetapi konstantanya terlalu besar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reachability, subset sum, atau transitive closure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diketahui saat kompilasi sehingga std::bitset bisa dipakai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Tabelnya berisi angka, bukan boolean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algoritmamu memang salah — percepatan 64 kali tidak menolong O(n³) pada n = 10^5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harus dinamis dan sangat bervariasi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adalah pilihan terakhir, bukan pertama. Perbaiki dulu algoritmanya; bitset hanya untuk menutup selisih terakhir.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(Day 146)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Konstan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Memampatkan 64 boolean per kata mesin.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kenapa bitset cepat juga menjelaskan kenapa urutan akses memori penting. Keduanya berakar pada cara prosesor bekerja.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Faktor Konstan Menentukan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Bitset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dengan Bitset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Reachability pada DAG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Bit-Parallel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Konstan Lainnya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Bitset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Faktor Konstan Menentukan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benar, tetapi tetap TLE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situasi yang membingungkan: analisis kompleksitasmu benar, tetapi program tetap tidak lolos.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di batas 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Solusimu O(n²) dengan n = 20.000, berarti 4 × 10^8 operasi. Secara teori mepet, dan pada praktiknya sering melebihi batas waktu.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algoritma yang lebih baik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O(n²) memang batas bawah untuk soal tersebut. Yang bisa dilakukan hanyalah membuat setiap operasi lebih murah.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Solusi: bagi dengan 64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memproses 64 bit dalam satu instruksi prosesor. O(n²) menjadi O(n²/64) — dari 4 × 10^8 menjadi sekitar 6 × 10^6.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yang diproses harus boolean, atau bisa direpresentasikan sebagai bit. Bitset tidak bisa dipakai untuk DP yang menyimpan angka.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Bitset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satu tipe data sederhana bisa mempercepat program puluhan 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bit per nilai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bitset&lt;N&gt; menyimpan N nilai boolean dalam N/8 byte. Untuk N = 100.000 hanya sekitar 12 KB — muat seluruhnya di cache prosesor.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per word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Prosesor 64 bit memproses 64 bit sekaligus dalam satu instruksi. Operasi OR, AND, XOR, dan geser semuanya bekerja per word.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Percepatan nyata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Secara teori 64x. Pada praktiknya biasanya 20 sampai 60 kali, bergantung pada pola aksesnya.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utama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harus konstanta saat kompilasi. Tidak bisa ditentukan dari input, kecuali memakai vector&lt;bool&gt; yang jauh lebih lambat.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Penerapan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paling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dan Knapsack Boolean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paling sederhana sekaligus paling sering dipakai.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</a:t>
            </a:r>
            <a:endParaRPr lang="en-US" sz="1350" dirty="0"/>
          </a:p>
        </p:txBody>
      </p:sp>
      <p:pic>
        <p:nvPicPr>
          <p:cNvPr id="5" name="Image 0" descr="/tmp/ppt/imgs/c31_10_1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3349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boolean</a:t>
            </a:r>
            <a:endParaRPr lang="en-US" sz="1350" dirty="0"/>
          </a:p>
        </p:txBody>
      </p:sp>
      <p:pic>
        <p:nvPicPr>
          <p:cNvPr id="7" name="Image 1" descr="/tmp/ppt/imgs/c31_10_1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6622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Mengingat Kembali dp |= dp &lt;&lt; 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Menggeser seluruh kemungkinan sebesar x, lalu menggabungkannya dengan yang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0448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67258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08776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4496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51306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s=7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awal: dp[0] =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67512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67512" y="4773168"/>
            <a:ext cx="10853928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941832" y="477316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3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x;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satu baris ini memproses 64 kemungkinan sekaligus  →  O(n · S / 64)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Reachability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simpul mana saja yang bisa dicapai dari setiap simpul. Tanpa bitset O(n·m), dengan bitset O(n·m/64).</a:t>
            </a:r>
            <a:endParaRPr lang="en-US" sz="1300" dirty="0"/>
          </a:p>
        </p:txBody>
      </p:sp>
      <p:pic>
        <p:nvPicPr>
          <p:cNvPr id="4" name="Image 0" descr="/tmp/ppt/imgs/c31_12_1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1409" y="1993392"/>
            <a:ext cx="5586135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Bit-Parallel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lanjutan: LCS dalam O(n·m/64), bukan O(n·m).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dasarnya: satu baris tabel dp LCS disimpan sebagai bitset, di mana bit ke-j menandai apakah nilai dp bertambah pada kolom j.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Peralihan antar baris dilakukan dengan operasi bit dan satu pengurangan, tanpa loop atas kolom sama sekali.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rumit dan jarang dibutuhkan, tetapi sangat berguna ketika string sepanjang 50.000 harus dibandingkan.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773168"/>
            <a:ext cx="4480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banyaknya bit menyala di akhir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panjang LCS, tidak bisa direkonstruksi</a:t>
            </a:r>
            <a:endParaRPr lang="en-US" sz="1250" dirty="0"/>
          </a:p>
        </p:txBody>
      </p:sp>
      <p:pic>
        <p:nvPicPr>
          <p:cNvPr id="6" name="Image 0" descr="/tmp/ppt/imgs/c31_13_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775" y="1755648"/>
            <a:ext cx="575460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Konstan Lainnya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bisa dilakukan tanpa bitset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Trik yang Nyata Pengaruhnya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besar dampaknya.</a:t>
            </a:r>
            <a:endParaRPr lang="en-US" sz="1300" dirty="0"/>
          </a:p>
        </p:txBody>
      </p:sp>
      <p:pic>
        <p:nvPicPr>
          <p:cNvPr id="4" name="Image 0" descr="/tmp/ppt/imgs/c31_15_1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2362" y="1755648"/>
            <a:ext cx="610422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Singkat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 di balik setiap trik, agar kamu tahu kapan trik itu benar-benar membantu.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1D lebih cepat dari 2D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vector&lt;vector&lt;int&gt;&gt; menyimpan setiap baris di lokasi memori terpisah, sehingga aksesnya melompat-lompat. Satu vector besar dengan indeks i·m + j jauh lebih ramah terhadap cache.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akses mengikuti tata letak memori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2D disimpan baris per baris. Meloop kolom di lapisan luar membuat setiap akses melompat jauh, dan cache miss bisa memperlambat sepuluh kali lipat.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Kurangi operasi modulo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adalah operasi yang mahal. Menggantinya dengan pengurangan bersyarat sering mempercepat 20 sampai 30 persen pada loop yang padat.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Hindari alokasi berulang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Membuat vector baru di dalam loop sangat mahal. Alokasikan sekali di luar, lalu isi ulang isinya.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berhenti mengoptimasi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percepatan yang dibutuhkan lebih dari 10 kali, faktor konstan tidak akan cukup. Cari algoritma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Berat maksimum yang bisa dibentuk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Berat Terdekat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Memaksimalkan Berat di Bawah Batas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berat masing-masing, dan sebuah batas W. Pilih sebagian barang sehingga total beratnya sebesar mungkin tetapi tidak melebihi W.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total berat terbaik yang bisa dicapai.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berat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100.000</a:t>
            </a:r>
            <a:endParaRPr lang="en-US" sz="1200" dirty="0"/>
          </a:p>
        </p:txBody>
      </p:sp>
      <p:pic>
        <p:nvPicPr>
          <p:cNvPr id="9" name="Image 0" descr="/tmp/ppt/imgs/c31_18_1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9454" y="1280160"/>
            <a:ext cx="3391972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bitset O(n·W) = 10^8. Dengan bitset sekitar 1,5 × 10^6 — lebih dari 60 kali lebih cepat.</a:t>
            </a:r>
            <a:endParaRPr lang="en-US" sz="1300" dirty="0"/>
          </a:p>
        </p:txBody>
      </p:sp>
      <p:pic>
        <p:nvPicPr>
          <p:cNvPr id="4" name="Image 0" descr="/tmp/ppt/imgs/c31_19_1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11" y="1755648"/>
            <a:ext cx="572896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berukuran konstanta 100005, sedikit lebih besar dari batas maksimum 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bisa[0] = 1 adalah base case: berat nol selalu tercapai dengan tidak memilih apa pun.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transisi menggantikan seluruh loop kapasitas. Geser lalu OR.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Pencarian jawaban berjalan mundur dari W, berhenti pada bit menyala pertama.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juga menanyakan barang mana saja yang dipilih, bitset tidak bisa dipakai — kembali ke DP biasa dengan tabel penuh.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Bitset Membantu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ketiga syaratnya sebelum memakai.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39044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Syarat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Terpenuhi?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DP berupa boolean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DP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diketahui saat kompilasi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vector&lt;bool&gt;, lebih lambat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butuh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tabel penuh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Percepatan yang dibutuhkan &lt; 64x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sebaiknya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algoritma lain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dari variabel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bitset&lt;n&gt; tidak bisa dikompilasi bila n berasal dari input. Ukurannya harus konstanta, jadi pakai batas maksimum dari soal.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terlalu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bitset&lt;10000000&gt; memakan 1,2 MB per instance. Membuat array berisi ribuan bitset seperti itu akan langsung MLE.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Berharap bisa merekonstruksi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hanya menyimpan bisa atau tidak. Informasi tentang bagaimana mencapainya tidak ada.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Mengabaikan optimasi yang lebih sederhana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memakai bitset, periksa dulu apakah urutan loop atau tata letak arraynya sudah optimal. Sering kali itu sudah cukup.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Money Sums — bandingkan versi vector&lt;bool&gt; dan bitset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106C — Buns, knapsack dengan batasan tambahan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reachability pada DAG dengan dan tanpa bitset, bandingkan waktunya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satu solusi vector&lt;vector&lt;int&gt;&gt; menjadi satu vector 1D, ukur perbedaan waktunya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dampak urutan loop: bandingkan for(i) for(j) dan for(j) for(i) pada matriks 5000 x 5000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implementasikan LCS bit-parallel dan bandingkan dengan versi biasa untuk string 10.000 karakter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membagi waktu dengan 64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DP boolean, dengan ukuran yang diketahui saat kompilasi.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 konstan bisa menentukan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Tata letak array, urutan loop, dan jumlah modulo sering memberi percepatan dua sampai tiga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batasnya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butuh percepatan lebih dari sepuluh kali, cari algoritma yang berbeda.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dan DP pada DAG state.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