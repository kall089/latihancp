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menambah dimensi, dan bagaimana mengetahuinya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menengah, kesulitannya berpindah dari menulis kode menjadi memilih state. Materi ini melatih keputusan itu secara sistematis.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perancangnya selalu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dua keadaan punya nilai state yang identik, apakah keduanya pasti punya pilihan dan hasil yang sama? Bila tidak, ada informasi yang belum masuk ke state.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itu mahal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dimensi baru mengalikan jumlah state. Selalu tanyakan apakah informasi itu bisa disimpulkan ulang dari dimensi yang sudah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informasi bisa dipadatkan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yang besar sering cukup disimpan sebagai sisa bagi; himpunan disimpan sebagai bitmask; selisih dua nilai sering menggantikan kedua nilainya.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dulu, baru tulis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DP kira-kira jumlah state dikali biaya transisi. Menghitungnya di kertas menghemat jauh lebih banyak waktu daripada menulis lalu menghapus.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dipakai setiap kali rancangan DP pertamamu terasa tidak cukup, atau terlalu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Rancangan state pertamamu memberi jawaban salah pada kasus tertentu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state-mu terlalu besar dan perlu dipadatkan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punya beberapa batasan sekaligus yang harus dilacak bersamaan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memutuskan apakah suatu informasi wajib disimpan atau bisa dihitung ulang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 sudah cocok dengan pola baku seperti knapsack atau LCS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hanya karena ragu — periksa dulu apakah benar-benar diperlukan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state kurang lengkap: kode benar pada contoh kecil tetapi salah pada kasus yang sedikit lebih rumit. Tanda state berlebih: TLE atau MLE padahal logikanya benar.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 (Day 154)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(Day 153)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(Day 159)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menambah dimensi, dan bagaimana memadatkannya.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materi DP menengah setelah ini pada dasarnya adalah contoh perancangan state yang berbeda-beda. Materi ini adalah kerangkanya.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 State Kurang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Studi Kasus Jual Beli Saham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Pertama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Kedua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Jumlah Dimensi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Dimensi yang Sering Muncul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 State Kurang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sebelum menghabiskan waktu debugging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Tanda-tandanya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yang kurang tidak menimbulkan error. Ia hanya memberi jawaban yang salah, dan itu jauh lebih sulit dilacak.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tidak bisa ditulis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mencoba merumuskan dp[i] dari dp[i−1], kamu terus merasa “tapi saya perlu tahu apakah tadi …”. Itulah informasi yang hilang.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Benar untuk kasus kecil, salah untuk kasus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n kecil, kebetulan tidak ada konflik. Semakin banyak data, semakin sering dua kondisi berbeda dipaksa berbagi satu state.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selalu terlalu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Biasanya karena state membolehkan kombinasi yang sebenarnya tidak sah, misalnya menjual saham yang tidak dimiliki.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Bacakan definisi state-mu keras-keras. Kalau kamu masih perlu menambahkan kalimat “dengan syarat …”, syarat itu harus menjadi dimensi.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Studi Kasus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Jual beli saham — contoh paling jelas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Percobaan Pertama yang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Terlihat masuk akal, tetapi ada informasi penting yang tidak tersimpan.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Soal: diberikan harga saham tiap hari, cari keuntungan maksimum. Boleh membeli dan menjual berkali-kali, tetapi tidak boleh memegang dua saham sekaligus.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dp[i] saja, kita tahu keuntungan terbaik sampai hari i — tetapi tidak tahu apakah pada hari itu kita sedang memegang saham atau tidak. Padahal itu menentukan langkah berikutnya.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590288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persis kegagalan Uji 2 dari Day 142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jadikan informasi yang hilang sebagai dimensi baru</a:t>
            </a:r>
            <a:endParaRPr lang="en-US" sz="1250" dirty="0"/>
          </a:p>
        </p:txBody>
      </p:sp>
      <p:pic>
        <p:nvPicPr>
          <p:cNvPr id="6" name="Image 0" descr="/tmp/ppt/imgs/c22_9_1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3684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baru berisi “kondisi” yang tadinya tidak tercatat.</a:t>
            </a:r>
            <a:endParaRPr lang="en-US" sz="1300" dirty="0"/>
          </a:p>
        </p:txBody>
      </p:sp>
      <p:pic>
        <p:nvPicPr>
          <p:cNvPr id="4" name="Image 0" descr="/tmp/ppt/imgs/c22_10_1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540" y="1755648"/>
            <a:ext cx="538730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menjadi dua dimensi: hari ke berapa, dan sedang memegang saham atau tidak.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hari pertama: tanpa saham keuntungannya 0, dengan saham keuntungannya minus harga hari itu.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"tidak punya saham": tetap tidak punya, atau menjual saham yang tadi dipegang.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"punya saham": tetap memegang, atau membeli hari ini dengan mengurangi keuntungan.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dp[n-1][0], karena memegang saham di akhir tidak pernah lebih menguntungkan.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Berikutnya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batasan baru berarti satu dimensi baru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Variasi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kerangkanya tidak berubah, hanya bertambah dimensi atau bertambah nilai state.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 transaksi</a:t>
            </a:r>
            <a:endParaRPr lang="en-US" sz="1350" dirty="0"/>
          </a:p>
        </p:txBody>
      </p:sp>
      <p:pic>
        <p:nvPicPr>
          <p:cNvPr id="5" name="Image 0" descr="/tmp/ppt/imgs/c22_12_1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4485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 jeda setelah menjual</a:t>
            </a:r>
            <a:endParaRPr lang="en-US" sz="1350" dirty="0"/>
          </a:p>
        </p:txBody>
      </p:sp>
      <p:pic>
        <p:nvPicPr>
          <p:cNvPr id="7" name="Image 1" descr="/tmp/ppt/imgs/c22_12_1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1241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ke Dimensi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berlaku jauh melampaui soal saham.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  <a:gridCol w="3657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Batasan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Dimensi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memegang atau 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atau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K transaksi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jatah transaksi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Jeda 1 hari setelah menjual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fase: bebas, punya, baru jual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melewati m rintangan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jatah lewat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Harus berakhir di kondisi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kondisi sekarang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sesuai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bahan bakar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kapasitas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kapasitas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Jumlah Dimensi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tidak gratis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Menimbang Biayanya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dimensi baru mengalikan jumlah state. Hitung sebelum menambah.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dimensi mengalikan jumlah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dp[n] berukuran n. dp[n][2] berukuran 2n. dp[n][K][2] berukuran 2nK. Kalikan dengan biaya transisi untuk mendapat total waktu.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aman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biaya transisi harus di bawah 10^8. Untuk n = 10^5 dan K = 100, dp[n][K][2] sudah 2 × 10^7 — masih aman.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terlalu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apakah salah satu dimensi bisa dihilangkan. Sering kali dimensi "hari" bisa dibuang dengan rolling array, seperti pada contoh soal berikut.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menambah dimensi yang tidak dipakai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yang tidak pernah memengaruhi transisi hanya memboroskan memori dan waktu. Uji: apakah menghapusnya mengubah jawaban?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Best Time to Buy and Sell Stock dengan batas K transaksi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Jual Beli Saham dengan Batas Transaksi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Maksimalkan Keuntungan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harga saham selama n hari dan batas maksimal K transaksi. Satu transaksi berarti sepasang beli dan jual.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tidak boleh memegang lebih dari satu saham sekaligus. Hitung keuntungan maksimum.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harga ≤ 10^9</a:t>
            </a:r>
            <a:endParaRPr lang="en-US" sz="1200" dirty="0"/>
          </a:p>
        </p:txBody>
      </p:sp>
      <p:pic>
        <p:nvPicPr>
          <p:cNvPr id="9" name="Image 0" descr="/tmp/ppt/imgs/c22_17_1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39860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hari dibuang dengan rolling array, sehingga memori hanya O(K).</a:t>
            </a:r>
            <a:endParaRPr lang="en-US" sz="1300" dirty="0"/>
          </a:p>
        </p:txBody>
      </p:sp>
      <p:pic>
        <p:nvPicPr>
          <p:cNvPr id="4" name="Image 0" descr="/tmp/ppt/imgs/c22_18_1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520" y="1755648"/>
            <a:ext cx="420934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disederhanakan menjadi dp[k][punya], karena dimensi hari bisa ditimpa langsung.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tanpa saham keuntungannya 0, dengan saham diberi nilai sangat kecil agar tidak terpilih sebelum ada pembelian.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MUNDUR agar dp[k-1][0] yang dibaca masih berasal dari hari sebelumnya — persis prinsip 0/1 knapsack.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Transaksi dihitung saat MEMBELI, karena itulah saat jatah k berkurang.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K) = 10^7. Kalau K &gt;= n/2, batas transaksi praktis tidak berlaku dan soal berubah menjadi versi tanpa batas.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Dimensi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kelimanya, dan sebagian besar soal DP menengah terasa familiar.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kondisi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Sedang memegang sesuatu, sedang dalam mode tertentu, atau warna terakhir yang dipakai. Ukurannya kecil, biasanya 2 sampai 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jatah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transaksi, sisa penghapusan, sisa bahan bakar. Ukurannya sebesar batas yang diberikan soal.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himpunan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mana saja yang sudah dipakai, direpresentasikan sebagai bitmask. Dibahas di Day 156 dan 157.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posisi kedua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orang berjalan bersamaan, atau dua string dibandingkan. Ini yang membuat DP dua string menjadi 2D.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sisa modulo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bagi terhadap suatu bilangan, misalnya “jumlahnya harus habis dibagi k”.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Best Time to Buy and Sell Stock II, III, IV, dan with Cooldown — empat variasi dari satu soal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M (Candies) dan soal O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Removing Digits, Array Description — perhatikan dimensi tambahannya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 dulu definisi state lengkap dengan seluruh dimensinya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mengenali: baca lima soal DP, dan untuk masing-masing tentukan berapa dimensi yang dibutuhkan tanpa menulis kode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3D menjadi 2D dengan rolling array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Informasi yang hilang menjadi dimensi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transisinya tidak bisa ditulis tanpa kalimat "dengan syarat", syarat itu harus jadi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dimensi mengalikan jumlah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ulang kompleksitasnya setiap kali menambah dimensi.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hari sering bisa dibuang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rolling array, dp[i][k][s] menjadi dp[k][s] — perhatikan arah loopnya.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Bitmask: ketika state-nya adalah sebuah himpunan.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