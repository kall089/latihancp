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jalur, mencari jalur termurah, dan menangani penghalang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 menghitung jalur pada papan dua dimensi: berapa banyak cara sampai, atau berapa biaya termurah.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adalah selnya sendiri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berarti jawaban untuk sel baris i kolom j. Karena gerakannya hanya ke kanan dan ke bawah, urutan pengisian tabelnya sangat alami.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pertanyaan khas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counting menjumlahkan cara dari atas dan dari kiri; minimum path sum mengambil yang terkecil lalu menambahkan biaya sel sekarang.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Rintangan hanya berarti nol atau tak hingga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yang terlarang diisi nol pada penghitungan cara, atau tak hingga pada pencarian minimum. Tidak perlu penanganan khusus lain.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Memorinya bisa dipangkas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baris i hanya butuh baris i-1, tabel dua dimensi bisa diganti satu baris. Ini contoh rolling array yang paling jelas.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arah gerakan yang diperbolehkan — di situlah letak perbedaan DP grid dan BFS grid.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Gerakannya hanya searah, misalnya ke kanan dan ke bawah saja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jalur dari pojok ke pojok dengan rintangan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jalur dengan jumlah biaya terkecil atau terbesar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segitiga angka atau papan dengan aturan melangkah yang sederhana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Gerakannya bebas ke segala arah — itu BFS atau Dijkstra, bukan DP grid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siklus yang mungkin dilewati; DP butuh urutan yang tidak berputar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mengingat sesuatu selain posisi — tambahkan dimensi pada state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pembeda: bila gerakannya bisa kembali ke sel sebelumnya, itu bukan DP grid. DP menuntut urutan pengisian yang tidak melingkar.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(Day 149)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 (Day 151)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jalur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memori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pada Grid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counting dan minimum path sum pada papan dua dimensi.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grid adalah tempat paling nyaman untuk melatih rolling array, karena hubungan antar barisnya sangat mudah dilihat.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DP Grid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Jalur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Grid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Menangani Penghalang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dengan Biaya Minimum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Hemat Memori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DP Grid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adalah DAG tersembunyi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Grid Cocok untuk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gerakan hanya ke kanan dan ke bawah, grid membentuk graf berarah tanpa siklus.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dp[i][j] = jawaban untuk sel di baris i kolom j. Satu sel mewakili satu sub-masalah.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(i, j) hanya bisa dicapai dari (i−1, j) di atasnya atau (i, j−1) di kirinya. Jadi dp[i][j] hanya bergantung pada dua sel itu.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awal dp[0][0] diisi langsung. Untuk menghitung jalur nilainya 1, untuk biaya minimum nilainya biaya sel itu sendiri.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evaluasi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menaik, lalu kolom menaik. Dengan urutan ini, sel atas dan sel kiri dijamin sudah terisi.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state R × C, biaya transisi O(1). Total O(R · C) — linier terhadap ukuran grid.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Grid TIDAK Bisa Pakai DP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Batasannya penting untuk dikenali sejak membaca soal.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Gerakan hanya kanan dan bawah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Aman. Grid membentuk DAG, DP langsung bekerja.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Gerakan bisa ke empat arah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 terbentuk siklus, sehingga optimal substructure tidak lagi berlaku secara sederhana. Gunakan BFS untuk bobot seragam, atau Dijkstra untuk bobot berbeda.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state tambahan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Misalnya “boleh menembus k dinding” atau “membawa kunci tertentu”. Tambahkan dimensi: dp[i][j][k].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sangat besar tanpa penghalang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R dan C sampai 10^6, gunakan rumus kombinatorika C(R+C−2, R−1) alih-alih mengisi tabel.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Jalur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paling dasar pada grid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Jumlahkan jalur dari atas dan dari kiri. Sel berpenghalang langsung dinolkan.</a:t>
            </a:r>
            <a:endParaRPr lang="en-US" sz="1300" dirty="0"/>
          </a:p>
        </p:txBody>
      </p:sp>
      <p:pic>
        <p:nvPicPr>
          <p:cNvPr id="4" name="Image 0" descr="/tmp/ppt/imgs/c17_10_1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503" y="1755648"/>
            <a:ext cx="6069946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 Grid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4×4 dengan satu penghalang di (1, 1)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Baris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pada baris pertama hanya bisa dicapai dari kiri, jadi semuanya bernilai 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2219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22199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2783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3367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23951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81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" y="37033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2199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2783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3367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3951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" y="4325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2199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2783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3367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3951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" y="52120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3035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dp[0][0] = 1      dp[0][j] = dp[0][j-1]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satu cara berjalan lurus di sepanjang baris teratas.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Baris Kedua, Ada Penghalang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(1, 1) adalah penghalang, jadi nilainya nol dan tidak menyumbang ke sel manapun.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2219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22199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2783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3367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23951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81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7033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2199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783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3367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39512" y="3703320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7512" y="4325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2199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2783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3367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3951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42432" y="2935224"/>
            <a:ext cx="914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4736592" y="3081528"/>
            <a:ext cx="804672" cy="47548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67512" y="52120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1832" y="53035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dp[1][3] = dp[0][3] + dp[1][2] = 1 + 1 = 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941832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dp[1][2] hanya bernilai 1, bukan 2, karena jalur dari kiri terputus oleh penghalang.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Baris Ketiga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Efek penghalang terus terasa, tetapi jumlah jalur mulai bertambah cepat.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2219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22199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2783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3367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23951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81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7033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21992" y="3703320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2199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27832" y="3703320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2783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33672" y="3703320"/>
            <a:ext cx="100584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3367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39512" y="3703320"/>
            <a:ext cx="100584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3951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325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2199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2783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3367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39512" y="4325112"/>
            <a:ext cx="1005840" cy="47548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42432" y="3557016"/>
            <a:ext cx="914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4736592" y="3703320"/>
            <a:ext cx="804672" cy="47548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67512" y="52120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41832" y="53035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dp[2][3] = dp[1][3] + dp[2][2] = 2 + 2 = 4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41832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tumbuh seperti segitiga Pascal. Tanpa penghalang, sel ini akan bernilai 10.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ada di pojok kanan bawah.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22199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22199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22783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3367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239512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45973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199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2783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3367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9512" y="245973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0815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2199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2783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3367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39512" y="308152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7033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21992" y="3703320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2199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27832" y="3703320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2783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33672" y="3703320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3367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39512" y="3703320"/>
            <a:ext cx="100584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239512" y="370332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32511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21992" y="4325112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221992" y="43251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27832" y="4325112"/>
            <a:ext cx="10058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227832" y="43251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233672" y="4325112"/>
            <a:ext cx="1005840" cy="47548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233672" y="43251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239512" y="4325112"/>
            <a:ext cx="1005840" cy="47548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39512" y="432511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742432" y="4178808"/>
            <a:ext cx="914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V="1">
            <a:off x="4736592" y="4325112"/>
            <a:ext cx="804672" cy="47548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67512" y="521208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41832" y="53035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dp[3][3] = dp[2][3] + dp[3][2] = 4 + 4 = 8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41832" y="565099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8. Tanpa penghalang jawabannya C(6,3) = 20, jadi satu sel terlarang memangkas lebih dari separuh jalur.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dengan Biaya Minimum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sama, operator berubah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Menjumlah ke Meminimalkan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hanya operatornya yang berubah dari tambah menjadi min.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menghitung jalur, kita MENJUMLAHKAN kontribusi dari atas dan kiri.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biaya minimum, kita MEMILIH yang lebih murah di antara keduanya, lalu menambahkan biaya sel saat ini.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ini berulang di banyak soal DP: kerangka yang sama, operator yang berbeda.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407408"/>
            <a:ext cx="4480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dp[0][0] = biaya sel awal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terlarang diisi INF, bukan nol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biaya maksimum, ganti min menjadi max</a:t>
            </a:r>
            <a:endParaRPr lang="en-US" sz="1250" dirty="0"/>
          </a:p>
        </p:txBody>
      </p:sp>
      <p:pic>
        <p:nvPicPr>
          <p:cNvPr id="6" name="Image 0" descr="/tmp/ppt/imgs/c17_17_1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2148" y="1755648"/>
            <a:ext cx="5413856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Hemat Memori dengan Satu Baris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dp[i][j] hanya membaca baris i−1 dan sel kiri, satu baris sudah cukup.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memproses baris i, isi dp[j] masih merupakan nilai dari baris i−1 sebelum ditimpa.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Jadi dp[j] berperan sebagai "dari atas", sedangkan dp[j−1] yang baru saja diperbarui berperan sebagai "dari kiri".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turun dari O(R × C) menjadi O(C).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407408"/>
            <a:ext cx="4480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Berguna untuk grid berukuran 10^4 × 10^4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bisa dipakai bila butuh rekonstruksi jalur</a:t>
            </a:r>
            <a:endParaRPr lang="en-US" sz="1250" dirty="0"/>
          </a:p>
        </p:txBody>
      </p:sp>
      <p:pic>
        <p:nvPicPr>
          <p:cNvPr id="6" name="Image 0" descr="/tmp/ppt/imgs/c17_18_1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34542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Grid Paths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Grid Paths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Jalur pada Grid Berpenghalang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grid berukuran n × n. Beberapa sel ditandai sebagai perangkap dengan karakter bintang. Kamu berada di sudut kiri atas dan ingin mencapai sudut kanan bawah.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langkah hanya boleh ke kanan atau ke bawah. Hitung banyaknya jalur, modulo 10^9 + 7.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bebas ditandai titik, perangkap ditandai bintang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modulo 10^9 + 7</a:t>
            </a:r>
            <a:endParaRPr lang="en-US" sz="1200" dirty="0"/>
          </a:p>
        </p:txBody>
      </p:sp>
      <p:pic>
        <p:nvPicPr>
          <p:cNvPr id="9" name="Image 0" descr="/tmp/ppt/imgs/c17_20_1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025" y="1280160"/>
            <a:ext cx="3978831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O(n²) = 10^6 — sangat aman.</a:t>
            </a:r>
            <a:endParaRPr lang="en-US" sz="1300" dirty="0"/>
          </a:p>
        </p:txBody>
      </p:sp>
      <p:pic>
        <p:nvPicPr>
          <p:cNvPr id="4" name="Image 0" descr="/tmp/ppt/imgs/c17_21_1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158" y="1755648"/>
            <a:ext cx="436206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sel awal bernilai 1 bila bebas, dan 0 bila justru ada perangkap di sana.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baris lalu kolom, keduanya menaik — inilah urutan yang menjamin sel atas dan kiri sudah siap.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Perangkap langsung dinolkan dan dilewati, sehingga tidak menyumbang jalur ke sel manapun.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i &gt; 0 dan j &gt; 0 mencegah akses indeks negatif pada tepi grid.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diterapkan setiap sel. Tanpa itu, nilainya meledak jauh melampaui long long untuk n = 1000.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Soal Grid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memakai kerangka yang sama dengan sedikit penyesuaian.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445312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Perubahan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Banyak jalur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operator tambah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1, penghalang jadi 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Biaya minimum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operator min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biaya sel, penghalang jadi INF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maksimum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operator max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misalnya mengumpulkan koin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Gerakan 4 arah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bukan DP lagi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 BFS atau Dijkstra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Boleh menembus k dinding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dp[i][j][k]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tambah satu dimensi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Grid besar tanpa penghalang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rumus C(R+C−2, R−1)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perlu tabel sama sekali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modulo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grid 1000 × 1000, banyaknya jalur jauh melampaui batas long long. Terapkan modulo di setiap sel, bukan hanya di akhir.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awal berpenghalang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sel (0,0) adalah perangkap, jawabannya nol. Periksa ini di base case, bukan diasumsikan bebas.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Penghalang diisi nol pada soal minimum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biaya minimum, sel terlarang harus INF. Kalau diisi nol, program justru menganggapnya jalur termurah.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dipakai saat butuh jalur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baris lama tertimpa, jalurnya tidak bisa ditelusuri lagi. Dibahas di Day 152.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Grid Paths (menghitung jalur), Labyrinth (BFS untuk perbandingan)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Unique Paths, Unique Paths II, Minimum Path Sum, Triangle, Dungeon Game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H (Grid 1)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kumpulkan koin sebanyak-banyaknya — ganti operator menjadi max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dua orang berjalan bersamaan dari sudut berlawanan — state menjadi empat dimensi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salah satu solusi menjadi rolling array dan bandingkan pemakaian memorinya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adalah DAG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Selama gerakan hanya kanan dan bawah, DP langsung bekerja tanpa perlu graf eksplisit.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kerangka, banyak operator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 untuk menghitung jalur, min untuk biaya termurah, max untuk nilai terbesar.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Penghalang diperlakukan sesuai soal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Nol untuk menghitung jalur, INF untuk mencari minimum.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DP: matrix chain multiplication dan palindrome partitioning.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