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LCS &amp;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Edit Distance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dua dimensi atas dua string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149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149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LCS dan edit distance adalah dua soal DP dua dimensi yang membandingkan dua barisan sekaligus.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State-nya sepasang penunjuk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dp[i][j] berarti jawaban untuk i huruf pertama barisan A dan j huruf pertama barisan B. Hampir semua soal dua barisan memakai bentuk state ini.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LCS: sub-barisan bersama terpanjang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huruf ke-i dan ke-j sama, keduanya bisa dipasangkan. Bila berbeda, ambil yang terbaik dari melewati salah satunya.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Edit distance: biaya mengubah A menjadi B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operasi — sisip, hapus, dan ganti — masing-masing berbiaya satu. Transisinya adalah minimum dari tiga tetangga ditambah satu.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Keduanya bersaudara dekat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operasi ganti dilarang, edit distance menjadi soal yang setara dengan LCS. Memahami satu membuat yang lain terasa akrab.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Petunjuknya sederhana: ada DUA barisan yang harus dibandingkan atau diselaraskan.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Membandingkan dua string atau dua array untuk mencari kemiripan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biaya minimum mengubah satu barisan menjadi barisan lain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Menyelaraskan dua urutan, misalnya pada perbandingan berkas atau bioinformatika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Panjang keduanya masih memungkinkan tabel n x m, biasanya sampai sekitar 5000 x 5000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 barisannya sangat panjang sehingga tabel n x m tidak muat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dicari adalah substring bersama, bukan subsequence — pakai suffix automaton atau hashing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dibandingkan lebih dari dua barisan; kompleksitasnya menjadi hasil kali semuanya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hanya panjangnya yang diminta, dua baris tabel sudah cukup dan memorinya turun dari O(n x m) menjadi O(m).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linear 1D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LIS (Day 148)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grid (Day 150)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 jalur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memori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LCS &amp;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Edit Distance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dua dimensi untuk membandingkan sepasang barisan.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state "sepasang penunjuk" adalah salah satu pola paling sering dipakai dalam DP. Setelah materi ini, banyak soal string akan terasa mengikuti pola yang sama.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DP Dua String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Longest Common Subsequence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Tabel LCS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 LCS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Edit Distance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Tabel Edit Distance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DP Dua String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yang dipakai oleh hampir semua soal string DP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Umum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Begitu kamu mengenali pola ini, puluhan soal string terasa sama.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selalu dua dimensi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dp[i][j] menjawab pertanyaan soal untuk i huruf pertama string A dan j huruf pertama string B. Ukurannya (n+1) × (m+1), termasuk baris dan kolom kosong.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Selalu bandingkan huruf terakhir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transisi bermula dari satu pertanyaan: apakah a[i−1] sama dengan b[j−1]?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sama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jawaban dari dp[i−1][j−1], lalu tambahkan kontribusi huruf ini. Kedua string maju satu langkah bersamaan.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berbeda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Pilih yang terbaik di antara membuang huruf dari A (dp[i−1][j]) atau membuang huruf dari B (dp[i][j−1]).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state n × m, biaya transisi O(1). Total O(n · m) waktu dan memori.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Longest Common Subsequence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Subsequence terpanjang yang dimiliki kedua string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 LCS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pergeseran indeks: dp[i][j] memakai a[i−1] dan b[j−1] karena baris 0 mewakili string kosong.</a:t>
            </a:r>
            <a:endParaRPr lang="en-US" sz="1300" dirty="0"/>
          </a:p>
        </p:txBody>
      </p:sp>
      <p:pic>
        <p:nvPicPr>
          <p:cNvPr id="4" name="Image 0" descr="/tmp/ppt/imgs/c16_9_1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4009" y="1755648"/>
            <a:ext cx="6020934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Tabel LCS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= "ABCB", B = "BDCB" — satu baris per langkah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Base Case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dan kolom kosong seluruhnya nol: LCS dengan string kosong pasti nol.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13055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B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1305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""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0449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9593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8737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7881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2459736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30552" y="2459736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30552" y="24597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44952" y="2459736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44952" y="24597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959352" y="2459736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59352" y="24597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73752" y="2459736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73752" y="24597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88152" y="2459736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88152" y="24597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" y="306324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130552" y="3063240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130552" y="3063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044952" y="3063240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59352" y="3063240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73752" y="3063240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88152" y="3063240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7512" y="3666744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130552" y="3666744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44952" y="3666744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59352" y="3666744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73752" y="3666744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88152" y="3666744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67512" y="427024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130552" y="4270248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044952" y="4270248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959352" y="4270248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73752" y="4270248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788152" y="4270248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67512" y="487375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130552" y="4873752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044952" y="4873752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959352" y="4873752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73752" y="4873752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788152" y="4873752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67512" y="5742432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941832" y="583387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dp[0][j] = 0     dp[i][0] = 0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941832" y="618134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"" mewakili string A kosong, kolom "" mewakili string B kosong.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4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Huruf A lalu B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Huruf A tidak ada di B, jadi baris A tetap nol. Huruf B cocok pada kolom pertama.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13055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B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1305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""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0449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9593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8737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7881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2459736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30552" y="2459736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30552" y="24597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44952" y="2459736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44952" y="24597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959352" y="2459736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59352" y="24597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73752" y="2459736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73752" y="24597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88152" y="2459736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88152" y="24597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" y="306324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130552" y="3063240"/>
            <a:ext cx="914400" cy="45720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130552" y="3063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044952" y="3063240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044952" y="3063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59352" y="3063240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959352" y="3063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73752" y="3063240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73752" y="3063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788152" y="3063240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788152" y="3063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67512" y="3666744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130552" y="3666744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130552" y="36667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044952" y="3666744"/>
            <a:ext cx="914400" cy="45720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044952" y="36667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959352" y="3666744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959352" y="36667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73752" y="3666744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873752" y="36667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788152" y="3666744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788152" y="36667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67512" y="427024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130552" y="4270248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044952" y="4270248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959352" y="4270248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73752" y="4270248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788152" y="4270248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67512" y="487375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130552" y="4873752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044952" y="4873752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959352" y="4873752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73752" y="4873752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788152" y="4873752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587752" y="3520440"/>
            <a:ext cx="731520" cy="14630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667512" y="5742432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941832" y="583387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a[1] = 'B'  dan  b[0] = 'B'  cocok  -&gt;  dp[2][1] = dp[1][0] + 1 = 1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941832" y="618134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huruf cocok, kita melompat diagonal ke kiri-atas lalu menambah satu. Kedua string sama-sama maju.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4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Huruf C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Cocok dengan C di kolom ketiga, sehingga nilainya naik menjadi 2.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13055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B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1305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""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0449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9593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8737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7881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2459736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30552" y="2459736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30552" y="24597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44952" y="2459736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44952" y="24597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959352" y="2459736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59352" y="24597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73752" y="2459736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73752" y="24597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88152" y="2459736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88152" y="24597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" y="306324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130552" y="3063240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130552" y="3063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044952" y="3063240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044952" y="3063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59352" y="3063240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959352" y="3063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73752" y="3063240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73752" y="3063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788152" y="3063240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788152" y="3063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67512" y="3666744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130552" y="3666744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130552" y="36667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044952" y="3666744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044952" y="36667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959352" y="3666744"/>
            <a:ext cx="914400" cy="45720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959352" y="36667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73752" y="3666744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873752" y="36667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788152" y="3666744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788152" y="36667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67512" y="427024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130552" y="4270248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130552" y="42702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044952" y="4270248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044952" y="42702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959352" y="4270248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3959352" y="42702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873752" y="4270248"/>
            <a:ext cx="914400" cy="45720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873752" y="42702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788152" y="4270248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788152" y="42702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667512" y="487375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130552" y="4873752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044952" y="4873752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959352" y="4873752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873752" y="4873752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788152" y="4873752"/>
            <a:ext cx="91440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416552" y="4123944"/>
            <a:ext cx="731520" cy="14630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667512" y="5742432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941832" y="583387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a[2] = 'C'  dan  b[2] = 'C'  cocok  -&gt;  dp[3][3] = dp[2][2] + 1 = 2</a:t>
            </a:r>
            <a:endParaRPr lang="en-US" sz="1300" dirty="0"/>
          </a:p>
        </p:txBody>
      </p:sp>
      <p:sp>
        <p:nvSpPr>
          <p:cNvPr id="63" name="Text 61"/>
          <p:cNvSpPr txBox="1"/>
          <p:nvPr/>
        </p:nvSpPr>
        <p:spPr>
          <a:xfrm>
            <a:off x="941832" y="618134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Sampai di sini LCS-nya adalah "BC". Perhatikan nilai menyebar ke kanan karena kolom berikutnya mewarisi nilai terbaik.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4 — Huruf B Terakhir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selesai. Jawaban ada di pojok kanan bawah.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13055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B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1305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""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0449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9593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8737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7881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2459736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30552" y="2459736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30552" y="24597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44952" y="2459736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44952" y="24597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959352" y="2459736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59352" y="24597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73752" y="2459736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73752" y="24597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88152" y="2459736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88152" y="24597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" y="306324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130552" y="3063240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130552" y="3063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044952" y="3063240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044952" y="3063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59352" y="3063240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959352" y="3063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73752" y="3063240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73752" y="3063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788152" y="3063240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788152" y="3063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67512" y="3666744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130552" y="3666744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130552" y="36667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044952" y="3666744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044952" y="36667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959352" y="3666744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959352" y="36667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73752" y="3666744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873752" y="36667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788152" y="3666744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788152" y="36667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67512" y="427024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130552" y="4270248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130552" y="42702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044952" y="4270248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044952" y="42702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959352" y="4270248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3959352" y="42702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873752" y="4270248"/>
            <a:ext cx="914400" cy="45720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873752" y="42702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788152" y="4270248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788152" y="42702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667512" y="487375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130552" y="4873752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2130552" y="48737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044952" y="4873752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044952" y="48737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959352" y="4873752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3959352" y="48737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4873752" y="4873752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4873752" y="48737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5788152" y="4873752"/>
            <a:ext cx="914400" cy="45720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5788152" y="48737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5330952" y="4727448"/>
            <a:ext cx="731520" cy="14630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667512" y="5742432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941832" y="583387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a[3] = 'B'  dan  b[3] = 'B'  cocok  -&gt;  dp[4][4] = dp[3][3] + 1 = 3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941832" y="618134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LCS = 3, yaitu "BCB". Nilai selalu tumbuh dari kiri-atas ke kanan-bawah dan tidak pernah menurun.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 / 4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 LCS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Telusuri mundur dari pojok kanan bawah, ikuti arah yang menghasilkan nilai tersebut.</a:t>
            </a:r>
            <a:endParaRPr lang="en-US" sz="1300" dirty="0"/>
          </a:p>
        </p:txBody>
      </p:sp>
      <p:pic>
        <p:nvPicPr>
          <p:cNvPr id="4" name="Image 0" descr="/tmp/ppt/imgs/c16_15_1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051" y="1755648"/>
            <a:ext cx="5892282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Mulai dari (n, m), yaitu sel yang berisi jawaban akhir.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kedua huruf cocok, huruf itu pasti bagian dari LCS — catat lalu mundur diagonal.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tidak cocok, ikuti arah yang nilainya lebih besar: itulah asal jawaban di sel ini.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terkumpul dari belakang ke depan, jadi wajib dibalik di akhir.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ada beberapa LCS dengan panjang sama, cara ini mengembalikan salah satunya saja.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Edit Distance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Berapa operasi minimum untuk mengubah satu string jadi string lain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Operasi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Juga dikenal sebagai Levenshtein distance. Dipakai di autocorrect, DNA matching, dan diff.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Hapus — dp[i−1][j] + 1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Buang huruf terakhir dari A, lalu selesaikan sisanya. Bergerak satu baris ke atas.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Sisip — dp[i][j−1] + 1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Tambahkan huruf agar cocok dengan huruf terakhir B. Bergerak satu kolom ke kiri.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Ganti — dp[i−1][j−1] + 1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Ubah huruf terakhir A menjadi huruf terakhir B. Bergerak diagonal.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Gratis — dp[i−1][j−1]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kedua huruf sudah sama, tidak ada operasi yang diperlukan. Langsung ambil nilai diagonal.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berbeda dari LCS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dp[i][0] = i (hapus semua) dan dp[0][j] = j (sisipkan semua). Bukan nol seperti pada LCS.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 Edit Distance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dengan kode LCS: strukturnya sama, hanya operator dan base case-nya berbeda.</a:t>
            </a:r>
            <a:endParaRPr lang="en-US" sz="1300" dirty="0"/>
          </a:p>
        </p:txBody>
      </p:sp>
      <p:pic>
        <p:nvPicPr>
          <p:cNvPr id="4" name="Image 0" descr="/tmp/ppt/imgs/c16_18_1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8773" y="1755648"/>
            <a:ext cx="5211407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Edit Distance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"horse" menjadi "ros"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Edit Distance Langkah 1 — Base Case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dan kolom pertama berisi jumlah operasi untuk mengubah dari atau ke string kosong.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94767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tujuan: r o 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947672" y="21671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""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907792" y="21671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867912" y="21671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828032" y="21671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45973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47672" y="2459736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947672" y="245973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07792" y="2459736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07792" y="245973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67912" y="2459736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67912" y="245973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28032" y="2459736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28032" y="245973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" y="302666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947672" y="3026664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947672" y="3026664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907792" y="3026664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67912" y="3026664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28032" y="3026664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7512" y="359359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947672" y="3593592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07792" y="3593592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67912" y="3593592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28032" y="3593592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7512" y="416052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947672" y="4160520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07792" y="4160520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67912" y="4160520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28032" y="4160520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67512" y="472744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947672" y="4727448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07792" y="4727448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67912" y="4727448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28032" y="4727448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67512" y="52943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947672" y="5294376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907792" y="5294376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67912" y="5294376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28032" y="5294376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67512" y="612648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41832" y="621792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dp[i][0] = i (hapus i huruf)      dp[0][j] = j (sisip j huruf)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941832" y="656539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perbedaan pertama dengan LCS: base case-nya bukan nol.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Edit Distance Langkah 2 — Dua Baris Pertama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Huruf o cocok dengan o, sehingga nilainya diambil gratis dari diagonal.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94767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tujuan: r o 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947672" y="21671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""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907792" y="21671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867912" y="21671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828032" y="21671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45973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47672" y="2459736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947672" y="245973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07792" y="2459736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07792" y="245973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67912" y="2459736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67912" y="245973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28032" y="2459736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28032" y="245973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" y="302666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947672" y="3026664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947672" y="3026664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907792" y="3026664"/>
            <a:ext cx="960120" cy="420624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907792" y="3026664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867912" y="3026664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867912" y="3026664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28032" y="3026664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28032" y="3026664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" y="359359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947672" y="3593592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947672" y="3593592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907792" y="3593592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907792" y="3593592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867912" y="3593592"/>
            <a:ext cx="960120" cy="420624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867912" y="3593592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28032" y="3593592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28032" y="3593592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67512" y="416052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947672" y="4160520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07792" y="4160520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67912" y="4160520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28032" y="4160520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67512" y="472744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947672" y="4727448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907792" y="4727448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67912" y="4727448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28032" y="4727448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67512" y="52943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947672" y="5294376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907792" y="5294376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867912" y="5294376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28032" y="5294376"/>
            <a:ext cx="960120" cy="42062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387852" y="3447288"/>
            <a:ext cx="768096" cy="14630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667512" y="612648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941832" y="621792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a[1] = 'o'  dan  b[1] = 'o'  cocok  -&gt;  dp[2][2] = dp[1][1] = 1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941832" y="656539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Huruf yang sama tidak menambah biaya. Perhatikan sel diagonal yang menjadi sumbernya.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Edit Distance Langkah 3 — Selesai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ada di pojok kanan bawah.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94767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tujuan: r o 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947672" y="21671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""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907792" y="21671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867912" y="21671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828032" y="21671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45973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47672" y="2459736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947672" y="245973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07792" y="2459736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07792" y="245973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67912" y="2459736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67912" y="245973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28032" y="2459736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28032" y="245973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" y="302666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947672" y="3026664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947672" y="3026664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907792" y="3026664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907792" y="3026664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867912" y="3026664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867912" y="3026664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28032" y="3026664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28032" y="3026664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" y="359359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947672" y="3593592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947672" y="3593592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907792" y="3593592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907792" y="3593592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867912" y="3593592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867912" y="3593592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28032" y="3593592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28032" y="3593592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67512" y="416052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947672" y="4160520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947672" y="416052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907792" y="4160520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907792" y="416052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867912" y="4160520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867912" y="416052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828032" y="4160520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828032" y="416052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67512" y="472744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947672" y="4727448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947672" y="47274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907792" y="4727448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2907792" y="47274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867912" y="4727448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3867912" y="47274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828032" y="4727448"/>
            <a:ext cx="960120" cy="420624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828032" y="47274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667512" y="52943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1947672" y="5294376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947672" y="529437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2907792" y="5294376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2907792" y="529437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867912" y="5294376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3867912" y="529437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4828032" y="5294376"/>
            <a:ext cx="960120" cy="420624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4828032" y="529437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5308092" y="5148072"/>
            <a:ext cx="914" cy="14630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667512" y="612648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941832" y="621792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a[4] = 'e'  tidak cocok  -&gt;  dp[5][3] = 1 + min(2, 4, 3) = 3</a:t>
            </a:r>
            <a:endParaRPr lang="en-US" sz="1300" dirty="0"/>
          </a:p>
        </p:txBody>
      </p:sp>
      <p:sp>
        <p:nvSpPr>
          <p:cNvPr id="66" name="Text 64"/>
          <p:cNvSpPr txBox="1"/>
          <p:nvPr/>
        </p:nvSpPr>
        <p:spPr>
          <a:xfrm>
            <a:off x="941832" y="656539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3: ganti h jadi r, hapus r, hapus e. Jalur optimalnya bisa ditelusuri mundur seperti pada LCS.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Edit Distance klasik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Edit Distance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Jarak Penyuntingan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dua string a dan b. Hitung jumlah operasi minimum untuk mengubah a menjadi b.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yang diizinkan: menyisipkan satu huruf, menghapus satu huruf, atau mengganti satu huruf.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11480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panjang a, b ≤ 5.000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huruf kecil a–z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16_24_1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3323" y="1280160"/>
            <a:ext cx="4344233" cy="372415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· m) = 5.000 × 5.000 = 2,5 × 10^7 — aman untuk waktu, tetapi perhatikan memorinya.</a:t>
            </a:r>
            <a:endParaRPr lang="en-US" sz="1300" dirty="0"/>
          </a:p>
        </p:txBody>
      </p:sp>
      <p:pic>
        <p:nvPicPr>
          <p:cNvPr id="4" name="Image 0" descr="/tmp/ppt/imgs/c16_25_1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4735" y="1755648"/>
            <a:ext cx="5094913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diisi lebih dulu: mengubah string kosong butuh operasi sebanyak panjang string lainnya.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berjalan menaik pada kedua dimensi, sehingga dp[i-1][*] dan dp[i][j-1] selalu sudah siap.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Huruf yang cocok mengambil nilai diagonal tanpa tambahan biaya.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Huruf yang berbeda mengambil minimum dari tiga tetangga, lalu menambah satu operasi.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Memori 5.001 × 5.001 int sekitar 100 MB — bila batasnya ketat, pakai rolling array dua baris.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Membandingkan Tiga Soal Sekeluarga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Kerangkanya identik. Yang berbeda hanya base case dan operator.</a:t>
            </a:r>
            <a:endParaRPr lang="en-US" sz="13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743200"/>
                <a:gridCol w="2743200"/>
                <a:gridCol w="271576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LCS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Edit Distance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LCS Substring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Base case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 dan j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Huruf cocok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dp[i−1][j−1] + 1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dp[i−1][j−1]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dp[i−1][j−1] + 1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Huruf beda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max dua tetangga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 + min tiga tetangga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 (putus)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Jawaban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dp[n][m]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dp[n][m]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nilai terbesar di tabel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Umum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jebakan yang paling sering menjatuhkan solusi yang sebenarnya sudah hampir benar.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Pergeseran indeks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dp[i][j] memakai a[i−1] dan b[j−1], bukan a[i] dan b[j]. Salah di sini membuat jawaban meleset satu huruf.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edit distance dianggap nol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dp[i][0] diisi nol, program akan menganggap menghapus huruf itu gratis.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Common substring dikira sama dengan subsequence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substring, huruf yang tidak cocok membuat nilai kembali nol, dan jawabannya adalah nilai terbesar di seluruh tabel, bukan pojok kanan bawah.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Memori meledak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dan m sampai 5.000, tabel 2D sudah ratusan MB. Kalau hanya butuh nilainya, pakai dua baris bergantian.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Edit Distance, Longest Common Subsequence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Edit Distance, Longest Common Subsequence, Delete Operation for Two Strings, Shortest Common Supersequence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AtCoder DP Contest: soal F (LCS) — termasuk rekonstruksinya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Variasi: biaya tiap operasi berbeda — ubah angka 1 menjadi biaya masing-masing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Variasi: longest common SUBSTRING — ubah cabang "tidak cocok" menjadi nol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Ubah salah satu solusi menjadi rolling array dua baris dan bandingkan memorinya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kerangka untuk banyak soal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dp[i][j] atas dua string, transisi selalu bermula dari “apakah huruf terakhirnya sama”.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Cocok berarti diagonal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 string maju bersamaan. Tidak cocok berarti membuang satu huruf dari salah satu string.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membedakan LCS dan edit distance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LCS mulai dari nol, edit distance mulai dari i dan j.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150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grid: menghitung jalur dan mencari jalur termurah.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2026-09-01T04:38:02Z</dcterms:created>
  <dcterms:modified xsi:type="dcterms:W3CDTF">2026-09-01T04:38:02Z</dcterms:modified>
</cp:coreProperties>
</file>