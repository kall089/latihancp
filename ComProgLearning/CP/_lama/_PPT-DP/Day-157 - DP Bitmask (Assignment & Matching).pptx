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—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&amp; Matching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satu dimensi bitmask sudah cukup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problem: pasangkan n orang dengan n pekerjaan agar total biayanya terkecil. Dengan bitmask, satu dimensi bisa dihilangkan.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dimensi sudah cukup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banyaknya bit yang menyala pada mask sudah memberi tahu berapa orang yang sudah dipasangkan, indeks orang tidak perlu disimpan terpisah.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O(2^n x 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Jauh lebih ringan daripada TSP yang O(2^n x n²). Untuk n = 20 itu sekitar 2 x 10^7 — sangat aman.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untuk matching kecil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Selain penugasan, pola ini dipakai untuk mencocokkan pasangan, menutup papan dengan domino kecil, dan membagi kelompok.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besar ada algoritma 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 mencapai ratusan, gunakan algoritma Hungarian atau min-cost max-flow. Bitmask khusus untuk n kecil.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"pasangkan", "tugaskan", atau "cocokkan satu-satu".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Memasangkan dua himpunan berukuran sama dengan biaya per pasangan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bawah sekitar 20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benda ke dalam kelompok kecil dengan syarat tertentu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papan kecil dengan potongan berbentuk sederhana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mencapai ratusan — pakai Hungarian atau flow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Pasangannya tidak satu-satu, misalnya satu orang boleh banyak pekerjaan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Biayanya bergantung pada urutan pemasangan, bukan hanya pada pasangannya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pemadatan yang layak dihafal: __builtin_popcount(mask) memberi tahu berapa orang yang sudah dipasangkan, sehingga indeks orang tidak perlu disimpan.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(Day 158)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Min-cost flow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(Assignment &amp; Matching)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Memasangkan dua himpunan kecil dengan biaya minimum.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popcount untuk menghilangkan satu dimensi adalah contoh bagus dari prinsip: jangan simpan apa yang bisa disimpulkan.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popcount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Penugasan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Perfect Matching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Subset &amp; Partisi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dengan Flow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popcount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TSP butuh dua dimensi, tetapi assignment cukup satu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Menghemat Satu Dimensi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Pengamatan sederhana yang memotong kompleksitas dari O(2^n · n²) menjadi O(2^n · 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TSP, urutan penting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langkah berikutnya bergantung pada kota tempat kita berdiri sekarang. Karena itu posisi harus disimpan sebagai dimensi kedua.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assignment, urutan tidak penting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Kita menugaskan orang 0, lalu orang 1, lalu orang 2, dan seterusnya secara berurutan. Siapa yang sedang ditugaskan bisa dihitung dari mask itu sendiri.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bit yang menyala pada mask sama dengan banyaknya orang yang sudah mendapat tugas. Jadi orang berikutnya adalah popcount(mask).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Dampaknya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turun dari 2^n × n menjadi 2^n saja. Untuk n = 20, dari 20 juta menjadi 1 juta.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 Menentukan Giliran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untuk n = 4 tugas.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 = 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orang = __builtin_popcount(mask);   // = 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tugas sudah dibagikan, jadi sekarang giliran orang ke-3 memilih. Tidak perlu menyimpan informasi itu sebagai dimensi terpisah.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Menugaskan n orang ke n pekerjaan dengan biaya minimum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dimensi, satu loop bersarang. Jauh lebih sederhana dari TSP.</a:t>
            </a:r>
            <a:endParaRPr lang="en-US" sz="1300" dirty="0"/>
          </a:p>
        </p:txBody>
      </p:sp>
      <p:pic>
        <p:nvPicPr>
          <p:cNvPr id="4" name="Image 0" descr="/tmp/ppt/imgs/c24_10_1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596" y="1755648"/>
            <a:ext cx="458919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hanya berukuran 2^n. Untuk n = 20, sekitar satu juta sel.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Orang yang sedang ditugaskan dihitung dari popcount, bukan disimpan.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i &gt;= n mencegah pengaksesan baris biaya di luar batas ketika semua tugas sudah habis.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menyalakan bit tugas j lalu menambahkan biayanya.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O(2^n · n). Untuk n = 20 itu sekitar 2 × 10^7 — sangat aman.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Penugasan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3, biaya[i][j]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Belum Ada Tugas Dibagi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himpunan kosong, biaya nol.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 = 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popcount(0) = 0   -&gt;  sekarang giliran orang 0 memilih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sini, orang 0 boleh memilih tugas 0, 1, atau 2.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Orang 0 Mengambil Tugas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ke-1 menyala. Sekarang giliran orang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dp[2] = 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 | (1&lt;&lt;1)] = dp[0] + biaya[0][1] = 0 + 2 = 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popcount(2) = 1, jadi giliran berikutnya adalah orang 1. Sisa tugas yang bisa dipilih: 0 dan 2.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Semua Tugas Terbagi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semua bit menyala, jawabannya langsung terbaca.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tugas 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dp[7] = 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dp[(1 &lt;&lt; n) - 1] = dp[7] = 9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Penugasannya: orang 0 ke tugas 1 (2), orang 1 ke tugas 0 (6), orang 2 ke tugas 2 (1). Total 9.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Penting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matching dan membagi kelompok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sama, hanya operator dan syaratnya yang berubah.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perfect matching</a:t>
            </a:r>
            <a:endParaRPr lang="en-US" sz="1350" dirty="0"/>
          </a:p>
        </p:txBody>
      </p:sp>
      <p:pic>
        <p:nvPicPr>
          <p:cNvPr id="5" name="Image 0" descr="/tmp/ppt/imgs/c24_16_1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402164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menjadi kelompok</a:t>
            </a:r>
            <a:endParaRPr lang="en-US" sz="1350" dirty="0"/>
          </a:p>
        </p:txBody>
      </p:sp>
      <p:pic>
        <p:nvPicPr>
          <p:cNvPr id="7" name="Image 1" descr="/tmp/ppt/imgs/c24_16_15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6509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Subset dan Kompleksitas 3^n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yang membingungkan pada awalnya, tetapi penting untuk soal partisi.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(int sub = mask; sub; sub = (sub - 1) &amp; mask). Ini menghasilkan seluruh subset tak kosong dari mask, dari yang terbesar ke terkecil.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berhasil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Mengurangi satu lalu meng-AND dengan mask menghasilkan subset berikutnya dalam urutan menurun, tanpa melewatkan satu pun.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totalnya 3^n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elemen ada tiga kemungkinan: berada di sub, berada di mask tetapi tidak di sub, atau tidak berada di mask sama sekali. Jadi total pasangan (mask, sub) adalah 3^n.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3^n untuk n = 16 sekitar 4,3 × 10^7 — aman. Untuk n = 18 sudah 3,9 × 10^8 — mulai berat.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Pembagian Tugas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Menugaskan n Orang ke n Pekerjaan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n orang dan n pekerjaan. Biaya orang ke-i mengerjakan pekerjaan ke-j adalah c[i][j].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orang harus mendapat tepat satu pekerjaan, dan setiap pekerjaan harus dikerjakan tepat satu orang. Hitung total biaya paling kecil.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c[i][j] ≤ 10^6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24_19_1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4822" y="1280160"/>
            <a:ext cx="398123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O(2^n · n) = 2^20 × 20 ≈ 2 × 10^7 — aman dengan mudah.</a:t>
            </a:r>
            <a:endParaRPr lang="en-US" sz="1300" dirty="0"/>
          </a:p>
        </p:txBody>
      </p:sp>
      <p:pic>
        <p:nvPicPr>
          <p:cNvPr id="4" name="Image 0" descr="/tmp/ppt/imgs/c24_20_1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2209" y="1755648"/>
            <a:ext cx="389996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dp[0] = 0: belum ada tugas dibagikan, biayanya nol.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menaik adalah urutan evaluasinya, sama seperti TSP.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 menggantikan dimensi kedua. Inilah inti penghematan pada soal ini.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menyalakan bit tugas j dan menambahkan biaya orang i mengerjakannya.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 di dp dengan seluruh bit menyala, yaitu dp[(1&lt;&lt;n) - 1].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vs Min Cost Max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 problem punya dua solusi standar. Pilih sesuai batas soal.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2743200"/>
                <a:gridCol w="20756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Bitmask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MCMF / Hungarian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kalah pada n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O(2^n ·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Hungarian jauh lebih baik untuk n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15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60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jauh lebih 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Fleksibilitas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sangat tinggi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terbatas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mudah ditambah syarat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 dipakai padahal urutan penting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biaya bergantung pada elemen sebelumnya, seperti pada TSP, popcount tidak cukup — posisi harus disimpan sebagai dimensi.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penjagaan i &gt;= 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semua bit menyala, popcount sama dengan n dan mengakses biaya[n][j] di luar batas array.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subset melewatkan himpunan kosong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standarnya berhenti sebelum sub = 0. Kalau himpunan kosong perlu diproses, tangani terpisah.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Tipe data pada penghitungan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banyak matching, hasilnya bisa sangat besar. Pakai long long dan terapkan modulo.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O (Matching) dan soal U (Grouping)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Elevator Rides — bitmask dengan dua nilai per state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Minimum Cost to Connect Two Groups of Points, Maximum Students Taking Exam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BANYAK cara penugasan dengan biaya minimum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beberapa orang boleh menganggur — ubah syarat transisinya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iterasi subset: cetak semua subset dari mask = 13 dan periksa jumlahnya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popcount menghemat satu dimensi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Berlaku ketika urutan pemrosesan tidak memengaruhi biaya.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kerangka, banyak soal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Assignment, matching, dan partisi memakai bentuk loop yang 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subset berbiaya 3^n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 sampai n sekitar 16. Pakai hanya bila soal memang meminta partisi.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over Subsets: menghitung agregasi atas seluruh submask secara efisien.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