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pada pohon — dua cara, keduanya O(n)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198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 adalah jalur terpanjang di antara semua pasangan simpul. Ada dua cara menghitungnya, keduanya O(n).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pada pohon selalu tunggal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tidak ada siklus, jalur antara dua simpul hanya satu. Itulah yang membuat "terpanjang" tidak pernah ambigu.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pertama: dua kali BFS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dari simpul mana pun, ambil yang terjauh sebagai u. BFS lagi dari u, dan jarak terjauhnya adalah diameternya. Paling pendek dan mudah diingat.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kedua: DP pada pohon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jumlahkan dua cabang terdalamnya. Satu kali DFS, dan tetap benar pada pohon berbobot negatif.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punya satu titik belok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ini yang membuat cara DP benar: jalur terpanjang yang berbelok di v terdiri dari dua cabang menurun dari v yang tidak tumpang tindih.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hanya berlaku pada pohon tanpa bobot negatif. Di luar itu, pakai cara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terpanjang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pusat pohon untuk meminimalkan jarak terjauh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diameter setiap subtree — cara DP memberikannya gratis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soal yang lebih besar tentang jarak pada pohon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— argumen kebenarannya runtuh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 dan kamu memakai dua kali BFS — pakai cara DP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jarak antar sepasang simpul tertentu — pakai LCA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biasanya diukur dalam banyaknya SISI, bukan simpul. Jalur dengan 7 simpul berdiameter 6. Baca definisi pada soal dengan teliti.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&amp; 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(Day 201)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Pohon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pada pohon, lewat dua kali BFS atau satu kali DP.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"ambil dua cabang terdalam" pada cara DP muncul lagi di banyak soal pohon lain. Ia layak dikuasai terpisah dari soal diameter itu sendiri.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Dua Pendekatan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DP pada Pohon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Dua Cabang Terdalam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Pusat &amp; Radius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 antar sepasang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pohon, jalur antara dua simpul selalu tunggal — sehingga "terpanjang" tidak pernah ambigu.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6490" y="1755648"/>
            <a:ext cx="485597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pertama lebih pendek dan lebih mudah diingat; cara kedua lebih luwes dan tetap benar pada pohon berbobot negatif. Kuasai keduanya.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Dua Kali BFS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baris terakhir adalah seluruh algoritmanya. Sisanya hanya BFS biasa yang mengembalikan simpul terjauh.</a:t>
            </a:r>
            <a:endParaRPr lang="en-US" sz="1300" dirty="0"/>
          </a:p>
        </p:txBody>
      </p:sp>
      <p:pic>
        <p:nvPicPr>
          <p:cNvPr id="4" name="Image 0" descr="/tmp/ppt/imgs/c0_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1071" y="1993392"/>
            <a:ext cx="274681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BFS pertama boleh dimulai dari simpul mana pun. Sifat inilah yang dibuktikan pada halaman berikutnya.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Itu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Buktinya pendek tetapi penting, karena ia sekaligus menjelaskan kapan cara ini TIDAK berlaku.</a:t>
            </a:r>
            <a:endParaRPr lang="en-US" sz="1300" dirty="0"/>
          </a:p>
        </p:txBody>
      </p:sp>
      <p:pic>
        <p:nvPicPr>
          <p:cNvPr id="4" name="Image 0" descr="/tmp/ppt/imgs/c0_9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5376" y="1755648"/>
            <a:ext cx="345820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 di baris terakhir sering dilupakan: pada graf yang bukan pohon, atau pada pohon dengan bobot negatif, dua kali BFS memberi jawaban yang salah.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dengan tujuh simpul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BFS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pertama boleh dimulai dari simpul mana pun. Di sini dimulai dari simpul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27591" y="268191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27591" y="368775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926080" y="2532888"/>
            <a:ext cx="100584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926080" y="4544568"/>
            <a:ext cx="100584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36551" y="268191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48681" y="4672919"/>
            <a:ext cx="1069599" cy="5662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50932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687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dari simpul 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d[2] = d[3] = 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d[4] = d[5] = 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d[6] = d[7] =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terjauh: 6 atau 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ambil u = 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pertama  -&gt;  simpul terjauh u = 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beberapa simpul dengan jarak terjauh yang sama, ambil salah satu saja. Keduanya sama-sama merupakan ujung diameter yang sah.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BFS dari Simpul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kedua dimulai dari u. Jarak terjauh yang ditemukan kali ini adalah diameternya.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327591" y="268191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27591" y="368775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926080" y="2532888"/>
            <a:ext cx="1005840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2926080" y="4544568"/>
            <a:ext cx="1005840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36551" y="2681913"/>
            <a:ext cx="1093858" cy="707791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48681" y="4672919"/>
            <a:ext cx="1069599" cy="56625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22960" y="32644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42702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864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858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50932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5687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dari simpul 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d[7] = 6  &lt;- terjauh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jalur: 6-4-2-1-3-5-7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= 6 sisi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diameter = 6      jalurnya 6 - 4 - 2 - 1 - 3 - 5 - 7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hijau adalah diameternya. Perhatikan bahwa ia melewati simpul 1, tetapi tidak selalu demikian — diameter boleh berada seluruhnya di satu sisi pohon.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 DFS, lebih luwes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simpul, cari dua cabang terdalam lalu jumlahkan. Yang dikembalikan hanya cabang terdalamnya.</a:t>
            </a:r>
            <a:endParaRPr lang="en-US" sz="1300" dirty="0"/>
          </a:p>
        </p:txBody>
      </p:sp>
      <p:pic>
        <p:nvPicPr>
          <p:cNvPr id="4" name="Image 0" descr="/tmp/ppt/imgs/c0_14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600" y="1755648"/>
            <a:ext cx="440718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tinggi[v] berarti jarak terjauh dari v ke daun DI DALAM subtree-nya sendiri, bukan di seluruh pohon.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variabel menyimpan cabang terdalam pertama dan kedua. Tidak perlu menyimpan seluruh daftar anak.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kembalian dfs anak ditambah satu, karena sisi dari v ke anak itu ikut dihitung.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pembaruan dua nilai terbesar: bila lebih besar dari yang pertama, geser yang pertama menjadi kedua. Hafalkan pola tiga baris 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yang MELEWATI v adalah jumlah dua cabang terdalam. Nilai global diperbarui di sini, di setiap simpul.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dikembalikan hanya SATU cabang terdalam, karena orang tua hanya bisa menuruni satu cabang dari v.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 Dua Cabang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"setiap jalur punya satu titik belok" adalah pola yang berulang di banyak soal DP pada pohon.</a:t>
            </a:r>
            <a:endParaRPr lang="en-US" sz="1300" dirty="0"/>
          </a:p>
        </p:txBody>
      </p:sp>
      <p:pic>
        <p:nvPicPr>
          <p:cNvPr id="4" name="Image 0" descr="/tmp/ppt/imgs/c0_15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434" y="1755648"/>
            <a:ext cx="422608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Keunggulan cara DP: ia tetap benar pada bobot negatif, dan bisa diperluas untuk menghitung diameter setiap subtree sekaligus dalam satu kali DFS.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Dua Cara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diameter polos, pilih yang lebih cepat kamu tulis. Pada varian, cara DP hampir selalu menang.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 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Panjang kode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pendek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Pohon berbobot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asal tak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Boleh, termasuk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Mengembalikan jalurnya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menyimpan orang tua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penanganan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tiap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Gratis, sudah terhitung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Berlaku pada graf umum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Tidak, hanya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Tidak, hanya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diameter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ada varian atau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Pusat, radius, dan varian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pohon yang menyebut kata "terjauh" atau "pusat" berangkat dari diameter.</a:t>
            </a:r>
            <a:endParaRPr lang="en-US" sz="1300" dirty="0"/>
          </a:p>
        </p:txBody>
      </p:sp>
      <p:pic>
        <p:nvPicPr>
          <p:cNvPr id="4" name="Image 0" descr="/tmp/ppt/imgs/c0_18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4560" y="1755648"/>
            <a:ext cx="379983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pertama sering keluar: bila diminta memilih satu simpul agar jarak terjauhnya sekecil mungkin, jawabannya adalah pusat pohon, yaitu titik tengah diameternya.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soal diameter.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dua kali BFS pada graf berkulang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kebenarannya hanya berlaku pada pohon. Bila grafnya punya siklus, jawabannya bisa salah tanpa peringatan.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atau DFS mengandalkan asumsi bahwa jarak selalu bertambah. Pada bobot negatif, pakai cara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berbentuk rantai membuat DFS sedalam n. Untuk n = 2 x 10^5, pertimbangkan versi iteratif atau naikkan batas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simpul, bukan 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Diameter biasanya diukur dalam banyaknya SISI. Jalur dengan 7 simpul berdiameter 6. Baca definisi pada soal dengan teliti.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Terpanjang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Tentukan panjang jalur terpanjang di antara semua pasangan simpul, diukur dalam banyaknya sisi.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terhubung dengan n - 1 sisi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21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585" y="1280160"/>
            <a:ext cx="25777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pemanggilan BFS, dan seluruh jawabannya ada di baris terakhir.</a:t>
            </a:r>
            <a:endParaRPr lang="en-US" sz="1300" dirty="0"/>
          </a:p>
        </p:txBody>
      </p:sp>
      <p:pic>
        <p:nvPicPr>
          <p:cNvPr id="4" name="Image 0" descr="/tmp/ppt/imgs/c0_22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770" y="1755648"/>
            <a:ext cx="200741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karena BFS dijalankan tepat dua kali. Versi BFS dipilih daripada DFS karena aman dari stack overflow pada pohon berbentuk rantai.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diameter langsung; tiga berikutnya memakai variannya.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Diameter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polos, dua kali 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Distances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terjauh dari SETIAP simpul — 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Tree Distances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jarak dari setiap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1092F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pohon dengan 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379F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yang diperbarui setelah penambahan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terjauh selalu ujung diameter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mana pun, yang terjauh pasti salah satu ujung diameter. Sifat inilah yang membuat dua kali BFS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punya satu titik belok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cara DP, jalur terpanjang yang melewati v adalah jumlah dua cabang terdalam dari v. Pola ini berulang di banyak soal DP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Kembalikan satu cabang, catat dua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DFS mengembalikan cabang terdalam saja, tetapi memperbarui jawaban global dengan jumlah dua cabang terdalam.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Argumennya runtuh di luar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BFS hanya benar pada pohon tanpa bobot negatif. Bila salah satu syarat tidak terpenuhi, pakai cara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2026-09-01T05:23:04Z</dcterms:created>
  <dcterms:modified xsi:type="dcterms:W3CDTF">2026-09-01T05:23:04Z</dcterms:modified>
</cp:coreProperties>
</file>