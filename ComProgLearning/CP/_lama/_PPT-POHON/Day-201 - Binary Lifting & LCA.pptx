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 &amp; LCA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 yang membuka hampir semua soal jalur pada pohon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· Day 201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adalah leluhur bersama terdalam dari dua simpul pada pohon. Dari satu fungsi ini, hampir semua pertanyaan tentang jalur pada pohon terjawab.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sepasang simpul u dan v, cari simpul terdalam yang merupakan leluhur keduanya. Cara naif menaikkan keduanya selangkah demi selangkah dan memakan O(n) per pertanyaan.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lifting: melompat dengan pangkat dua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leluhur berjarak 1, 2, 4, 8, dan seterusnya. Karena setiap bilangan bisa ditulis sebagai jumlah pangkat dua, naik sejauh apa pun cukup log n lompatan.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jarak yang membuatnya berharga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jarak(u, v) = dep[u] + dep[v] - 2 x dep[LCA]. Satu fungsi LCA langsung menjawab seluruh pertanyaan jarak pada pohon.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Persiapan O(n log n), query O(log n)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DFS membangun tabel leluhur. Setelah itu setiap pertanyaan dijawab dalam sekitar 2 log n langkah.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soal berbicara tentang jalur antara dua simpul pada pohon, mulai dari sini.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banyak pertanyaan tentang jarak atau jalur antar sepasang simpul pada pohon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mencari leluhur ke-k dari sebuah simpul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memeriksa apakah satu simpul adalah leluhur simpul lain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menjumlahkan bobot sepanjang jalur, digabung dengan prefix dari akar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punya siklus; LCA hanya terdefinisi pada pohon berakar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atau dua pertanyaan; menelusuri langsung lebih sederhana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Pohonnya berubah-ubah selama proses; tabel binary lifting bersifat statis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Jadikan akar sebagai orang tua dirinya sendiri saat membangun tabel. Dengan begitu, naik melebihi akar tetap aman dan tidak keluar dari array.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(Day 60)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pohon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 Decomposition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jalur dengan BIT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LCA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Melompat dengan pangkat dua untuk menjawab pertanyaan jalur pada pohon.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 memakai ide yang sama persis dengan modpow: memecah sebuah bilangan menjadi jumlah pangkat dua. Mengenali kemiripan ini membuat keduanya lebih mudah diingat.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LCA &amp; Kenapa Penting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Binary Lifting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Tabel Leluhur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K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LCA Dua Langkah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pada Pohon Contoh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dari Satu Fungsi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LCA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Leluhur bersama terdalam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Dicari dan Kenapa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jarang menjadi soal itu sendiri. Ia hampir selalu menjadi alat untuk menjawab pertanyaan tentang jalur.</a:t>
            </a:r>
            <a:endParaRPr lang="en-US" sz="1300" dirty="0"/>
          </a:p>
        </p:txBody>
      </p:sp>
      <p:pic>
        <p:nvPicPr>
          <p:cNvPr id="4" name="Image 0" descr="/tmp/ppt/imgs/c2_7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3345" y="1993392"/>
            <a:ext cx="3962262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jarak di baris 9 adalah alasan utama LCA dipelajari. Dari satu fungsi, seluruh pertanyaan jarak pada pohon terjawab dalam O(log n).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LCA-nya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8 dan 9 berada di cabang berbeda. Leluhur bersama mereka yang paling dalam adalah simpul 2.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261357" y="241114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907277" y="241114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94109" y="3480920"/>
            <a:ext cx="520741" cy="572815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08509" y="3480920"/>
            <a:ext cx="520741" cy="572815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65850" y="3490874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488810" y="3490874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097280" y="4562856"/>
            <a:ext cx="0" cy="420624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2926080" y="4562856"/>
            <a:ext cx="0" cy="420624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64992" y="196596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499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19072" y="297180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19072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602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10912" y="29718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10912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3347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334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8795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8795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3387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338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" y="498348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" y="4983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5614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33472" y="498348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33472" y="4983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286000" y="5614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dep[8] = 3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dep[9] = 3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dep[2] = 1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jarak(8, 9)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 + 3 - 2 x 1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67512" y="57332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LCA(8, 9) = 2      jarak = dep[8] + dep[9] - 2 x dep[2] = 4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6172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jalur 8 - 4 - 2 - 5 - 9 memang berpanjang 4 sisi. Rumusnya benar karena bagian dari akar sampai LCA dilewati dua kali dan harus dikurangi dua kali.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Binary Lifting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Melompat dengan pangkat dua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Leluhur Berjarak Pangkat 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menyimpan semua leluhur, simpan hanya yang berjarak 1, 2, 4, 8, 16, dan seterusnya.</a:t>
            </a:r>
            <a:endParaRPr lang="en-US" sz="1300" dirty="0"/>
          </a:p>
        </p:txBody>
      </p:sp>
      <p:pic>
        <p:nvPicPr>
          <p:cNvPr id="4" name="Image 0" descr="/tmp/ppt/imgs/c2_10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2730" y="1755648"/>
            <a:ext cx="4123492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bilangan bulat bisa ditulis sebagai jumlah pangkat dua. Karena itu naik sejauh apa pun bisa dipecah menjadi paling banyak log n lompatan.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Memecah 13 Langkah Menjadi Lompatan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naik 13 langkah, cukup lakukan tiga lompatan yang panjangnya pangkat dua.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 8 + 4 + 1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naik(v, 13)  =  up[ up[ up[v][0] ][2] ][3]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lompatan menggantikan tiga belas langkah. Untuk n = 200.000, lompatan terbanyak hanya 18 — itulah nilai LOG yang dipakai.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Tabel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DFS mengisi seluruh tabel. Perhatikan bahwa tabel simpul v selesai sebelum anak-anaknya diproses.</a:t>
            </a:r>
            <a:endParaRPr lang="en-US" sz="1300" dirty="0"/>
          </a:p>
        </p:txBody>
      </p:sp>
      <p:pic>
        <p:nvPicPr>
          <p:cNvPr id="4" name="Image 0" descr="/tmp/ppt/imgs/c2_12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494" y="1755648"/>
            <a:ext cx="435139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 dipilih sehingga 2 pangkat LOG melebihi n. Untuk n sampai 200.000, nilai 18 sudah cukup karena 2^18 = 262.144.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Orang tua langsung disimpan lebih dulu. Seluruh kolom lain dibangun darinya.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baris intinya: naik 2^j langkah sama dengan naik 2^(j-1) langkah dua kali. Baris ini yang membuat tabelnya terbangun dalam O(n log n).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simpul v harus selesai SEBELUM anak-anaknya di-DFS, karena anak membutuhkan tabel orang tuanya.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dicatat bersamaan. Nilai ini dipakai baik untuk menyamakan tinggi maupun untuk menghitung jarak.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dijadikan orang tua dirinya sendiri. Dengan begitu, naik melebihi akar tetap aman dan tidak keluar dari array.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K Langkah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setiap bit pada k. Bila bit ke-j menyala, lakukan lompatan sepanjang 2^j.</a:t>
            </a:r>
            <a:endParaRPr lang="en-US" sz="1300" dirty="0"/>
          </a:p>
        </p:txBody>
      </p:sp>
      <p:pic>
        <p:nvPicPr>
          <p:cNvPr id="4" name="Image 0" descr="/tmp/ppt/imgs/c2_13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0129" y="1755648"/>
            <a:ext cx="4348695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ini sendiri sudah menjawab soal "siapa leluhur ke-k dari simpul v", yang cukup sering muncul sebagai soal terpisah.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LCA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langkah yang harus dipahami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pertama menyamakan kedalaman; langkah kedua menaikkan keduanya bersamaan sampai tepat di bawah LCA.</a:t>
            </a:r>
            <a:endParaRPr lang="en-US" sz="1300" dirty="0"/>
          </a:p>
        </p:txBody>
      </p:sp>
      <p:pic>
        <p:nvPicPr>
          <p:cNvPr id="4" name="Image 0" descr="/tmp/ppt/imgs/c2_15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927" y="1993392"/>
            <a:ext cx="4810529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Pastikan u yang lebih dalam. Pertukaran ini menyederhanakan langkah berikutnya.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8224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82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627376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Naikkan u sampai sedalam v. Setelah baris ini, keduanya berada pada kedalaman yang sama.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32536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325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270504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khusus: bila setelah disamakan keduanya bertemu, berarti v memang leluhur u. Tanpa pemeriksaan ini, langkah kedua akan memberi jawaban salah.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968496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913632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berjalan dari j BESAR ke j KECIL. Urutan ini penting — dari kecil ke besar tidak bisa menyusun setiap jarak.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611624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611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556760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hanya bila leluhurnya MASIH BERBEDA. Bila sudah sama, lompatan itu kelewatan dan harus dilewati.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54752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5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9988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loop, u dan v tepat satu langkah di bawah LCA. Karena itu jawabannya adalah orang tua langsung keduanya.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"Naik Selama Masih Beda"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paling sering membingungkan. Bacalah sebagai pencarian batas antara dua daerah.</a:t>
            </a:r>
            <a:endParaRPr lang="en-US" sz="1300" dirty="0"/>
          </a:p>
        </p:txBody>
      </p:sp>
      <p:pic>
        <p:nvPicPr>
          <p:cNvPr id="4" name="Image 0" descr="/tmp/ppt/imgs/c2_16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8597" y="1755648"/>
            <a:ext cx="4711759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pola yang sama dengan binary search: kita mencari titik peralihan antara "belum bertemu" dan "sudah bertemu", lalu berhenti tepat sebelum peralihan itu.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LCA(8, 7) pada pohon contoh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Menyamakan Kedalaman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8 berada di kedalaman 3, simpul 7 di kedalaman 2. Naikkan 8 sebanyak satu langkah.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261357" y="241114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907277" y="241114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94109" y="3480920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08509" y="3480920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65850" y="3490874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488810" y="3490874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097280" y="4562856"/>
            <a:ext cx="0" cy="420624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2926080" y="4562856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64992" y="196596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499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19072" y="29718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19072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10912" y="29718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10912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39776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085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 baru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3347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334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8795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8795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33872" y="397764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338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46085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v, dep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" y="498348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4983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614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u, dep 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33472" y="498348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33472" y="4983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 kedalaman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dep[8] - dep[7] = 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naik(8, 1) = 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sekarang u = 4, v = 7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keduanya di kedalaman 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7332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41832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naik(8, 3 - 2) = 4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41832" y="6172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langkah ini, keduanya berada pada kedalaman yang sama sehingga bisa dinaikkan bersamaan.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Naik Bersamaan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simpul 4 dan 7, coba lompatan terbesar dulu. Lompatan 2 langkah membuat keduanya bertemu di akar, jadi dilewati; lompatan 1 langkah masih beda, jadi diambil.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261357" y="2648892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907277" y="2648892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94109" y="3718664"/>
            <a:ext cx="520741" cy="572815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08509" y="3718664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65850" y="3728618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488810" y="3728618"/>
            <a:ext cx="452379" cy="552908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097280" y="4800600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2926080" y="4800600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64992" y="220370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4992" y="22037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19072" y="3209544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19072" y="32095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 baru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10912" y="3209544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10912" y="32095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 baru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" y="4215384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46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3347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334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8795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8795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33872" y="4215384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338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4846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" y="522122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5221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633472" y="522122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33472" y="5221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49440" y="2587752"/>
            <a:ext cx="4572000" cy="332841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78040" y="27706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1  (lompat 2)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0998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up[4][1] = 1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3429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up[7][1] = 1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37581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sama  -&gt;  LEWATI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4087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178040" y="44165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0  (lompat 1)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178040" y="47457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up[4][0] = 2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5074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up[7][0] = 3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178040" y="54041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beda  -&gt;  AMBIL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2      v = 3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Lompatan yang membuat keduanya bertemu selalu dilewati, karena artinya lompatan itu sudah melewati LCA.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Jawabannya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loop selesai, u dan v tepat satu langkah di bawah LCA. Jawabannya adalah orang tua langsung keduanya.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261357" y="2648892"/>
            <a:ext cx="1146566" cy="700679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907277" y="2648892"/>
            <a:ext cx="1146566" cy="700679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94109" y="3718664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08509" y="3718664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65850" y="3728618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488810" y="3728618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097280" y="4800600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2926080" y="4800600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64992" y="2203704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4992" y="22037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834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19072" y="3209544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19072" y="32095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10912" y="3209544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10912" y="32095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3347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334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8795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8795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3387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338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" y="522122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" y="5221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33472" y="522122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33472" y="5221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akhir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2, v = 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up[2][0] = up[3][0] = 1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LCA(8, 7) = 1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jarak = 3 + 2 - 2 x 0 = 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LCA(8, 7) = up[2][0] = 1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proses hanya memakai sekitar 2 log n langkah. Untuk n = 200.000 itu sekitar 36 operasi per query — sangat cepat.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&amp; 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fungsi, banyak jawaban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Langsung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memakai fungsi lca dan naik yang sama persis. Tidak ada kode tambahan yang berarti.</a:t>
            </a:r>
            <a:endParaRPr lang="en-US" sz="1300" dirty="0"/>
          </a:p>
        </p:txBody>
      </p:sp>
      <p:pic>
        <p:nvPicPr>
          <p:cNvPr id="4" name="Image 0" descr="/tmp/ppt/imgs/c2_22_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2504" y="1755648"/>
            <a:ext cx="3543943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keempat sangat sering keluar: siapkan prefix jumlah bobot dari akar ke setiap simpul, lalu jumlah pada jalur mana pun terjawab dalam O(log n).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Cara Menghitung LCA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 adalah pilihan utama karena mudah diingat dan sekaligus memberi fungsi naik k langkah.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377440"/>
                <a:gridCol w="3172968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Persiapan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 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Naik satu-satu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Terlalu lambat, hanya untuk pembanding.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lifting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Pilihan utama. Sekaligus memberi kth ancestor.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Euler tour + sparse table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tercepat, tetapi tidak memberi kth ancestor.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Tarjan offline (DSU)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+ q)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Tercepat secara total, tetapi seluruh query harus diketahui di awal.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HLD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Dipakai bila kamu memang sudah butuh HLD untuk hal lain.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pada Pohon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dengan n simpul berakar di simpul 1, lalu q pertanyaan. Setiap pertanyaan berisi sepasang simpul u dan v; keluarkan banyaknya sisi pada jalur terpendek dari u ke v.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terhubung dengan n - 1 sisi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2_24_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1161" y="1280160"/>
            <a:ext cx="252855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akar dijadikan orang tua dirinya sendiri — itulah yang membuat naik melebihi akar tetap aman.</a:t>
            </a:r>
            <a:endParaRPr lang="en-US" sz="1300" dirty="0"/>
          </a:p>
        </p:txBody>
      </p:sp>
      <p:pic>
        <p:nvPicPr>
          <p:cNvPr id="4" name="Image 0" descr="/tmp/ppt/imgs/c2_25_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8422" y="1993392"/>
            <a:ext cx="1732107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 untuk persiapan dan O(log n) per query. Untuk n = 200.000, DFS rekursif pada pohon berbentuk rantai bisa menyebabkan stack overflow — bila ragu, ubah menjadi DFS iteratif.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pertama memakai LCA langsung; dua berikutnya menggabungkannya dengan teknik lain.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Company Queries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Leluhur ke-k dengan binary lifting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Company Queries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LCA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Distance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antar simpul lewat LCA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Counting Paths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LCA ditambah difference array pada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191C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berapa kali tiap sisi dilewati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 = memecah langkah menjadi pangkat dua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yang sama persis dengan modpow. Setiap bilangan bisa ditulis sebagai jumlah pangkat dua, sehingga naik sejauh apa pun cukup log n lompatan.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dilakukan dalam dua langkah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Samakan kedalaman lebih dulu, baru naikkan keduanya bersamaan. Jangan lupa pemeriksaan khusus bila salah satu ternyata leluhur yang lain.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hanya bila leluhurnya masih beda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Lompatan yang membuat keduanya bertemu berarti sudah melewati LCA, jadi harus dilewati. Loop wajib dari j besar ke j 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 membuka banyak soal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Jarak, pemeriksaan leluhur, simpul ke-k pada jalur, dan jumlah bobot jalur — semuanya turunan langsung dari LCA.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2026-09-01T04:51:29Z</dcterms:created>
  <dcterms:modified xsi:type="dcterms:W3CDTF">2026-09-01T04:51:29Z</dcterms:modified>
</cp:coreProperties>
</file>