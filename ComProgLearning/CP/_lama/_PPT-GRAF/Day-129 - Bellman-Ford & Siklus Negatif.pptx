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Negatif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terpendek saat Dijkstra tidak lagi bisa dipercaya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129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mencari jarak terpendek meskipun ada sisi bernilai negatif, sekaligus mendeteksi apakah ada siklus yang membuat jaraknya tidak pernah stabil.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relaksasi berulang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 perbaiki semua sisi, ulangi n-1 kali. Tidak ada priority queue, tidak ada urutan khusus, tidak ada asumsi cerdas — dan justru karena itu ia tetap benar pada bobot negatif.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ke-k = jalur paling panjang k 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putaran ke-k, jarak yang benar adalah jarak yang jalurnya memakai paling banyak k sisi. Sifat ini gratis dan sering langsung menjawab soal.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ke-n adalah alat deteksi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masih ada perbaikan setelah n-1 putaran, jaraknya tidak akan pernah stabil. Itulah tanda adanya siklus negatif.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Harganya: O(V x E)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Jauh lebih lambat daripada Dijkstra. Karena itu ia hanya dipakai bila memang ada bobot negatif atau siklus negatif yang perlu dicari.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di soal: keuntungan, bonus, diskon, arbitrase, atau skor yang bisa dibuat tak terbatas.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sisi berbobot negatif pada graf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menanyakan apakah ada siklus yang menguntungkan tanpa batas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jarak terpendek dengan batasan jumlah sisi atau perhentian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 x E masih di bawah sekitar 10^7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bobot tak negatif — Dijkstra jauh lebih cepat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 x E terlalu besar; graf besar tidak akan lolos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Ditanya semua pasangan dan n kecil — Floyd-Warshall lebih pendek dan sekaligus mendeteksi siklus negatif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mendeteksi siklus negatif di SELURUH graf, isi dist dengan nol untuk semua simpul. Efeknya seperti ada sumber maya yang terhubung ke semua simpul.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(Day 127)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Representasi graf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 (Day 131)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SPFA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Arbitrase &amp; aplikasi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Negatif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terpendek pada bobot negatif, sekaligus pendeteksi siklus merugi.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"putaran ke-k = paling banyak k sisi" adalah bentuk DP yang sangat jelas. Bellman-Ford sering dipakai sebagai contoh DP pada graf.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Dijkstra Gagal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Relaksasi Berulang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Cukup n-1 Putaran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Siklus Negatif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Mengeluarkan Siklusnya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SPFA &amp; Peringatannya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Dijkstra Gagal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contoh tandingan sudah cukup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Tandingan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Dijkstra memfinalkan simpul 2 dengan jarak 5, padahal ada jalur bernilai -8.</a:t>
            </a:r>
            <a:endParaRPr lang="en-US" sz="1300" dirty="0"/>
          </a:p>
        </p:txBody>
      </p:sp>
      <p:pic>
        <p:nvPicPr>
          <p:cNvPr id="4" name="Image 0" descr="/tmp/ppt/imgs/c4_7_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2448" y="1755648"/>
            <a:ext cx="4304056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kebenaran Dijkstra bertumpu pada satu asumsi: menambah sisi tidak pernah memperkecil jarak. Sisi negatif melanggar asumsi itu secara langsung.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Bellman-Ford Dipakai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situasi yang menandakan soal ini, bukan Dijkstra.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bobot negatif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di soal: keuntungan, diskon, bonus, atau nilai yang boleh minus. Bila satu sisi saja negatif, Dijkstra tidak bisa dipakai.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Ditanya apakah ada siklus negatif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seperti "apakah pemain bisa mendapat skor tak terbatas?" atau "apakah ada arbitrase mata uang?" adalah deteksi siklus negatif.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kecil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O(V x E). Untuk n = 2500 dan m = 5000 itu sekitar 1,25 x 10^7 — aman. Untuk n = 10^5 sudah jelas tidak mungkin.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jarak dengan batas jumlah sisi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putaran ke-k memberi jarak terbaik memakai paling banyak k sisi, soal "jarak terpendek dengan paling banyak k perhentian" langsung selesai dengan menghentikan loop di k.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Relaksasi Berulang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Ulangi sampai tidak ada lagi yang membaik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Inti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tidak mencoba pintar. Ia hanya mengulang hal yang sama sampai tidak ada perbaikan.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Relaksasi semua sisi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sisi (a, b, w), coba perbaiki dist[b] lewat dist[a]. Tidak ada urutan khusus, tidak ada priority queue.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dist[a] + w &lt; dist[b]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Ulangi n - 1 kali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putaran menjamin satu sisi tambahan pada jalur terpendek sudah benar. Karena jalur terpendek paling panjang n-1 sisi, sebanyak itulah putarannya.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putaran = 1..n-1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putaran ekstra untuk memeriksa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pada putaran ke-n masih ada yang membaik, jaraknya tidak pernah stabil — artinya ada siklus negatif.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masih membaik -&gt; siklus negatif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Intinya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Sederhana sampai terasa terlalu mudah. Perhatikan pemeriksaan dist[a] &lt; INF sebelum penjumlahan.</a:t>
            </a:r>
            <a:endParaRPr lang="en-US" sz="1300" dirty="0"/>
          </a:p>
        </p:txBody>
      </p:sp>
      <p:pic>
        <p:nvPicPr>
          <p:cNvPr id="4" name="Image 0" descr="/tmp/ppt/imgs/c4_11_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6036" y="1755648"/>
            <a:ext cx="461688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break saat tidak ada perubahan sangat berguna: pada graf biasa, Bellman-Ford sering stabil setelah beberapa putaran saja, jauh sebelum n-1.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Cukup n - 1 Putaran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ini pendek tetapi penting. Ia juga menjelaskan kenapa putaran ke-n menjadi alat deteksi.</a:t>
            </a:r>
            <a:endParaRPr lang="en-US" sz="1300" dirty="0"/>
          </a:p>
        </p:txBody>
      </p:sp>
      <p:pic>
        <p:nvPicPr>
          <p:cNvPr id="4" name="Image 0" descr="/tmp/ppt/imgs/c4_12_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7781" y="1755648"/>
            <a:ext cx="4133391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"putaran ke-k = jalur dengan paling banyak k sisi" bukan sekadar bukti. Ia langsung menjawab soal yang membatasi jumlah perhentian — cukup hentikan loop di putaran ke-k.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Bellman-Ford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simpul dengan sisi negatif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sisi 2 ke 3 yang bernilai -2, dan lingkaran 2 - 3 - 4 - 2 yang totalnya negatif.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37360" y="3172968"/>
            <a:ext cx="146304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231136" y="30266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94560" y="3035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flipV="1">
            <a:off x="3728616" y="2453875"/>
            <a:ext cx="1503888" cy="615227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42816" y="26151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2624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0" y="2624328"/>
            <a:ext cx="914" cy="118872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48656" y="30723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H="1" flipV="1">
            <a:off x="3724452" y="3286482"/>
            <a:ext cx="1512217" cy="687371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42816" y="34838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730538" y="3233763"/>
            <a:ext cx="3488363" cy="79281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36976" y="34838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188720" y="28986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8872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8986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0040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1208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0" y="38130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berarah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2  bobot  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2 -&gt; 3  bobot -2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3 -&gt; 4  bobot  1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4 -&gt; 2  bobot -1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4  bobot  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943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3858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lingkaran 2 -&gt; 3 -&gt; 4 -&gt; 2 bernilai -2 + 1 + (-1) = -2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57332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totalnya negatif, berputar sekali lagi selalu membuat jaraknya lebih kecil. Jarak terpendek ke simpul 2, 3, dan 4 tidak terdefinisi.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1 — Jalur Sepanjang Satu Sisi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satu putaran, jarak yang benar adalah jarak yang jalurnya hanya memakai satu sisi.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0972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00984" y="2395728"/>
            <a:ext cx="10972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00984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00984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71416" y="2395728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1416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41848" y="2395728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41848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41848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79192" y="2286000"/>
            <a:ext cx="117043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dist[2] = dist[1] + 1 = 1      dist[4] = dist[1] + 5 = 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dist[3] masih INF pada putaran ini bila sisi diproses dalam urutan yang kurang beruntung. Urutan pemrosesan sisi memang memengaruhi kecepatan, tetapi tidak memengaruhi kebenaran akhir.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1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2 — Jalur Sepanjang Dua Sisi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negatif mulai bekerja. Simpul 3 terjangkau, dan simpul 4 membaik lewat jalur 1-2-3-4.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00984" y="2395728"/>
            <a:ext cx="10972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00984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00984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71416" y="2395728"/>
            <a:ext cx="10972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1416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41848" y="2395728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41848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41848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9624" y="2286000"/>
            <a:ext cx="117043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dist[3] = dist[2] + (-2) = 1 - 2 = -1      dist[4] = -1 + 1 = 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dist[4] turun dari 5 menjadi 0. Inilah yang tidak bisa dilakukan Dijkstra — memperbaiki simpul yang sudah pernah "selesai".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2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3 dan Seterusnya — Tidak Pernah Berhenti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putaran, ketiga simpul pada lingkaran turun sebesar 2. Nilainya tidak akan pernah stabil.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00984" y="2395728"/>
            <a:ext cx="10972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00984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00984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71416" y="2395728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1416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41848" y="2395728"/>
            <a:ext cx="10972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41848" y="2395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41848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H="1">
            <a:off x="3849624" y="2286000"/>
            <a:ext cx="234086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dist[2] = dist[4] + (-1) = 0 - 1 = -1      lalu terus turun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masih ada perbaikan pada putaran ke-n, algoritma menyimpulkan adanya siklus negatif. Simpul terakhir yang membaik dipakai sebagai titik masuk untuk menelusuri lingkarannya.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3+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Negatif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dan mengeluarkannya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Siklus Negatif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putaran tambahan setelah n-1 putaran. Bila masih ada perbaikan, jawabannya sudah pasti.</a:t>
            </a:r>
            <a:endParaRPr lang="en-US" sz="1300" dirty="0"/>
          </a:p>
        </p:txBody>
      </p:sp>
      <p:pic>
        <p:nvPicPr>
          <p:cNvPr id="4" name="Image 0" descr="/tmp/ppt/imgs/c4_19_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729" y="1755648"/>
            <a:ext cx="503492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tepat satu putaran tambahan. Bila tidak ada satu pun sisi yang bisa direlaksasi, jaraknya sudah stabil dan tidak ada siklus negatif.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simpul terakhir yang berhasil diperbaiki. Simpul ini pasti terjangkau dari sebuah siklus negatif, meski belum tentu berada di dalamnya.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korban tetap -1, berarti aman. Perhatikan kata "terjangkau dari sumber" pada komentarnya.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penting: bila soal meminta deteksi siklus negatif di SELURUH graf, isi dist dengan nol untuk semua simpul. Efeknya seolah ada sumber maya yang terhubung ke semua simpul dengan bobot nol.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lupa pemeriksaan dist[a] &lt; INF. Tanpa itu, sisi dari simpul tak terjangkau bisa memicu deteksi palsu.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Mengeluarkan Siklusnya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meminta urutan simpul pada siklusnya, bukan sekadar ya atau tidak. Trik mundur n kali menjamin kita sudah masuk ke dalam lingkaran.</a:t>
            </a:r>
            <a:endParaRPr lang="en-US" sz="1300" dirty="0"/>
          </a:p>
        </p:txBody>
      </p:sp>
      <p:pic>
        <p:nvPicPr>
          <p:cNvPr id="4" name="Image 0" descr="/tmp/ppt/imgs/c4_20_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3079" y="1993392"/>
            <a:ext cx="3262794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mundur n kali? Karena korban mungkin berada di luar siklus, tetapi terhubung ke sana lewat paling banyak n langkah. Setelah n langkah mundur, kita dijamin berada di dalam lingkaran.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SPFA — Versi Berantrian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populer: hanya relaksasi dari simpul yang jaraknya baru saja berubah. Rata-rata jauh lebih cepat, tetapi ada peringatannya.</a:t>
            </a:r>
            <a:endParaRPr lang="en-US" sz="1300" dirty="0"/>
          </a:p>
        </p:txBody>
      </p:sp>
      <p:pic>
        <p:nvPicPr>
          <p:cNvPr id="4" name="Image 0" descr="/tmp/ppt/imgs/c4_21_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3408" y="1993392"/>
            <a:ext cx="3202136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SPFA sering dijebak dengan tes khusus pada kontes Codeforces. Aturan praktisnya: bobot tak negatif pakai Dijkstra, bobot negatif pakai Bellman-Ford biasa, dan pakai SPFA hanya bila batasnya longgar.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Algoritma Sekali Lagi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lengkap ketiga algoritma jarak terpendek yang sudah dipelajari.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560320"/>
                <a:gridCol w="2560320"/>
                <a:gridCol w="30815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Bellman-Ford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Floyd-Warshall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O((V+E) log V)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x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O(V³)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Bobot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boleh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Siklus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terdeteksi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Terdeteksi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Terdeteksi lewat diagonal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Sumber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pasangan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 sampai 2 x 10^5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 x E sampai 10^7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 sampai 500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jumlah sisi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node splitting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Gratis: hentikan di putaran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langsung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Lingkaran Merugi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berarah berbobot yang boleh bernilai negatif. Tentukan apakah ada siklus dengan total bobot negatif. Bila ada, keluarkan urutan simpul pada siklus tersebut.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2500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m &lt;= 5000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-10^9 &lt;= bobot &lt;= 10^9</a:t>
            </a:r>
            <a:endParaRPr lang="en-US" sz="1200" dirty="0"/>
          </a:p>
        </p:txBody>
      </p:sp>
      <p:pic>
        <p:nvPicPr>
          <p:cNvPr id="9" name="Image 0" descr="/tmp/ppt/imgs/c4_24_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4425" y="1280160"/>
            <a:ext cx="288202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keputusan penting: dist diisi nol untuk semua simpul, dan par dicatat saat relaksasi agar siklusnya bisa ditelusuri.</a:t>
            </a:r>
            <a:endParaRPr lang="en-US" sz="1300" dirty="0"/>
          </a:p>
        </p:txBody>
      </p:sp>
      <p:pic>
        <p:nvPicPr>
          <p:cNvPr id="4" name="Image 0" descr="/tmp/ppt/imgs/c4_25_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4181" y="1993392"/>
            <a:ext cx="1920590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Mengisi dist dengan nol setara dengan menambahkan sumber maya yang terhubung ke semua simpul. Tanpa trik ini, siklus negatif yang tidak terjangkau dari simpul 1 akan terlewat.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Bellman-Ford langsung; tiga berikutnya memakai sifat "paling banyak k sisi".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Cycle Finding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Deteksi dan pengeluaran siklus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High Score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Bellman-Ford dengan penandaan simpul terpengaruh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787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terpendek dengan paling banyak k perhentian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1473E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Kombinasi Dijkstra dan node splitting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Arbitrase mata uang (klasik)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Ubah perkalian kurs menjadi penjumlahan dengan logaritma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tidak mencoba pintar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hanya merelaksasi semua sisi berulang kali. Justru karena tidak ada asumsi cerdas, ia tetap benar pada bobot negatif.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ke-k = jalur paling panjang k 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ini gratis dan langsung menjawab soal yang membatasi jumlah perhentian. Cukup hentikan loop lebih awal.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ke-n adalah alat deteksi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masih ada perbaikan setelah n-1 putaran, jaraknya tidak akan pernah stabil — artinya ada siklus negatif.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Sumber maya untuk deteksi menyeluruh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Mengisi dist dengan nol untuk semua simpul membuat siklus negatif di bagian graf mana pun ikut terdeteksi.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2026-09-01T04:38:01Z</dcterms:created>
  <dcterms:modified xsi:type="dcterms:W3CDTF">2026-09-01T04:38:01Z</dcterms:modified>
</cp:coreProperties>
</file>