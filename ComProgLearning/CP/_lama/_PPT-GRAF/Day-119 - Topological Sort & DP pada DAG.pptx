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Topological Sort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&amp; DP pada DAG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Jembatan terakhir sebelum masuk ke Dynamic Programming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 DP · Day 119–120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119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Topological sort mengurutkan simpul pada graf berarah sehingga setiap sisi selalu menunjuk ke depan. Urutan itulah yang membuat DP pada graf menjadi mungkin.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ada pada DAG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topologis hanya ada bila graf berarah dan tidak punya siklus. Bila hasil toposort kurang dari n simpul, berarti ada siklus.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cara menghitungnya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Kahn memakai antrian dan derajat masuk; DFS memakai urutan selesai yang dibalik. Keduanya O(V + E) dan sama-sama benar.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Gunanya: memberi urutan pengisian DP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menuntut sub-masalah dihitung lebih dulu. Pada DAG, urutan topologis adalah jawaban langsung untuk pertanyaan "mana yang harus dihitung duluan".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Boleh ada bobot negatif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Berbeda dengan Dijkstra, DP pada DAG tetap benar pada sisi negatif — karena urutannya sudah ditentukan lebih dulu, bukan ditebak secara greedy.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Kenali dari kata "prasyarat", "harus dikerjakan sebelum", atau adanya ketergantungan berarah.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ketergantungan berarah: prasyarat kuliah, urutan kompilasi, urutan pekerjaan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memeriksa apakah ketergantungannya melingkar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graf berarah tanpa siklus: jalur terpanjang, banyaknya jalur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Jarak terpendek pada DAG, termasuk yang berbobot negatif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Grafnya tak berarah — urutan topologis tidak terdefinisi di situ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Grafnya punya siklus dan soal tetap meminta urutan — jawabannya memang tidak ada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Ditanya jarak terpendek pada graf berarah dengan siklus — pakai Dijkstra atau Bellman-Ford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Toposort sekaligus alat deteksi siklus: bila jumlah simpul yang keluar dari antrian kurang dari n, grafnya punya siklus.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Graf, DFS &amp; BFS (Day 113)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Prinsip DP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pohon (Day 160)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Longest path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SCC &amp; condensation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Topological Sort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&amp; DP pada DAG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yang membuat setiap sisi menunjuk ke depan — dan DP menjadi mungkin.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DAG adalah bentuk paling murni dari dynamic programming: state adalah simpul, transisi adalah sisi, dan urutan pengisian diberikan langsung oleh toposort.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 itu Topological Sort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Algoritma Kahn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Pengurutan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Mendeteksi Siklus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DAG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Ini Fondasi DP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 itu Topological Sort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Mengurutkan pekerjaan sesuai prasyaratnya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Rumusan Masalah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daftar pekerjaan dan prasyaratnya. Susun urutan pengerjaan yang tidak melanggar satu pun prasyarat.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Definisi formal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seluruh simpul sedemikian rupa sehingga setiap sisi berarah u ke v selalu menempatkan u sebelum v.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92973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7429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Syaratnya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121762"/>
            <a:ext cx="1024128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 harus berarah dan TIDAK boleh punya siklus. Bila ada siklus, urutan seperti itu mustahil dibuat.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728923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573475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tidak unik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920947"/>
            <a:ext cx="1024128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Biasanya ada banyak urutan yang sah. Soal biasanya menerima yang mana pun, kecuali diminta yang leksikografis terkecil.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528109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372661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penerapan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720133"/>
            <a:ext cx="1024128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mata kuliah dengan prasyarat, urutan kompilasi modul, penjadwalan tugas yang saling bergantung.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327294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7184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penting untuk DP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519318"/>
            <a:ext cx="1024128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topologis ADALAH urutan evaluasi DP. Setelah simpul terurut, dp bisa dihitung dari kiri ke kanan tanpa khawatir membaca nilai yang belum siap.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Algoritma Kahn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Berbasis BFS. Sekaligus mendeteksi siklus secara gratis.</a:t>
            </a:r>
            <a:endParaRPr lang="en-US" sz="1300" dirty="0"/>
          </a:p>
        </p:txBody>
      </p:sp>
      <p:pic>
        <p:nvPicPr>
          <p:cNvPr id="4" name="Image 0" descr="/tmp/ppt/imgs/c1_8_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28296" y="1755648"/>
            <a:ext cx="3932361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Pengurutan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mata kuliah dengan prasyaratnya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Hitung Derajat Masuk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Derajat masuk adalah banyaknya prasyarat yang belum terpenuhi.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887967" y="2387660"/>
            <a:ext cx="887506" cy="473336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1887967" y="3119180"/>
            <a:ext cx="887506" cy="473336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259567" y="2387660"/>
            <a:ext cx="887506" cy="473336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 flipV="1">
            <a:off x="3259567" y="3119180"/>
            <a:ext cx="887506" cy="473336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663440" y="2990088"/>
            <a:ext cx="82296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371600" y="271576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71600" y="2715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33101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in=0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0" y="198424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43200" y="1984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377440" y="25786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in=1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0" y="344728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743200" y="3447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377440" y="40416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in=1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0" y="27157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114800" y="2715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749040" y="33101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in=2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0" y="27157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0" y="2715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120640" y="33101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in=1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949440" y="2350008"/>
            <a:ext cx="4572000" cy="305409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queue awal berisi simpul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dengan derajat masuk 0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 = [1]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hanya simpul 1 yang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178040" y="48371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tidak punya prasyarat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67512" y="563270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41832" y="572414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indeg[v] = banyaknya sisi yang MASUK ke v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41832" y="607161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dengan derajat masuk nol siap dikerjakan sekarang juga.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Ambil dari Queue, Kurangi Tetangga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simpul 1 dikerjakan, prasyarat simpul 2 dan 3 berkurang satu.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887967" y="2387660"/>
            <a:ext cx="887506" cy="473336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1887967" y="3119180"/>
            <a:ext cx="887506" cy="473336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259567" y="2387660"/>
            <a:ext cx="887506" cy="473336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 flipV="1">
            <a:off x="3259567" y="3119180"/>
            <a:ext cx="887506" cy="473336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663440" y="2990088"/>
            <a:ext cx="82296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371600" y="271576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71600" y="2715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33101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selesai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0" y="198424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43200" y="1984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377440" y="25786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in=0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0" y="344728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743200" y="3447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377440" y="40416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in=0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0" y="27157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114800" y="2715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749040" y="33101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in=2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0" y="27157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0" y="2715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120640" y="33101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in=1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949440" y="2350008"/>
            <a:ext cx="4572000" cy="26700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= [1]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 = [2, 3]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derajat masuk 2 dan 3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turun menjadi 0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sehingga keduanya masuk queue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67512" y="524865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3400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setiap kali indeg[v] mencapai 0, masukkan v ke queue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41832" y="568756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4 masih menunggu, karena derajat masuknya masih 2.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Selesai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Proses berlanjut sampai queue kosong.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887967" y="2387660"/>
            <a:ext cx="887506" cy="473336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1887967" y="3119180"/>
            <a:ext cx="887506" cy="473336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259567" y="2387660"/>
            <a:ext cx="887506" cy="473336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 flipV="1">
            <a:off x="3259567" y="3119180"/>
            <a:ext cx="887506" cy="473336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663440" y="2990088"/>
            <a:ext cx="82296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371600" y="271576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71600" y="2715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33101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ke-1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0" y="198424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43200" y="1984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377440" y="25786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ke-2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0" y="344728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743200" y="3447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377440" y="40416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ke-3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0" y="271576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114800" y="2715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749040" y="33101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ke-4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0" y="271576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0" y="2715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120640" y="33101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ke-5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949440" y="2350008"/>
            <a:ext cx="4572000" cy="305409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= [1, 2, 3, 4, 5]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panjang hasil = n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 tidak ada siklus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bila panjangnya &lt; n,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178040" y="48371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berarti ada siklus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67512" y="563270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41832" y="572414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urutan valid: 1, 2, 3, 4, 5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41832" y="607161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1, 3, 2, 4, 5 juga sah. Yang penting setiap prasyarat muncul sebelum yang membutuhkannya.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DFS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Alternatif yang lebih pendek, tetapi tidak sepraktis Kahn untuk mendeteksi siklus.</a:t>
            </a:r>
            <a:endParaRPr lang="en-US" sz="1300" dirty="0"/>
          </a:p>
        </p:txBody>
      </p:sp>
      <p:pic>
        <p:nvPicPr>
          <p:cNvPr id="4" name="Image 0" descr="/tmp/ppt/imgs/c1_13_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2862" y="1755648"/>
            <a:ext cx="6903228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DAG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Inilah alasan sesungguhnya materi ini penting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DAG Cocok untuk DP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Perhatikan: syarat DAG dan syarat DP sesungguhnya adalah hal yang sama.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ada siklus berarti ada urutan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simpul bisa dihitung setelah seluruh pendahulunya selesai. Inilah langkah keempat dari empat langkah merancang DP.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simpul adalah satu state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dp[v] menjawab pertanyaan soal untuk simpul v. Persis seperti dp[i] pada DP 1D.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sisi adalah satu transisi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u ke v berarti dp[v] bisa dihitung dari dp[u]. Bobot sisi menjadi biaya transisinya.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O(V + E) — setiap simpul dan sisi diproses tepat sekali. Ini sama efisiennya dengan DP 1D.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Kesimpulan penting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DP sebenarnya adalah DP pada DAG. State-nya simpul, transisinya sisi. DP 1D, knapsack, dan grid semuanya bisa dipandang begitu.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Pola DP pada DAG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kemiripannya dengan DP grid di Day 150.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Jalur terpanjang</a:t>
            </a:r>
            <a:endParaRPr lang="en-US" sz="1350" dirty="0"/>
          </a:p>
        </p:txBody>
      </p:sp>
      <p:pic>
        <p:nvPicPr>
          <p:cNvPr id="5" name="Image 0" descr="/tmp/ppt/imgs/c1_16_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157984"/>
            <a:ext cx="5198364" cy="260611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23076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banyak jalur</a:t>
            </a:r>
            <a:endParaRPr lang="en-US" sz="1350" dirty="0"/>
          </a:p>
        </p:txBody>
      </p:sp>
      <p:pic>
        <p:nvPicPr>
          <p:cNvPr id="7" name="Image 1" descr="/tmp/ppt/imgs/c1_16_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76" y="2157984"/>
            <a:ext cx="5198364" cy="279741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DP pada DAG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banyak jalur dari simpul 1 ke setiap simpul lain.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887967" y="2387660"/>
            <a:ext cx="887506" cy="473336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1887967" y="3119180"/>
            <a:ext cx="887506" cy="473336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259567" y="2387660"/>
            <a:ext cx="887506" cy="473336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 flipV="1">
            <a:off x="3259567" y="3119180"/>
            <a:ext cx="887506" cy="473336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663440" y="2990088"/>
            <a:ext cx="82296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371600" y="27157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71600" y="2715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33101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cara=1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0" y="198424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43200" y="1984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377440" y="25786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cara=1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0" y="344728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743200" y="3447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377440" y="40416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cara=1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0" y="271576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114800" y="2715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749040" y="33101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cara=2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0" y="27157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0" y="2715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120640" y="33101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cara=2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949440" y="2350008"/>
            <a:ext cx="4572000" cy="26700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cara[1] = 1  (base case)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cara[2] = cara[1] = 1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cara[3] = cara[1] = 1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cara[4] = cara[2] + cara[3]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= 1 + 1 = 2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cara[5] = cara[4] = 2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67512" y="524865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3400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cara[v] += cara[u]     untuk setiap sisi u -&gt; v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41832" y="568756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diproses dalam urutan topologis, saat menghitung cara[4] nilai cara[2] dan cara[3] dijamin sudah final.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Course Schedule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Urutan Mata Kuliah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Menyusun Urutan Pengambilan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n mata kuliah dan m pasangan prasyarat. Pasangan (u, v) berarti mata kuliah u harus diambil sebelum v.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Cetak salah satu urutan pengambilan yang sah. Bila tidak mungkin, cetak IMPOSSIBLE.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29768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 ≤ 100.000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m ≤ 200.000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 boleh membentuk siklus</a:t>
            </a:r>
            <a:endParaRPr lang="en-US" sz="1200" dirty="0"/>
          </a:p>
        </p:txBody>
      </p:sp>
      <p:pic>
        <p:nvPicPr>
          <p:cNvPr id="9" name="Image 0" descr="/tmp/ppt/imgs/c1_19_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9883" y="1280160"/>
            <a:ext cx="285111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O(V + E). Deteksi siklus didapat gratis.</a:t>
            </a:r>
            <a:endParaRPr lang="en-US" sz="1300" dirty="0"/>
          </a:p>
        </p:txBody>
      </p:sp>
      <p:pic>
        <p:nvPicPr>
          <p:cNvPr id="4" name="Image 0" descr="/tmp/ppt/imgs/c1_20_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049" y="1755648"/>
            <a:ext cx="2988286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Derajat masuk dihitung saat membaca input, tanpa loop terpisah.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Queue awal diisi seluruh simpul yang tidak punya prasyarat sama sekali.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kali sebuah simpul dikeluarkan, derajat masuk tetangganya dikurangi. Yang mencapai nol berarti seluruh prasyaratnya sudah lunas.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panjang hasil kurang dari n, berarti ada simpul yang derajat masuknya tidak pernah mencapai nol — itulah tanda adanya siklus.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urutan leksikografis terkecil, ganti queue dengan priority_queue minimum. Kompleksitasnya menjadi O((V + E) log V).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Ini Fondasi DP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deck terakhir sebelum Day 141. Perhatikan bagaimana semuanya bertemu.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topologis = urutan evaluasi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keempat dari empat langkah merancang DP. Pada DP tabel, urutannya kita rancang sendiri. Pada DAG, algoritma yang menyediakannya.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Siklus = DP tidak berlaku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state bisa saling bergantung melingkar, tidak ada urutan yang sah. Di situlah DP gagal dan kita butuh Dijkstra, Bellman-Ford, atau sistem persamaan.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DP adalah DP pada DAG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Buat graf yang simpulnya adalah state dan sisinya adalah transisi. Graf itu selalu DAG bila DP-nya benar.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jalur = menghitung cara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menghitung jalur pada DAG identik dengan kode menghitung jalur pada grid di Day 150, dan dengan coin change di Day 143.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Siap ke Day 141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Dengan rekursi, enumerasi, prefix sum, greedy, dan DAG di tangan, seluruh bahan untuk memahami DP sudah lengkap.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280160"/>
            <a:ext cx="1051560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CSES: Course Schedule, Longest Flight Route, Game Routes, Investigation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LeetCode: Course Schedule I dan II, Alien Dictionary, Parallel Courses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Implementasikan topological sort versi Kahn dan versi DFS, bandingkan hasilnya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Cari jalur terpanjang pada DAG, lalu rekonstruksi jalurnya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banyak jalur dari simpul 1 ke simpul n pada DAG, modulo 10^9+7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Buat graf state untuk soal coin change, dan buktikan bahwa grafnya memang DAG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417320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60120" y="126187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Topological sort butuh DAG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609344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ada siklus, urutan yang sah mustahil dibuat. Algoritma Kahn mendeteksinya secara gratis.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67512" y="2423160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226771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topologis adalah urutan evaluasi DP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615184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simpul terurut, dp dihitung dari kiri ke kanan tanpa masalah.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67512" y="3429000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327355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DP adalah DP pada DAG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3621024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 menjadi simpul, transisi menjadi sisi. Cara pandang ini sangat membantu di soal yang sulit.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67512" y="4434840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0120" y="427939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 — Day 141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4626864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Prinsip Dynamic Programming. Seluruh fondasinya sudah kamu miliki.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2026-09-01T04:55:34Z</dcterms:created>
  <dcterms:modified xsi:type="dcterms:W3CDTF">2026-09-01T04:55:34Z</dcterms:modified>
</cp:coreProperties>
</file>