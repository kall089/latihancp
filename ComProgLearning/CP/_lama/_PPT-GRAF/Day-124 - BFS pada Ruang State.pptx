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pada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saja tidak cukup — pola favorit soal Div 2 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124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posisi saja tidak cukup untuk memutuskan langkah berikutnya, tambahkan informasi itu ke dalam state. BFS-nya sendiri tidak berubah sedikit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bukan hanya koordinat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state adalah seluruh informasi yang menentukan apa yang boleh dilakukan selanjutnya: posisi, barang yang dibawa, sisa bahan bakar, arah menghadap, atau waktu modulo periode.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Kunjungan ulang menjadi wajar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sama boleh dikunjungi berkali-kali asalkan state-nya berbeda. Yang tidak boleh diulang adalah state, bukan posisi.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 harus dihitung dulu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seluruh dimensi. Bila hasilnya melebihi sekitar sepuluh juta, rancangannya terlalu boros dan perlu dipangkas sebelum kode ditulis.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disimpan sebagai bitmask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kunci atau benda yang bisa dibawa, satu bilangan bulat sudah cukup. Mengambil dan memeriksa keduanya operasi konstan.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adalah pola favorit soal Div 2 C. Gejalanya selalu sama: BFS biasa memberi jawaban yang terlalu kecil atau -1 padahal jawabannya ada.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barang yang dibawa: kunci, senjata, tiket, bahan bakar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jatah kemampuan khusus: boleh menembus k tembok, boleh terbang dua kali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aturan yang bergantung pada langkah sebelumnya, misalnya larangan berbelok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Lingkungan berubah menurut waktu dengan periode tertentu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saja sudah cukup menentukan langkah berikutnya — BFS biasa lebih hemat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meledak, misalnya dua pemain pada grid besar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langkah punya biaya berbeda-beda — pakai Dijkstra pada graf state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Pertanyaan perancangnya: bila dua orang berdiri di sel yang sama, apakah keduanya pasti punya pilihan langkah yang sama? Bila tidak, ada informasi yang harus masuk ke state.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Flood fill (Day 117)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Bitmask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Dijkstra pada graf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Layered 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pada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pada state sehingga BFS tetap berlaku pada soal yang lebih rumit.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berpikir "apa yang harus saya ingat?" di materi ini persis sama dengan perancangan state pada DP. Keduanya melatih otot yang sama.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Saja Tidak Cukup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Dimensi pada State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Ukuran Ruang State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Grid dengan Kunci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dengan Bitmask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BFS untuk Langkah Berbiaya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Posisi Tidak Cukup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 yang harus kamu kenali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Soal Butuh State Tambahan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salah satu dari empat gejala ini muncul, BFS biasa akan memberi jawaban yang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Kunjungan ulang ternyata berguna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BFS biasa, sel yang sudah dikunjungi tidak pernah dimasuki lagi. Bila soal memungkinkan kembali ke sel yang sama dengan kondisi berbeda dan itu menguntungkan, state-nya kurang lengkap.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barang yang dibawa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Kunci, senjata, bahan bakar, tiket, atau nyawa. Dua orang yang berdiri di sel yang sama tetapi membawa barang berbeda sebenarnya berada di keadaan yang berbeda.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aturan yang bergantung pada masa lalu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"Tidak boleh berbelok dua kali berturut-turut", "hanya boleh melompat tiga kali", "kecepatan bertambah tiap langkah" — semuanya memaksa informasi tambahan masuk ke state.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Lingkungan berubah menurut waktu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Rintangan yang berputar dengan periode k membuat waktu penting. State-nya menjadi (i, j, waktu mod k), bukan sekadar (i, j).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Intinya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kalimat yang berlaku untuk seluruh keluarga soal ini. Sisanya hanyalah pelaksanaan.</a:t>
            </a:r>
            <a:endParaRPr lang="en-US" sz="1300" dirty="0"/>
          </a:p>
        </p:txBody>
      </p:sp>
      <p:pic>
        <p:nvPicPr>
          <p:cNvPr id="4" name="Image 0" descr="/tmp/ppt/imgs/c2_8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0446" y="1755648"/>
            <a:ext cx="442806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algoritmanya sama sekali tidak berubah. BFS tetap BFS; yang berubah hanya definisi "satu simpul" pada graf yang tersirat.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Langkah Merancangnya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Langkah kedua adalah yang paling sering dilewati orang, dan akibatnya TLE atau MLE.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029968"/>
            <a:ext cx="3404616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2231136"/>
            <a:ext cx="347472" cy="347472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isi state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Tanyakan: informasi apa yang harus saya ketahui agar bisa memutuskan langkah berikutnya secara benar? Semua jawabannya masuk ke state.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0392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A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(i, j, mask)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7848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92168" y="2029968"/>
            <a:ext cx="3404616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5048" y="2231136"/>
            <a:ext cx="347472" cy="347472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5048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032248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ukurannya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5048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seluruh dimensi. Bila hasilnya melebihi sekitar sepuluh juta, rancangan state-nya terlalu boros dan perlu dipangkas.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5048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C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x m x 2^k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42504" y="3355848"/>
            <a:ext cx="228600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16824" y="2029968"/>
            <a:ext cx="3404616" cy="2651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6824" y="2029968"/>
            <a:ext cx="3404616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9704" y="2231136"/>
            <a:ext cx="347472" cy="34747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99704" y="2231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6904" y="2231136"/>
            <a:ext cx="2581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BFS seperti biasa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299704" y="2715768"/>
            <a:ext cx="3038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 dan jarak diberi dimensi tambahan. Antrian menyimpan state utuh. Sisa kodenya sama persis dengan BFS grid biasa.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99704" y="4151376"/>
            <a:ext cx="3038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q.push({i, j, mask})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Ruang State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yang paling sering dilewati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Hitung Sebelum Menulis Kode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contoh berikut menunjukkan betapa cepat ruang state membengkak. Lakukan perhitungan ini di kertas dulu.</a:t>
            </a:r>
            <a:endParaRPr lang="en-US" sz="1300" dirty="0"/>
          </a:p>
        </p:txBody>
      </p:sp>
      <p:pic>
        <p:nvPicPr>
          <p:cNvPr id="4" name="Image 0" descr="/tmp/ppt/imgs/c2_11_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7357" y="1993392"/>
            <a:ext cx="413423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praktis pada kontes: sekitar 10^7 state untuk BFS. Bila rancangan awalmu melampaui itu, biasanya ada informasi di state yang sebenarnya bisa disimpulkan ulang dan tidak perlu disimpan.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Kumpulan Kunci sebagai Bitmask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yang dibawa disimpan sebagai satu bilangan bulat. Setiap bit mewakili satu jenis barang.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5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9983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983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79983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79983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061704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11 desimal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001011  -&gt;  membawa kunci a, b, dan 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yang dipakai: mengambil kunci c adalah mask |= (1 &lt;&lt; (c - a); memeriksa pintu C adalah (mask &gt;&gt; (C - A)) &amp; 1. Keduanya konstan dan sangat cepat.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kecil dengan satu kunci dan satu pintu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Peta Awal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 adalah awal, T adalah tujuan, huruf a adalah kunci, huruf A adalah pintu, pagar adalah tembok.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 biasa akan menjawab -1, padahal jawabannya ada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BFS tanpa state kunci berhenti di pintu A karena tidak tahu bahwa kunci a sudah bisa diambil di jalan. Posisi saja tidak cukup.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Lapisan mask = 000000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belum mengambil kunci, pemain bergerak pada satu lapisan. Pintu A tetap tertutup.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sampai di kunci a pada langkah ke-2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menunjukkan jarak dari titik awal pada lapisan tanpa kunci. Tanda X berarti pintu yang masih tidak bisa dilewati di lapisan ini.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Pindah ke Lapisan mask = 000001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Begitu kunci a diambil, pemain melompat ke lapisan baru. Di lapisan ini pintu A terbuka.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3055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3055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4378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557016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270248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96712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9944" y="21671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459736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3055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4378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57016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70248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83480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96712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9944" y="245973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" y="3063240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3055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4378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57016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270248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83480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96712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30632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#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67512" y="3666744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13055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84378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57016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270248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983480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96712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09944" y="366674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 flipV="1">
            <a:off x="6053328" y="2459736"/>
            <a:ext cx="570586" cy="457200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67512" y="453542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941832" y="462686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jawaban = 10 langkah, tercapai pada lapisan mask = 000001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41832" y="497433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(0,2) muncul di kedua lapisan dengan jarak yang sama, tetapi maknanya berbeda: yang satu belum membawa kunci, yang satu sudah. Inilah alasan dimensi ketiga diperlukan.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yang bisa langsung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dengan Kunci dan Pintu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strukturnya identik dengan BFS grid biasa. Hanya array dan isi antrian yang bertambah satu dimensi.</a:t>
            </a:r>
            <a:endParaRPr lang="en-US" sz="1300" dirty="0"/>
          </a:p>
        </p:txBody>
      </p:sp>
      <p:pic>
        <p:nvPicPr>
          <p:cNvPr id="4" name="Image 0" descr="/tmp/ppt/imgs/c2_18_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6107" y="1993392"/>
            <a:ext cx="3152171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jarak menjadi tiga dimensi: baris, kolom, dan kumpulan kunci. Untuk enam kunci, dimensi ketiganya berukuran 64.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8224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82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627376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awal adalah posisi mula-mula dengan mask nol, karena pemain belum membawa kunci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325368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325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270504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Antrian menyimpan tiga angka. array&lt;int,3&gt; lebih ringan daripada struct dan langsung bisa di-destructure.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96849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913632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Mengambil kunci berarti menyalakan satu bit. Perhatikan bahwa nm dihitung terlebih dahulu, sebelum pemeriksaan pintu — sehingga kunci yang baru diambil langsung berlaku.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611624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611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556760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Pintu diperiksa terhadap nm, bukan mask. Bila selnya adalah pintu dan bit yang bersesuaian mati, langkah ini dibatalkan.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54752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54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99888"/>
            <a:ext cx="39319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Pemeriksaan sudah-dikunjungi dilakukan pada state utuh, bukan hanya posisi. Sel yang sama boleh dikunjungi ulang asalkan kumpulan kuncinya berbeda.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Varian: Langkah Berbiaya 0 dan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ada langkah gratis dan langkah berbayar, ganti antrian dengan deque. Kompleksitasnya tetap linear.</a:t>
            </a:r>
            <a:endParaRPr lang="en-US" sz="1300" dirty="0"/>
          </a:p>
        </p:txBody>
      </p:sp>
      <p:pic>
        <p:nvPicPr>
          <p:cNvPr id="4" name="Image 0" descr="/tmp/ppt/imgs/c2_19_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185" y="1755648"/>
            <a:ext cx="3248582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soalnya: "berapa tembok minimum yang harus dihancurkan agar sampai ke tujuan". Berjalan di lorong gratis, menembus tembok berbiaya satu.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Katalog State yang Sering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kalimat pada soal dengan barisnya. Ini menghemat banyak waktu berpikir saat kontes.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291840"/>
                <a:gridCol w="4178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Kalimat di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"membawa kunci a sampai f"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mask)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2^k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"punya bensin sebanyak F"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(F+1)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"tidak boleh berbelok dua kali"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arah, lurus)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4 x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"boleh menembus k tembok"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sisaTembok)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(k+1)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"rintangan berputar tiap k detik"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waktu mod k)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x m x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"dua pemain bergerak bersama"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(i1, j1, i2, j2)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(n x m)² — hati-hati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Labirin Berkunci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labirin dengan titik awal S dan tujuan T. Huruf kecil a sampai f adalah kunci; huruf besar A sampai F adalah pintu yang hanya bisa dilewati bila kunci sehurufnya sudah diambil. Cari jumlah langkah minimum dari S ke 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banyak 6 jenis kunci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keluarkan -1 bila mustahil</a:t>
            </a:r>
            <a:endParaRPr lang="en-US" sz="1200" dirty="0"/>
          </a:p>
        </p:txBody>
      </p:sp>
      <p:pic>
        <p:nvPicPr>
          <p:cNvPr id="9" name="Image 0" descr="/tmp/ppt/imgs/c2_22_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4640" y="1280160"/>
            <a:ext cx="29815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state-nya 100 x 100 x 64 = 640.000, dikali empat arah menjadi sekitar 2,5 juta operasi. Sangat aman.</a:t>
            </a:r>
            <a:endParaRPr lang="en-US" sz="1300" dirty="0"/>
          </a:p>
        </p:txBody>
      </p:sp>
      <p:pic>
        <p:nvPicPr>
          <p:cNvPr id="4" name="Image 0" descr="/tmp/ppt/imgs/c2_23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217" y="1993392"/>
            <a:ext cx="1960517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pemeriksaan sampai-tujuan dilakukan saat state keluar dari antrian, bukan saat masuk. Karena BFS memproses menurut jarak menaik, state pertama yang menyentuh T pasti yang terpendek.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berurutan. Kelimanya memakai kerangka yang sama dengan isi state yang berbeda.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yang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864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mask kunci) — persis contoh di 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1293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(i, j, sisa jatah menembus)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Monsters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BFS multi-sumber lalu BFS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1064D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BFS dengan jatah gerakan mendatar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LeetCode 847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(simpul, mask simpul terkunjungi) — TSP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Algoritmanya tidak berubah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 BFS yang sama. Yang berubah hanya definisi satu simpul: dari (i, j) menjadi (i, j, informasi tambahan).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ruang state sebelum menulis kode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Kalikan semua dimensi. Bila melebihi sekitar sepuluh juta, rancangan state-nya perlu dipangkas sebelum satu baris pun ditulis.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barang disimpan sebagai bitmask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bilangan bulat mewakili kumpulan kunci. Mengambil dan memeriksa keduanya adalah operasi konstan.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boleh dikunjungi berkali-kali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tidak boleh diulang adalah STATE, bukan posisi. Menandai berdasarkan posisi saja adalah kesalahan paling sering pada soal jenis ini.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2026-09-01T04:38:01Z</dcterms:created>
  <dcterms:modified xsi:type="dcterms:W3CDTF">2026-09-01T04:38:01Z</dcterms:modified>
</cp:coreProperties>
</file>