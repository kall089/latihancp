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 pada graf berbobot — algoritma graf yang paling sering keluar di lomba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mencari jarak terpendek dari satu titik ke semua titik lain pada graf berbobot tak negatif. Ini algoritma graf yang paling sering keluar di lomba.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dengan antrian berprioritas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BFS mengembangkan simpul berdasarkan jumlah sisi, Dijkstra mengembangkannya berdasarkan total bobot terkecil. Perbedaannya hanya mengganti queue dengan min-heap.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terbukti benar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dengan jarak sementara terkecil pasti sudah final, karena jalur lain harus melewati simpul yang lebih jauh lalu ditambah bobot tak negatif.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mutlaknya bobot tak negatif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kebenaran algoritma bertumpu pada asumsi ini. Satu sisi negatif saja sudah cukup membuat jawabannya salah tanpa peringatan apa pun.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adalah variannya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 terpendek, jalur dengan sisi paling sedikit, atau graf berlapis. Yang berubah hanya isi state dan cara membandingkan.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batasan soal. Bila bobotnya seragam, BFS biasa lebih cepat dan lebih pendek.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berbobot dengan semua bobot tak negatif, ditanya jarak dari satu sumber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sampai sekitar 2 x 10^5 dan m sampai 5 x 10^5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state tambahan seperti diskon, tiket, atau lapisan — graf berlapis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jalur termurah, bukan sekadar terhubung atau tidak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sisi berbobot negatif — pakai Bellman-Ford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bobot sama — BFS biasa lebih cepat dan kodenya lebih pendek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Bobotnya hanya 0 dan 1 — 0-1 BFS dengan deque lebih cepat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11112" y="498348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1111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semua pasangan dan n kecil — Floyd-Warshall lebih praktis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satu baris yang paling sering hilang: if (d &gt; dist[u]) continue; — pembuang entri basi yang mencegah TLE.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Bellman-Ford (Day 129)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MST Prim (Day 136)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Layered graph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 terpendek satu sumber pada graf berbobot tak negatif.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Dijkstra dipakai ulang pada Prim, pada 0-1 BFS, dan pada banyak soal graf berlapis. Menguasainya membuka lebih banyak soal daripada algoritma graf lain mana pun.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Dijkstra Dipakai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BFS Tidak Cukup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Greedy di Balik Dijkstra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Standar &amp; Entri Basi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Dijkstra Dipakai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soalnya dari pernyataan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Soal Dijkstra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empat hal ini terpenuhi, hampir pasti jawabannya Dijkstra. Kenali polanya agar tidak membuang waktu.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pada sisi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kunci: biaya, jarak, waktu tempuh, harga tiket, panjang jalan. Bila semua bobotnya sama, cukup BFS biasa yang lebih cepat dan lebih pendek kodenya.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bobot tidak negatif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syarat mutlak. Dijkstra memakai asumsi bahwa jarak tidak pernah bisa mengecil setelah difinalkan. Bila ada bobot negatif, gunakan Bellman-Ford.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Ditanya jarak terpendek dari satu sumber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menghasilkan jarak dari satu titik ke SEMUA titik lain sekaligus. Bila yang ditanya semua pasang titik dan n kecil, Floyd-Warshall lebih praktis.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besar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sampai 2 x 10^5 dan m sampai 5 x 10^5, Dijkstra dengan priority queue berjalan sekitar 10^6 operasi — sangat aman.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Algoritma Jarak Terpendek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ini menghemat banyak waktu saat kontes. Cocokkan batasan soal dengan barisnya.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194560"/>
                <a:gridCol w="37216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Situasi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Algoritma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 penting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bobot sama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cepat. Jangan pakai Dijkstra bila tidak perlu.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Bobot hanya 0 dan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0-1 BFS (deque)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Tanpa heap. Bobot 0 masuk depan, bobot 1 masuk belakang.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Bobot tak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+ heap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O((V+E) log V)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utama pada mayoritas soal kontes.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bobot negatif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Bellman-Ford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x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Sekaligus mendeteksi siklus negatif.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pasang, n &lt;=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Floyd-Warshall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Kode paling pendek, tiga loop bersarang.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DAG (tanpa siklus)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Toposort +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O(V + 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 bobot negatif. Sudah dibahas di Day 119.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BFS Tidak Bisa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pemula paling umum: memakai BFS pada graf berbobot. Contoh tandingan berikut cukup untuk membuktikannya salah.</a:t>
            </a:r>
            <a:endParaRPr lang="en-US" sz="1300" dirty="0"/>
          </a:p>
        </p:txBody>
      </p:sp>
      <p:pic>
        <p:nvPicPr>
          <p:cNvPr id="4" name="Image 0" descr="/tmp/ppt/imgs/c3_9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6968" y="1993392"/>
            <a:ext cx="4355017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mengembangkan simpul berdasarkan banyak sisi yang dilewati. Dijkstra menggantinya dengan mengembangkan berdasarkan total bobot terkecil — di situlah priority queue masuk.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Dijkstra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terbukti benar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Kalimat Inti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adalah greedy, dan ia benar justru karena syarat bobot tak negatif.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yang terdekat dulu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semua simpul yang belum final, ambil yang jarak sementaranya paling kecil. Priority queue melakukan ini untukmu.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pq.top()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Jaraknya sudah pasti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itu tidak mungkin dicapai lebih murah lewat jalur lain, sebab jalur lain harus melewati simpul yang jaraknya sudah lebih besar, lalu ditambah bobot tak negatif.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dist[u] final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Sebarkan ke tetangga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perbaiki jarak setiap tetangga lewat simpul ini. Bila lebih murah, perbarui dan masukkan kembali ke antrian. Langkah ini disebut relaksasi.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dist[u] + w &lt; dist[v]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Dijkstra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simpul, sembilan sisi, mulai dari simpul 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Keadaan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sumber yang berjarak nol. Sisanya dianggap tak hingga karena belum ada jalur yang ditemukan.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26124" y="2441732"/>
            <a:ext cx="1262553" cy="73095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19656" y="26609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23401" y="3452172"/>
            <a:ext cx="1267998" cy="767473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19656" y="36896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6987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926080" y="2578608"/>
            <a:ext cx="0" cy="150876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8833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0241" y="2487509"/>
            <a:ext cx="1374759" cy="12337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7987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191804" y="3972622"/>
            <a:ext cx="1251632" cy="32093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79876" y="39867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162920" y="2442701"/>
            <a:ext cx="3046760" cy="178057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44855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198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4910935" y="2490133"/>
            <a:ext cx="1333811" cy="122851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34009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7073" y="4021921"/>
            <a:ext cx="1241533" cy="58809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40096" y="4169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6446520" y="2578608"/>
            <a:ext cx="0" cy="187452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08776" y="33695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3787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30358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4087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2350008"/>
            <a:ext cx="4572000" cy="190195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priority queue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(0, 1)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[0, INF, INF, INF, INF, INF]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67512" y="51846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41832" y="52760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dist[1] = 0     seluruh dist lain = INF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941832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di bawah simpul adalah jarak sementara. Kuning berarti sedang diproses, hijau berarti sudah final.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Relaksasi dari Simpul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1 keluar dari antrian dan menjadi final. Kedua tetangganya diperbarui.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26124" y="2441732"/>
            <a:ext cx="1262553" cy="730951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19656" y="26609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23401" y="3452172"/>
            <a:ext cx="1267998" cy="767473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19656" y="36896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6987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926080" y="2578608"/>
            <a:ext cx="0" cy="150876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8833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0241" y="2487509"/>
            <a:ext cx="1374759" cy="12337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7987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191804" y="3972622"/>
            <a:ext cx="1251632" cy="32093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79876" y="39867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162920" y="2442701"/>
            <a:ext cx="3046760" cy="178057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44855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198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4910935" y="2490133"/>
            <a:ext cx="1333811" cy="122851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34009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7073" y="4021921"/>
            <a:ext cx="1241533" cy="58809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40096" y="4169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6446520" y="2578608"/>
            <a:ext cx="0" cy="187452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08776" y="33695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3787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3035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4087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priority queue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3)   &lt;- terkecil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(4, 2)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dist[2] = 0 + 4 = 4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dist[3] = 0 + 2 = 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67512" y="5294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41832" y="5385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keluar berikutnya: simpul 3, karena 2 &lt; 4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941832" y="5733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dist[2] = 4 belum final. Nanti akan terbukti ada jalur yang lebih murah lewat simpul 3.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Jarak Lama Diperbaiki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3 difinalkan. Dari sini simpul 2 ternyata bisa dicapai dengan biaya 3, lebih murah dari 4.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26124" y="2441732"/>
            <a:ext cx="1262553" cy="73095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19656" y="26609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23401" y="3452172"/>
            <a:ext cx="1267998" cy="767473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19656" y="36896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6987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926080" y="2578608"/>
            <a:ext cx="0" cy="150876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8833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0241" y="2487509"/>
            <a:ext cx="1374759" cy="123375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7987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191804" y="3972622"/>
            <a:ext cx="1251632" cy="320931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79876" y="39867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162920" y="2442701"/>
            <a:ext cx="3046760" cy="1780574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44855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198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4910935" y="2490133"/>
            <a:ext cx="1333811" cy="122851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34009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7073" y="4021921"/>
            <a:ext cx="1241533" cy="58809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40096" y="4169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6446520" y="2578608"/>
            <a:ext cx="0" cy="187452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08776" y="33695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3787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3035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0299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40873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2350008"/>
            <a:ext cx="4572000" cy="2286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priority queue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2)   &lt;- diperbaiki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(4, 2)   &lt;- entri BASI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(10, 4)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(12, 5)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67512" y="51846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41832" y="52760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dist[2] = min( 4, dist[3] + 1 ) = min(4, 3) = 3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941832" y="56235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Entri lama (4, 2) tetap tertinggal di antrian. Inilah entri basi yang harus dibuang saat keluar nanti — bukan dihapus, karena heap tidak mendukung penghapusan.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Menembus ke Sisi Kanan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2 lalu simpul 4 difinalkan. Perhatikan bahwa dist[4] juga sempat diperbaiki dari 10 menjadi 8.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26124" y="2441732"/>
            <a:ext cx="1262553" cy="73095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19656" y="26609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23401" y="3452172"/>
            <a:ext cx="1267998" cy="767473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19656" y="36896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6987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926080" y="2578608"/>
            <a:ext cx="0" cy="150876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8833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0241" y="2487509"/>
            <a:ext cx="1374759" cy="1233758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7987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191804" y="3972622"/>
            <a:ext cx="1251632" cy="32093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79876" y="39867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162920" y="2442701"/>
            <a:ext cx="3046760" cy="178057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44855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198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4910935" y="2490133"/>
            <a:ext cx="1333811" cy="122851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34009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7073" y="4021921"/>
            <a:ext cx="1241533" cy="588095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40096" y="4169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6446520" y="2578608"/>
            <a:ext cx="0" cy="187452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08776" y="33695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3787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3035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0299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40873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6301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priority queue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(10, 5)  &lt;- diperbaiki dari 12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(12, 5)  &lt;- basi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(14, 6)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dist[4] = 3 + 5 = 8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67512" y="5294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41832" y="5385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dist[5] = min( 12, 8 + 2 ) = 10      dist[6] = 8 + 6 = 14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941832" y="5733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simpul boleh masuk antrian berkali-kali. Yang penting adalah entri dengan jarak terkecil selalu keluar lebih dulu.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5 — Semua Final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5 difinalkan pada jarak 10, lalu memperbaiki simpul 6 dari 14 menjadi 13.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426124" y="2441732"/>
            <a:ext cx="1262553" cy="73095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19656" y="26609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83080" y="2670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423401" y="3452172"/>
            <a:ext cx="1267998" cy="767473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819656" y="368960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6987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2926080" y="2578608"/>
            <a:ext cx="0" cy="150876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8833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30241" y="2487509"/>
            <a:ext cx="1374759" cy="1233758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57987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3191804" y="3972622"/>
            <a:ext cx="1251632" cy="320931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3579876" y="39867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33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3162920" y="2442701"/>
            <a:ext cx="3046760" cy="1780574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4448556" y="31866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1980" y="31958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flipV="1">
            <a:off x="4910935" y="2490133"/>
            <a:ext cx="1333811" cy="122851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5340096" y="295808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29672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57073" y="4021921"/>
            <a:ext cx="1241533" cy="588095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40096" y="41696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1788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 flipV="1">
            <a:off x="6446520" y="2578608"/>
            <a:ext cx="0" cy="187452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208776" y="3369564"/>
            <a:ext cx="475488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3787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14400" y="303580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651760" y="20299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517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40873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5176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86000" y="4681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6301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43484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4224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806440" y="2624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72200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806440" y="5047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akhir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dist[1] = 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dist[2] = 3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dist[3] = 2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dist[4] = 8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dist[5] = 10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dist[6] = 13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7512" y="56784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41832" y="57698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hijau membentuk pohon jarak terpendek dari simpul 1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941832" y="61173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Gabungan seluruh jalur terpendek dari satu sumber selalu membentuk pohon, karena setiap simpul hanya punya satu orang tua terbaik.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/ 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Standar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yang bisa langsung dipakai di kontes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dengan Priority Queue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kerangka ini. Lima baris yang ditandai adalah tempat sebagian besar bug muncul.</a:t>
            </a:r>
            <a:endParaRPr lang="en-US" sz="1300" dirty="0"/>
          </a:p>
        </p:txBody>
      </p:sp>
      <p:pic>
        <p:nvPicPr>
          <p:cNvPr id="4" name="Image 0" descr="/tmp/ppt/imgs/c3_19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425" y="1755648"/>
            <a:ext cx="436153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 diisi 4e18, bukan LLONG_MAX. Alasannya agar dist[u] + w tidak overflow saat dijumlahkan pada simpul yang belum terjangkau.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Adjacency list menyimpan pasangan {tetangga, bobot}. Untuk graf tak berarah, setiap sisi dimasukkan dua 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greater&lt;&gt; mengubah priority queue menjadi min-heap. Tanpa ini kamu mendapat max-heap dan hasilnya salah total.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entri basi. Tanpa baris ini kode tetap memberi jawaban benar, tetapi bisa jauh lebih lambat dan pada kasus terburuk menjadi TLE.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Relaksasi: perbarui hanya bila benar-benar lebih murah. Setelah diperbarui, simpul itu harus dimasukkan ulang ke antrian.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Entri Basi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yang paling sering ditanyakan. Baca perlahan — ini menjelaskan kenapa satu baris continue begitu penting.</a:t>
            </a:r>
            <a:endParaRPr lang="en-US" sz="1300" dirty="0"/>
          </a:p>
        </p:txBody>
      </p:sp>
      <p:pic>
        <p:nvPicPr>
          <p:cNvPr id="4" name="Image 0" descr="/tmp/ppt/imgs/c3_20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8785" y="1993392"/>
            <a:ext cx="3331382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 queue standar C++ tidak bisa mengubah prioritas entri yang sudah masuk. Karena itu kita membiarkan entri lama menumpuk lalu membuangnya saat keluar. Teknik ini disebut lazy deletion.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Mengembalikan Jalurnya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meminta urutan simpul, bukan hanya jaraknya. Cukup satu array tambahan.</a:t>
            </a:r>
            <a:endParaRPr lang="en-US" sz="1300" dirty="0"/>
          </a:p>
        </p:txBody>
      </p:sp>
      <p:pic>
        <p:nvPicPr>
          <p:cNvPr id="4" name="Image 0" descr="/tmp/ppt/imgs/c3_21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0129" y="1755648"/>
            <a:ext cx="434869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menyimpan "dari mana keputusan terbaik datang" sama persis dengan rekonstruksi jalur pada DP. Bila sudah paham yang satu, yang lain otomatis ikut.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di Kontes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Modifikasi kecil, soal yang sama sekali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Varian yang Sering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hanya mengubah bagian relaksasi. Kerangka priority queue-nya tetap sama.</a:t>
            </a:r>
            <a:endParaRPr lang="en-US" sz="1300" dirty="0"/>
          </a:p>
        </p:txBody>
      </p:sp>
      <p:pic>
        <p:nvPicPr>
          <p:cNvPr id="4" name="Image 0" descr="/tmp/ppt/imgs/c3_23_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1145" y="1755648"/>
            <a:ext cx="4726662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membedakan varian hanyalah: apa yang disimpan di dist, dan bagaimana dua kandidat dibandingkan. Selalu mulai dari dua pertanyaan itu.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BFS — Dijkstra Tanpa Heap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bobotnya hanya 0 dan 1, deque menggantikan priority queue dan kompleksitasnya turun menjadi linear.</a:t>
            </a:r>
            <a:endParaRPr lang="en-US" sz="1300" dirty="0"/>
          </a:p>
        </p:txBody>
      </p:sp>
      <p:pic>
        <p:nvPicPr>
          <p:cNvPr id="4" name="Image 0" descr="/tmp/ppt/imgs/c3_24_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8754" y="1755648"/>
            <a:ext cx="4411445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Alasannya: deque tetap terurut karena hanya ada dua tingkat jarak yang aktif pada satu waktu. Soal "berapa tembok minimum yang harus dihancurkan" hampir selalu 0-1 BFS.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Menjatuhkan Submission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kesalahan yang paling sering terjadi pada implementasi Dijkstra.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long long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Bobot 10^9 dikali 2 x 10^5 simpul menghasilkan 2 x 10^14. Dengan int, jawabanmu akan negatif dan tampak acak.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 diisi LLONG_MAX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dist[u] + w akan overflow menjadi negatif dan lolos dari kondisi relaksasi. Pakai 4e18 atau periksa dist[u] != INF sebelum menjumlahkan.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max-heap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default C++ adalah max-heap. Tanpa greater&lt;&gt;, algoritmanya memproses simpul terjauh lebih dulu dan hasilnya kacau.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tak berarah tapi sisi dimasukkan sekali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graf tak berarah, wajib push ke g[a] dan g[b]. Ini kesalahan pembacaan input, bukan kesalahan algoritma, tetapi akibatnya sama.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negatif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ulang batasan. Bila ada sisi negatif satu saja, Dijkstra bisa memberi jawaban salah tanpa peringatan apa pun. Gunakan Bellman-Ford.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Rute Termurah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tak berarah dengan n simpul dan m sisi berbobot. Keluarkan jarak terpendek dari simpul 1 ke setiap simpul. Bila sebuah simpul tidak terjangkau, keluarkan -1.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m &lt;= 500000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bobot &lt;= 10^9</a:t>
            </a:r>
            <a:endParaRPr lang="en-US" sz="1200" dirty="0"/>
          </a:p>
        </p:txBody>
      </p:sp>
      <p:pic>
        <p:nvPicPr>
          <p:cNvPr id="9" name="Image 0" descr="/tmp/ppt/imgs/c3_27_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8932" y="1280160"/>
            <a:ext cx="257301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ini bisa langsung disalin sebagai template kontesmu. Perhatikan baris entri basi dan penanganan simpul tak terjangkau.</a:t>
            </a:r>
            <a:endParaRPr lang="en-US" sz="1300" dirty="0"/>
          </a:p>
        </p:txBody>
      </p:sp>
      <p:pic>
        <p:nvPicPr>
          <p:cNvPr id="4" name="Image 0" descr="/tmp/ppt/imgs/c3_28_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2091" y="1993392"/>
            <a:ext cx="2324770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O((n + m) log n), sekitar 10^7 operasi pada batas terbesar. Untuk n = 2 x 10^5, gunakan scanf atau matikan sinkronisasi cin agar pembacaan input tidak menjadi hambatan.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Dua soal terakhir memerlukan varian, bukan Dijkstra polos.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Shortest Routes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standar, perhatikan long long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Flight Discount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Node splitting: dua lapis 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Investigation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banyak jalur terpendek sekaligus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20C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Dijkstra dengan rekonstruksi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Monsters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multi-sumber lalu BFS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= BFS dengan antrian berprioritas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sudah paham BFS, Dijkstra hanya mengganti queue biasa dengan min-heap dan mengganti "jumlah sisi" dengan "total bobot".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mutlaknya bobot tak negatif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kebenaran algoritma bertumpu pada asumsi ini. Periksa batasan soal sebelum menulis satu baris pun.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Entri basi itu normal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Membiarkan entri lama menumpuk lalu membuangnya saat keluar jauh lebih sederhana daripada mencoba menghapusnya dari heap.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adalah varian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kontes jarang meminta Dijkstra polos. Yang berubah biasanya isi state atau cara membandingkan dua kandidat — kerangkanya tetap sama.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