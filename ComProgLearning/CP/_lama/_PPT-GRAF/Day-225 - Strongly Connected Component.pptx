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Strongly Connected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Mengerutkan graf berarah menjadi DAG — pintu masuk banyak soal Div 2 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mengelompokkan simpul yang saling bisa mencapai pada graf berarah, dan setelah dikerutkan graf apa pun berubah menjadi DAG.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 dua arah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berada di SCC yang sama bila u bisa mencapai v DAN v bisa mencapai u. Berbeda dengan graf tak berarah, di mana DFS biasa sudah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selalu DAG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setiap SCC dikerutkan menjadi satu simpul, hasilnya pasti tanpa siklus. Bila ada siklus, seluruh SCC di dalamnya seharusnya satu SCC — bertentangan.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Kosaraju: dua kali DFS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pada graf asli mencatat urutan selesai; DFS kedua pada graf dibalik, dijalankan pada urutan terbalik, menyapu satu SCC per pemanggilan.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SCC-nya sudah topologis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memberikannya gratis, sehingga DP pada condensation graph bisa langsung dijalankan tanpa topological sort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graf berarah yang punya siklus, dan pertanyaan yang menyangkut keterjangkauan dua 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berarah punya siklus dan soal berbicara tentang saling mencapai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menyederhanakan graf berarah menjadi DAG sebelum menjalankan DP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2-SAT: memeriksa apakah sekumpulan syarat logika bisa dipenuhi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sisi minimum agar seluruh graf menjadi kuat terhubung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tak berarah — pakai DFS biasa atau DSU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sudah DAG — langsung topological sort saja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tahu apakah satu simpul bisa mencapai satu simpul lain — BFS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SCC sebenarnya soal DAG yang menunggu grafnya dikerutkan. Setelah condensation dibangun, soalnya biasanya menjadi jalur terpanjang atau penghitungan jalur.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(Day 119)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siklus (Day 118)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&amp; articulation 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Block-cut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Strongly Connected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Mengerutkan graf berarah menjadi DAG dengan dua kali DFS.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adalah materi graf pertama yang benar-benar terasa sebagai "alat pemrosesan awal": ia jarang menjadi jawaban akhir, tetapi membuka pintu untuk teknik lain.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Condensation Graph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Condensation Selalu DAG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Kosaraju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Kosaraju Benar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Condensation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2-SAT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Saling mencapai pada graf berarah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SCC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di baris 10 adalah alasan sebenarnya SCC dipelajari. Bacalah sampai benar-benar jelas.</a:t>
            </a:r>
            <a:endParaRPr lang="en-US" sz="1300" dirty="0"/>
          </a:p>
        </p:txBody>
      </p:sp>
      <p:pic>
        <p:nvPicPr>
          <p:cNvPr id="4" name="Image 0" descr="/tmp/ppt/imgs/c1_7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479" y="1755648"/>
            <a:ext cx="397799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dikerutkan, graf berarah apa pun menjadi DAG. Dan pada DAG, topological sort serta DP langsung bisa dipakai — itulah nilai tambah terbesarnya.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SCC-nya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1, 2, 3 saling mencapai lewat lingkaran. Begitu pula 4, 5, 6. Tetapi dari 4 tidak ada jalan kembali ke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2679192"/>
            <a:ext cx="1188720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157069" y="2911815"/>
            <a:ext cx="623621" cy="99779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323208" y="2918283"/>
            <a:ext cx="553983" cy="984859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2679192"/>
            <a:ext cx="11887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57414" y="2873166"/>
            <a:ext cx="892213" cy="892213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261536" y="4095453"/>
            <a:ext cx="1443887" cy="825078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094676" y="2944080"/>
            <a:ext cx="497448" cy="184766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40487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368503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478231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490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1 (hijau)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 2, 3}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3 -&gt;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 2 (kuning)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{4, 5, 6}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5 -&gt; 6 -&gt; 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2 -&gt; 4 menghubungkan kedua SCC, tetapi tidak ada jalan kembali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dikerutkan, tersisa dua simpul dengan satu sisi berarah di antaranya — sebuah DAG. Inilah condensation graph-nya.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Kosaraju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DFS: satu pada graf asli untuk mencatat urutan selesai, satu pada graf dibalik untuk menandai komponen.</a:t>
            </a:r>
            <a:endParaRPr lang="en-US" sz="1300" dirty="0"/>
          </a:p>
        </p:txBody>
      </p:sp>
      <p:pic>
        <p:nvPicPr>
          <p:cNvPr id="4" name="Image 0" descr="/tmp/ppt/imgs/c1_10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359" y="1993392"/>
            <a:ext cx="336623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urutan dicatat SETELAH seluruh keturunan selesai, bukan saat simpul dimasuki. Ini yang disebut urutan pasca-kunjungan.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loop. Yang kedua berjalan pada urutan TERBALIK dari yang dicatat pada langkah pertama.</a:t>
            </a:r>
            <a:endParaRPr lang="en-US" sz="1300" dirty="0"/>
          </a:p>
        </p:txBody>
      </p:sp>
      <p:pic>
        <p:nvPicPr>
          <p:cNvPr id="4" name="Image 0" descr="/tmp/ppt/imgs/c1_11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89" y="1755648"/>
            <a:ext cx="373057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Bonus di baris terakhir sangat berguna: nomor SCC dari Kosaraju sudah tersusun dalam urutan topologis, sehingga DP pada condensation bisa langsung dijalankan tanpa toposort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Kosaraju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Intuisinya berputar pada satu pengamatan: simpul yang selesai paling akhir pasti berada di SCC sumber.</a:t>
            </a:r>
            <a:endParaRPr lang="en-US" sz="1300" dirty="0"/>
          </a:p>
        </p:txBody>
      </p:sp>
      <p:pic>
        <p:nvPicPr>
          <p:cNvPr id="4" name="Image 0" descr="/tmp/ppt/imgs/c1_12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2059" y="1755648"/>
            <a:ext cx="438483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graf dibalik, SCC sumber menjadi SCC tujuan sehingga DFS dari sana terkurung di dalamnya. Karena itu satu pemanggilan menyapu tepat satu komponen.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Kosaraju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dua komponen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DFS pada Graf Asli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dari simpul 1 menelusuri seluruh graf. Urutan selesai dicatat saat rekursi kembali naik.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selesai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6, 5, 4, 3, 2, 1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selesai TERAKHIR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adalah simpul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1 ada di SCC sumber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= [6, 5, 4, 3, 2, 1]      diproses terbalik: 1, 2, 3, 4, 5, 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pastinya bergantung pada urutan tetangga di adjacency list, tetapi sifat "yang selesai terakhir ada di SCC sumber" selalu berlaku.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DFS pada Graf Dibalik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sisi dibalik arahnya. DFS dimulai dari simpul 1, yaitu yang selesai paling akhir tadi.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graf DIBALIK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1 bisa dicapai: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(lewat 1-&gt;3)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(lewat 3-&gt;2)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4, 5, 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terjangkau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 pertama = {1, 2, 3}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 ke 4 pada graf asli menjadi 4 ke 2 setelah dibalik, sehingga dari simpul 1 tidak ada jalan menuju 4. Itulah yang mengurung DFS di dalam satu SCC.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Komponen Berikutnya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berikutnya pada urutan terbalik yang belum tertandai adalah 4. DFS kedua menyapu SCC sisanya.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kedua = {4, 5, 6}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komp[1] = komp[2] = komp[3] = 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komp[4] = komp[5] = komp[6] =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banyak SCC =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condensation: SCC 0  -&gt;  SCC 1      (sebuah DAG)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 yang dihasilkan sudah dalam urutan topologis: SCC 0 berada sebelum SCC 1. Sifat ini gratis dan sangat memudahkan DP setelahnya.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&amp; 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dilakukan setelah dikerutkan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Condensation Graph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setiap simpul punya nomor SCC, membangun graf antar-SCC hanya butuh satu penyapuan sisi.</a:t>
            </a:r>
            <a:endParaRPr lang="en-US" sz="1300" dirty="0"/>
          </a:p>
        </p:txBody>
      </p:sp>
      <p:pic>
        <p:nvPicPr>
          <p:cNvPr id="4" name="Image 0" descr="/tmp/ppt/imgs/c1_18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673" y="1755648"/>
            <a:ext cx="3773607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sisi ganda: dua SCC bisa terhubung oleh banyak sisi asli. Bila soal peduli pada banyaknya sisi, buang duplikatnya dengan sort dan unique.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SCC sebenarnya adalah soal DAG yang menunggu grafnya dikerutkan lebih dulu.</a:t>
            </a:r>
            <a:endParaRPr lang="en-US" sz="1300" dirty="0"/>
          </a:p>
        </p:txBody>
      </p:sp>
      <p:pic>
        <p:nvPicPr>
          <p:cNvPr id="4" name="Image 0" descr="/tmp/ppt/imgs/c1_19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7840" y="1755648"/>
            <a:ext cx="409327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ketiga, 2-SAT, adalah salah satu penggunaan SCC yang paling elegan: soal logika berubah menjadi soal graf, dan jawabannya terbaca langsung dari nomor komponennya.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atau Tarjan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E). Pilih berdasarkan mana yang lebih mudah kamu ingat dengan benar.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Kosaraju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Banyaknya 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graf dibalik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Ya, memori dua kali lipat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Kemudahan diingat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mudah; idenya jelas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memahami low-link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 hasil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Sudah topologis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Terbalik dari topologis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Kecepatan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lambat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cepat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bawaan saat kontes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memori ketat atau sudah terbiasa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Kuat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dengan n simpul dan m sisi. Keluarkan banyaknya strongly connected component, lalu nomor komponen setiap simpul. Simpul dalam komponen yang sama harus bernomor sama.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punya sisi ganda dan self-loop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_22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466" y="1280160"/>
            <a:ext cx="21659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graf dibalik dibangun langsung saat membaca input — tidak perlu penyapuan tambahan.</a:t>
            </a:r>
            <a:endParaRPr lang="en-US" sz="1300" dirty="0"/>
          </a:p>
        </p:txBody>
      </p:sp>
      <p:pic>
        <p:nvPicPr>
          <p:cNvPr id="4" name="Image 0" descr="/tmp/ppt/imgs/c1_23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751" y="1755648"/>
            <a:ext cx="1889449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m). Untuk n = 2 x 10^5, DFS rekursif pada graf berbentuk rantai berisiko stack overflow — pada kontes, pertimbangkan versi iteratif atau naikkan batas stack.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SCC langsung; tiga berikutnya memakai condensation graph.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and Kingdoms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SCC standar dengan penomoran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Coin Collector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Kerutkan SCC lalu DP jalur terpanjang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Routes Check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Memeriksa apakah seluruh graf satu SCC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Giant Pizza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2-SAT dengan implication graph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427C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SCC dengan penghitungan cara memilih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selalu berupa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nilai tambah terbesar SCC: graf berarah apa pun berubah menjadi DAG, tempat toposort dan DP langsung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Kosaraju: dua DFS, satu dibalik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mencatat urutan selesai; DFS kedua pada graf dibalik menyapu satu SCC per pemanggilan.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SCC-nya sudah topologis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memberikannya gratis, sehingga DP pada condensation bisa langsung dijalankan tanpa topological sort tambahan.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soal SCC adalah soal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dikerutkan, soalnya biasanya menjadi jalur terpanjang, penghitungan jalur, atau pemeriksaan sumber dan tujuan.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2026-09-01T05:23:04Z</dcterms:created>
  <dcterms:modified xsi:type="dcterms:W3CDTF">2026-09-01T05:23:04Z</dcterms:modified>
</cp:coreProperties>
</file>