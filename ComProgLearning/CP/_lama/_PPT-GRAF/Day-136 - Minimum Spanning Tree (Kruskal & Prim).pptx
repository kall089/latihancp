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Menyambungkan semua titik dengan biaya sekecil mungkin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adalah cara termurah menyambungkan semua simpul tanpa membentuk lingkaran. Kruskal menyelesaikannya dengan sort ditambah DSU.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tree: semua terhubung, tanpa siklus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Akibatnya, sebuah spanning tree pada n simpul selalu punya tepat n - 1 sisi. Minimum spanning tree adalah yang total bobotnya terkecil.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Kruskal: greedy termurah dulu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seluruh sisi dari termurah, lalu ambil setiap sisi yang tidak membentuk siklus. DSU memeriksa siklusnya dalam waktu hampir konstan.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Prim: Dijkstra yang diubah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dimasukkan ke priority queue adalah bobot sisi, bukan jarak kumulatif. Prim menumbuhkan satu pohon; Kruskal menggabungkan potongan yang tersebar.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bukan pohon jarak terpendek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meminimalkan TOTAL seluruh sisi. Jarak antar dua simpul di dalam MST bisa jauh lebih besar daripada jarak terpendek pada graf aslinya.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utamanya adalah "semua". Bila hanya dua titik yang harus terhubung, itu soal jarak terpendek.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Menghubungkan SEMUA titik dengan total biaya minimum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kabel, pipa, jalan, atau jaringan yang harus menjangkau semua lokasi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Meminimalkan sisi TERBESAR yang dipakai — MST melakukannya secara gratis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berapa kelompok tersisa setelah k penggabungan termurah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jalur antara dua titik — itu jarak terpendek, bukan MST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berarah — MST didefinisikan untuk graf tak berarah; kasus berarah adalah arborescence yang jauh lebih sulit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batasan tambahan seperti derajat maksimum tiap simpul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 sisi yang terkumpul kurang dari n - 1, grafnya tidak terhubung sehingga MST tidak ada. Banyak soal meminta -1 di situ.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(Day 134)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Second-best MST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cut &amp; cycle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clustering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Spanning Tree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dengan DSU, atau Prim dengan priority queue.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adalah contoh greedy yang kebenarannya bisa dibuktikan dengan rapi. Bila kamu ingin melihat kenapa greedy kadang benar, inilah contoh terbaiknya.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Sifat MST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Greedy Kruskal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Kruskal Lengkap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&amp; Bedanya dengan Dijkstra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Kruskal atau Prim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Sifat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harus benar-benar jelas sebelum menulis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Spanning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perlahan, terutama catatan terakhir. Menyamakan MST dengan jarak terpendek adalah kesalahan konsep yang sangat sering terjadi.</a:t>
            </a:r>
            <a:endParaRPr lang="en-US" sz="1300" dirty="0"/>
          </a:p>
        </p:txBody>
      </p:sp>
      <p:pic>
        <p:nvPicPr>
          <p:cNvPr id="4" name="Image 0" descr="/tmp/ppt/imgs/c7_7_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3345" y="1993392"/>
            <a:ext cx="396226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meminimalkan TOTAL bobot seluruh sisi, bukan jarak antar sepasang simpul. Kedua tujuan itu berbeda dan umumnya menghasilkan pohon yang berbeda pula.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MST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kata kunci yang hampir selalu menandakan soal MST.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"Hubungkan semua ... dengan biaya minimum"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"semua" adalah petunjuk utamanya. Bila hanya dua titik yang harus terhubung, itu soal jarak terpendek, bukan MST.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kabel / jalan / pipa paling sedikit"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jawabannya diukur dalam total panjang atau total biaya, dan syaratnya semua titik terjangkau, itu MST.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"Minimalkan sisi TERBESAR yang dipakai"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soal bottleneck. MST secara otomatis meminimalkan sisi terbesarnya, jadi jawabannya adalah sisi terberat di dalam MST.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kelompok tersisa setelah ..."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Kruskal yang dihentikan lebih awal. Bila kamu berhenti setelah k penggabungan, sisa komponennya adalah n - 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sisi termurah selama tidak membentuk siklus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adalah greedy paling sederhana yang bisa dibayangkan — dan ia terbukti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sisi dari termurah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sisi diurutkan menaik berdasarkan bobot. Inilah bagian yang menentukan kompleksitas, yaitu O(m log m).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bila tidak buat siklus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sisi, periksa apakah kedua ujungnya sudah terhubung. Bila belum, ambil sisi itu. Bila sudah, lewati.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(gabung(a,b))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n - 1 sisi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terkumpul n-1 sisi, pohonnya sudah lengkap. Bila sisi habis sebelum itu, berarti grafnya tidak terhubung.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dipakai == n - 1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Kruskal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sembilan 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Semua Sisi Diurutkan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 ada sisi yang dipilih. Daftar di kanan sudah diurutkan dari bobot terkecil.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624328"/>
            <a:ext cx="0" cy="100584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624328"/>
            <a:ext cx="0" cy="100584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624328"/>
            <a:ext cx="0" cy="100584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terurut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(1)   2-4 (2)   5-6 (2)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(3)   1-2 (4)   3-4 (5)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4-5 (6)   2-5 (7)   4-6 (8)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6 - 1 = 5 sisi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" y="5294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1832" y="5385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urutkan m sisi  -&gt;  O(m log m)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" y="5733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inilah biaya terbesar Kruskal. Sisanya hampir gratis karena DSU berjalan mendekati konstan.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Tiga Sisi Termurah Langsung Diambil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1-3, 2-4, dan 5-6 tidak bersinggungan sama sekali, sehingga ketiganya aman diambil berturut-turut.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624328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624328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35000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522610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3904488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758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624328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298094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Diambil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(1)   gabung -&gt; true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2-4 (2)   gabung -&gt; true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5-6 (2)   gabung -&gt; true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kelompok: {1,3} {2,4} {5,6}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5      dipakai = 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" y="5678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1832" y="5769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 + 2 + 2 = 5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" y="6117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pohon belum terbentuk. Yang ada masih tiga kelompok terpisah — dan itu normal pada pertengahan Kruskal.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Sisi yang Ditolak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2-3 menyatukan dua kelompok sehingga diambil. Tetapi sisi 1-2 berikutnya ditolak karena kedua ujungnya sudah sekelompok.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587752"/>
            <a:ext cx="1371600" cy="0"/>
          </a:xfrm>
          <a:prstGeom prst="line">
            <a:avLst/>
          </a:prstGeom>
          <a:noFill/>
          <a:ln w="12700">
            <a:solidFill>
              <a:srgbClr val="F0736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760354"/>
            <a:ext cx="1493812" cy="1209277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58775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760354"/>
            <a:ext cx="1493812" cy="1209277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8679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8679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8679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Diproses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(3)   gabung -&gt; true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 (4)   gabung -&gt; FALSE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3-4 (5)   gabung -&gt; FALSE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kelompok: {1,2,3,4} {5,6}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8      dipakai = 4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" y="5916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1832" y="6007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merah ditolak: 1 dan 2 sudah terhubung lewat 1-3-2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" y="6355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gunanya DSU. Memeriksa siklus dengan DFS setiap kali akan memakan O(n) per sisi; DSU melakukannya hampir konstan.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Pohon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4-5 menyatukan dua kelompok terakhir. Setelah lima sisi terkumpul, algoritma berhenti tanpa memeriksa sisa sisi.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54480" y="258775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0253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493374" y="2760354"/>
            <a:ext cx="1493812" cy="1209277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0253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320040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6265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55448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0253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474720" y="258775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2277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3413614" y="2760354"/>
            <a:ext cx="1493812" cy="1209277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92277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620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474720" y="4142232"/>
            <a:ext cx="137160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922776" y="39959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1E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5120640" y="2862072"/>
            <a:ext cx="0" cy="100584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82896" y="32186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227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231343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231343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260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31343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587752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terbentuk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 (1)   2-4 (2)   5-6 (2)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(3)   4-5 (6)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sisi = n - 1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1832" y="56235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bobot MST = 1 + 2 + 2 + 3 + 6 = 14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" y="59710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2-5 (7) dan 4-6 (8) tidak pernah diperiksa karena algoritma sudah berhenti. Inilah gunanya break saat dipakai mencapai n-1.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Kruskal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dari Day 134 dipakai apa adanya. Kruskal sendiri hanya sepuluh baris terakhir.</a:t>
            </a:r>
            <a:endParaRPr lang="en-US" sz="1300" dirty="0"/>
          </a:p>
        </p:txBody>
      </p:sp>
      <p:pic>
        <p:nvPicPr>
          <p:cNvPr id="4" name="Image 0" descr="/tmp/ppt/imgs/c7_16_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1640" y="1755648"/>
            <a:ext cx="334110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sisi menyimpan kedua ujung dan bobotnya. Bila kamu memakai array&lt;ll,3&gt; dengan bobot di indeks nol, sort bawaan sudah cukup tanpa lambda.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gabung inilah pemeriksa siklusnya. False berarti kedua ujung sudah terhubung, sehingga sisi ini akan membentuk lingkaran.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adalah bagian termahal: O(m log m). DSU di bawahnya praktis konstan, jadi total kompleksitasnya ditentukan oleh sort.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Inisialisasi DSU harus dilakukan setelah membaca n. Pada soal multi-testcase, ini wajib diulang setiap kasus.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 setelah n-1 sisi menghemat waktu, terutama bila m jauh lebih besar dari 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 sisi terkumpul kurang dari n-1, grafnya tidak terhubung sehingga MST tidak ada. Banyak soal meminta -1 atau IMPOSSIBLE di sini.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yang mirip Dijkstra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Prim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sudah hafal Dijkstra, Prim hanya berbeda pada satu baris. Perhatikan isi yang dimasukkan ke priority queue.</a:t>
            </a:r>
            <a:endParaRPr lang="en-US" sz="1300" dirty="0"/>
          </a:p>
        </p:txBody>
      </p:sp>
      <p:pic>
        <p:nvPicPr>
          <p:cNvPr id="4" name="Image 0" descr="/tmp/ppt/imgs/c7_18_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772" y="1993392"/>
            <a:ext cx="3031409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menumbuhkan satu pohon dari satu titik, sementara Kruskal menggabungkan banyak potongan yang tersebar. Keduanya menghasilkan total bobot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vs Dijkstra — Satu Baris Pembeda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algoritma terlihat identik. Perbedaannya kecil tetapi mengubah arti jawabannya sepenuhnya.</a:t>
            </a:r>
            <a:endParaRPr lang="en-US" sz="1300" dirty="0"/>
          </a:p>
        </p:txBody>
      </p:sp>
      <p:pic>
        <p:nvPicPr>
          <p:cNvPr id="4" name="Image 0" descr="/tmp/ppt/imgs/c7_19_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1185" y="1755648"/>
            <a:ext cx="480658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MST bukan pohon jarak terpendek. Jangan pernah menjawab soal jarak terpendek dengan MST, atau sebaliknya.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Kruskal atau Prim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Kruskal menang hampir selalu. Prim baru unggul pada satu situasi khusus.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O(m log m)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O(m log n) dengan heap, O(n²) dengan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jarang (m kecil)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padat, m mendekati n², terutama bila diberi matriks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apa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dan 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Adjacency list dan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 bila DSU sudah dihafal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 bila Dijkstra sudah dihafal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tak terhubung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Terdeteksi sendiri: sisi terkumpul &lt; n-1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pemeriksaan tambahan setelah loop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Rekomendasi kontes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utama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bila input berupa matriks jarak n x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&amp; 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sering muncul di Div 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Varian yang Sering Keluar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berangkat dari Kruskal yang sama. Yang berubah hanya cara membaca hasilnya.</a:t>
            </a:r>
            <a:endParaRPr lang="en-US" sz="1300" dirty="0"/>
          </a:p>
        </p:txBody>
      </p:sp>
      <p:pic>
        <p:nvPicPr>
          <p:cNvPr id="4" name="Image 0" descr="/tmp/ppt/imgs/c7_22_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8004" y="1755648"/>
            <a:ext cx="341294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terakhir sangat berguna: bila soal meminta meminimalkan sisi terberat yang dilewati, jawabannya langsung ada di MST tanpa perlu binary search.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Perbaikan Jalan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negara punya n kota dan m ruas jalan rusak, masing-masing dengan biaya perbaikan tertentu. Tentukan biaya minimum agar semua kota saling terhubung. Bila tidak mungkin,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biaya &lt;= 10^9</a:t>
            </a:r>
            <a:endParaRPr lang="en-US" sz="1200" dirty="0"/>
          </a:p>
        </p:txBody>
      </p:sp>
      <p:pic>
        <p:nvPicPr>
          <p:cNvPr id="9" name="Image 0" descr="/tmp/ppt/imgs/c7_23_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8719" y="1280160"/>
            <a:ext cx="265344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trik pada baris pembacaan input: bobot disimpan di indeks nol agar sort bawaan langsung mengurutkan dengan benar.</a:t>
            </a:r>
            <a:endParaRPr lang="en-US" sz="1300" dirty="0"/>
          </a:p>
        </p:txBody>
      </p:sp>
      <p:pic>
        <p:nvPicPr>
          <p:cNvPr id="4" name="Image 0" descr="/tmp/ppt/imgs/c7_24_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3203" y="1993392"/>
            <a:ext cx="236254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O(m log m) yang didominasi pengurutan. Total bobot bisa mencapai 10^5 x 10^9 = 10^14, jadi long long wajib dipakai untuk akumulatornya.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MST langsung; tiga berikutnya menuntut modifikasi.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Reparation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standar, deteksi tak terhubung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1245D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MST dengan simpul virtual (biaya membangun sendiri)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609E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Sisi wajib dipakai, hitung MST untuk tiap 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Road Construction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Kruskal parsial, laporkan komponen per langkah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1108F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sisi yang harus dinaikkan agar MST tunggal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bukan jarak terpendek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meminimalkan total seluruh sisi. Jarak antar dua simpul di dalam MST bisa jauh lebih besar daripada jarak terpendek pada graf aslinya.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= sort + DSU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DSU sudah kamu hafal, Kruskal hanya tambahan sepuluh baris. Inilah alasan Day 134 dipelajari lebih dulu.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 adalah Dijkstra yang diubah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dimasukkan ke antrian adalah bobot sisi, bukan jarak kumulatif. Perbedaan kecil itulah yang mengubah artinya.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meminimalkan sisi terberatnya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ini gratis dan sering menjadi kunci soal bottleneck. Tidak perlu binary search atau pencarian tambahan.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