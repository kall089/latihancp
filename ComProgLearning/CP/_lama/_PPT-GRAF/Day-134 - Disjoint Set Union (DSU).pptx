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Disjoint Set Union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terpendek yang paling sering menyelamatkan di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saja: gabungkan dua kelompok, dan apakah dua elemen sudah sekelompok. Kesederhanaan itulah yang membuatnya muncul di mana-mana.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pohon, bukan warna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Identitas sebuah kelompok adalah akar pohonnya. Menggabung berarti menempelkan satu akar ke akar lain — satu operasi, bukan n operasi.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membuatnya hampir konstan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memendekkan jalur saat pencarian; union by size mencegah pohon memanjang. Selisih kodenya hanya tiga baris.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memisah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hanya bisa menggabung. Bila soal meminta penghapusan sisi, triknya biasanya memproses query dari belakang ke depan sehingga penghapusan berubah menjadi penambahan.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sangat berguna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 berarti benar-benar terjadi penggabungan. Dari satu bool itu kamu mendapat Kruskal, penghitungan komponen, dan deteksi siklus sekaligus.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Samarannya banyak sekali: pulau, teman, kabel, jaringan, kelompok. Semuanya DSU.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 terhubung atau ukuran kelompok terbesar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dua elemen sudah terhubung, dijalankan ratusan ribu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untuk minimum spanning 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pada graf tak berarah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memisahkan kelompok yang sudah digabung — cari DSU with rollback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antar simpul, bukan sekadar terhubung atau tidak — pakai BFS atau Dijkstra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berarah dan arah itu penting — DSU tidak menyimpan arah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sering: menulis if (par[a] == par[b]). Yang benar selalu if (cari(a) == cari(b)), karena par hanya menunjuk satu tingkat ke atas.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Kruskal (Day 136)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berbobot / parity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offline terbalik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Disjoint Set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(DSU)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operasi, lima belas baris, dipakai di sangat banyak soal.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adalah struktur data dengan rasio manfaat terhadap panjang kode yang paling tinggi. Sebaiknya sudah ada di template kontesmu dan bisa ditulis tanpa berpikir.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 DSU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Pohon Perwakilan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15 Baris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MST, Komponen, Siklus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operasi, dijalankan ratusan ribu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saja. Kesederhanaan itulah yang membuatnya muncul di mana-mana.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dua kelompok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 dua elemen a dan b, satukan kelompok tempat keduanya berada menjadi satu kelompok. Operasi ini disebut union.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dua elemen sekelompok?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 dua elemen a dan b, jawab apakah keduanya sudah berada di kelompok yang sama. Operasi ini disebut find.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bisa dilakukan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tidak bisa memisah kelompok yang sudah digabung. Bila soal meminta penghapusan sisi, biasanya trik-nya adalah memproses query dari belakang ke depan.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 di soal kontes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banyak pulau?", "Apakah kedua kota terhubung?", "Berapa kabel minimum agar semua terhubung?", "Apakah pertemanan ini membentuk lingkaran?" — semuanya DSU.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dan 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nomor kelompok secara langsung membuat pengecekan sangat cepat, tetapi penggabungannya menjadi mahal.</a:t>
            </a:r>
            <a:endParaRPr lang="en-US" sz="1300" dirty="0"/>
          </a:p>
        </p:txBody>
      </p:sp>
      <p:pic>
        <p:nvPicPr>
          <p:cNvPr id="4" name="Image 0" descr="/tmp/ppt/imgs/c6_8_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3355" y="1993392"/>
            <a:ext cx="4982243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pertukaran klasik: satu operasi dibuat cepat dengan mengorbankan yang lain. DSU memecahkannya dengan tidak menyimpan warna sama sekali, melainkan menyimpan struktur pohon.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Pohon Perwakilan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kelompok diwakili satu akar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tiga kalimat ini masuk akal, kode 15 barisnya akan terasa jelas dengan sendirinya.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kelompok punya satu akar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kelompok tidak disimpan. Yang disimpan hanya "siapa orang tuaku". Identitas kelompok adalah akar pohonnya.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par[x]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= menempelkan akar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menyatukan dua kelompok, cukup buat akar yang satu menunjuk akar yang lain. Satu operasi, bukan n operasi.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par[akarA] = akarB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pohon tetap rata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dipakai bersama: path compression memendekkan jalur saat pencarian, dan union by size mencegah pohon memanjang.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hampir O(1)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Paling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sudah benar, hanya belum cepat. Pahami dulu bentuk dasarnya sebelum menambahkan optimasi.</a:t>
            </a:r>
            <a:endParaRPr lang="en-US" sz="1300" dirty="0"/>
          </a:p>
        </p:txBody>
      </p:sp>
      <p:pic>
        <p:nvPicPr>
          <p:cNvPr id="4" name="Image 0" descr="/tmp/ppt/imgs/c6_11_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055" y="1755648"/>
            <a:ext cx="429484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bila sisi digabung berurutan 1-2, 2-3, 3-4, ..., pohonnya berubah menjadi rantai lurus sepanjang n, sehingga tiap pencarian kembali menjadi O(n).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Path Compression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pohon memendek sendiri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 Memanjang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menggabung 1-2, 2-3, 3-4, 4-5 secara berurutan, pohonnya berbentuk rantai. Mencari akar dari 5 butuh empat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275234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348386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421538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4946904"/>
            <a:ext cx="914" cy="21945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72768" y="224028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7276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297180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276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370332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72768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72768" y="4434840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434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72768" y="51663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2768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24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cari(5)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5 -&gt; 4 -&gt; 3 -&gt; 2 -&gt; 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langkah untuk satu pencarian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 n = 200000 rantai penuh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200000 langkah per query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916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6007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pohon = 4      biaya cari(5) = O(kedalaman)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355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seperti ini bukan kasus buatan. Ia muncul secara alami bila sisi diberikan berurutan pada input soal.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Rekursi Menemukan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 cari(5) menelusuri sampai akar. Saat rekursi kembali naik, setiap simpul yang dilewati langsung dipasang ke akar.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275234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348386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421538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4946904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72768" y="224028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7276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297180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276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370332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72768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72768" y="4434840"/>
            <a:ext cx="512064" cy="512064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434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72768" y="51663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2768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24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ajaibnya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par[x] = cari(par[x]);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rekursi turun mencari akar,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lalu saat kembali naik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par[x] ditimpa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dengan akar yang ditemukan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916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6007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par[5] = par[4] = par[3] = par[2] = 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355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terjadi sebagai efek samping dari nilai kembalian rekursi. Tidak ada loop tambahan, tidak ada biaya tambahan.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Pohon Menjadi Rata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satu kali pemanggilan, seluruh simpul pada jalur langsung menunjuk akar. Pencarian berikutnya hanya satu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648907" y="2855277"/>
            <a:ext cx="1365626" cy="1293751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732724" y="2922085"/>
            <a:ext cx="386711" cy="1160133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3293198" y="2917815"/>
            <a:ext cx="454484" cy="116867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 flipV="1">
            <a:off x="3390707" y="2850468"/>
            <a:ext cx="1448186" cy="1303367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44368" y="242316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0700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0700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9572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9572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8444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4069080"/>
            <a:ext cx="512064" cy="512064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kompresi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cari(2) -&gt; 1 langkah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cari(3) -&gt; 1 langkah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cari(4) -&gt; 1 langkah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cari(5) -&gt; 1 langkah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biaya rata-rata: hampir O(1)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5916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6007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pohon = 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6355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Digabung dengan union by size, kompleksitas gabungannya adalah O(alpha(n)) — fungsi yang nilainya di bawah 5 untuk n sebesar atom di alam semesta. Praktisnya konstan.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Dijelaskan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ini adalah inti DSU. Perhatikan bentuk pohon sebelum dan sesudahnya.</a:t>
            </a:r>
            <a:endParaRPr lang="en-US" sz="1300" dirty="0"/>
          </a:p>
        </p:txBody>
      </p:sp>
      <p:pic>
        <p:nvPicPr>
          <p:cNvPr id="4" name="Image 0" descr="/tmp/ppt/imgs/c6_16_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6197" y="1755648"/>
            <a:ext cx="4236557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Penulisan ringkasnya: return par[x] == x ? x : par[x] = cari(par[x]); — dua baris menjadi satu, dan inilah bentuk yang biasa dipakai di kontes.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disalin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Siap 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belas baris efektif. Perhatikan bahwa gabung mengembalikan bool — nilai itu sangat berguna pada aplikasi nanti.</a:t>
            </a:r>
            <a:endParaRPr lang="en-US" sz="1300" dirty="0"/>
          </a:p>
        </p:txBody>
      </p:sp>
      <p:pic>
        <p:nvPicPr>
          <p:cNvPr id="4" name="Image 0" descr="/tmp/ppt/imgs/c6_18_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502" y="1993392"/>
            <a:ext cx="4103379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array: par menyimpan orang tua, sz menyimpan ukuran kelompok yang akarnya adalah indeks itu. sz hanya bermakna pada simpul akar.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compression. Bentuk rekursif ini paling ringkas dan aman untuk n sampai sekitar 10^6 karena kedalamannya sudah tertekan.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panggil cari pada kedua elemen lebih dulu. Menggabungkan tanpa mencari akar adalah bug yang sangat sulit ditemukan.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akarnya sama, keduanya sudah sekelompok. Mengembalikan false di sini adalah cara paling praktis mendeteksi siklus.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Union by size: pohon yang lebih kecil ditempelkan ke pohon yang lebih besar. Ini menjaga kedalaman tetap logaritmik bahkan tanpa kompresi.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true berarti benar-benar terjadi penggabungan. Kruskal dan penghitungan komponen bergantung pada nilai ini.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Optimasi dan Efeknya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boleh dipakai sendiri-sendiri, tetapi kombinasinya jauh lebih kuat daripada jumlah keduanya.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0448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 per operasi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cukup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optimasi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kasus terburuk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pernah. Selalu pakai minimal satu optimasi.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path compression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amortisasi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untuk hampir semua soal kontes. Kodenya paling pendek.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union by size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 terjamin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kamu butuh pohon aslinya utuh, misalnya pada DSU dengan rollback.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O(alpha(n)), praktis konstan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Standar. Selisih kodenya hanya tiga baris — tidak ada alasan untuk tidak memakainya.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di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DSU sebenarnya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 — Kruskal untuk MST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terbesar DSU dipelajari. Urutkan sisi dari termurah, lalu ambil selama tidak membentuk siklus.</a:t>
            </a:r>
            <a:endParaRPr lang="en-US" sz="1300" dirty="0"/>
          </a:p>
        </p:txBody>
      </p:sp>
      <p:pic>
        <p:nvPicPr>
          <p:cNvPr id="4" name="Image 0" descr="/tmp/ppt/imgs/c6_21_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179" y="1993392"/>
            <a:ext cx="3806593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inilah pemeriksa siklusnya. Bila false, kedua ujung sisi sudah terhubung sehingga menambahkannya hanya akan membentuk lingkaran.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memakai DSU yang sama persis. Yang berubah hanya cara membaca hasilnya.</a:t>
            </a:r>
            <a:endParaRPr lang="en-US" sz="1300" dirty="0"/>
          </a:p>
        </p:txBody>
      </p:sp>
      <p:pic>
        <p:nvPicPr>
          <p:cNvPr id="4" name="Image 0" descr="/tmp/ppt/imgs/c6_22_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446" y="1755648"/>
            <a:ext cx="416406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ketiga — membalik urutan query agar penghapusan berubah menjadi penambahan — adalah trik yang sangat sering muncul pada soal Div 2 C ke atas.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membuat DSU memberi jawaban salah atau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memanggil init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multi-testcase, par dan sz wajib diisi ulang setiap testcase. Ini penyebab WA yang paling sulit dilacak karena kode algoritmanya sendiri benar.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par, bukan cari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if (par[a] == par[b]) adalah salah. Yang benar adalah if (cari(a) == cari(b)), karena par hanya menunjuk satu tingkat ke atas.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sz pada simpul yang bukan akar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sz[x] hanya bermakna bila x adalah akar. Untuk mendapat ukuran kelompok sebuah elemen, tulis sz[cari(x)].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memisah kelompok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biasa tidak bisa membatalkan penggabungan. Bila soal memerlukannya, cari kata kunci DSU with rollback atau proses query secara terbalik.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Pulau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orang dan m pertemanan. Dua orang berada dalam satu kelompok bila terhubung langsung atau lewat perantara. Keluarkan banyaknya kelompok dan ukuran kelompok terbesar.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pertemanan boleh berulang</a:t>
            </a:r>
            <a:endParaRPr lang="en-US" sz="1200" dirty="0"/>
          </a:p>
        </p:txBody>
      </p:sp>
      <p:pic>
        <p:nvPicPr>
          <p:cNvPr id="9" name="Image 0" descr="/tmp/ppt/imgs/c6_25_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872" y="1280160"/>
            <a:ext cx="25331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komponen dihitung dengan mengurangi setiap kali penggabungan berhasil, dan ukuran terbesar dibaca hanya dari simpul akar.</a:t>
            </a:r>
            <a:endParaRPr lang="en-US" sz="1300" dirty="0"/>
          </a:p>
        </p:txBody>
      </p:sp>
      <p:pic>
        <p:nvPicPr>
          <p:cNvPr id="4" name="Image 0" descr="/tmp/ppt/imgs/c6_26_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4132" y="1993392"/>
            <a:ext cx="2320688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praktis O((n + m) alpha(n)), yang untuk semua ukuran nyata setara dengan linear. Sisi berulang tidak menimbulkan masalah karena gabung mengembalikan false.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DSU langsung; tiga berikutnya menuntut kamu mengenali DSU di balik samaran.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dan ukuran terbesar secara online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Reparation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untuk MST, deteksi graf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217A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komponen pada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1213G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dengan penghitungan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1157F / DSU parity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berbobot untuk menyimpan hubungan ganjil-genap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menjawab dua pertanyaan saja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dua kelompok, dan tanyakan apakah dua elemen sekelompok. Semua aplikasinya hanyalah dua operasi ini yang dibaca dengan cara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pohon, bukan warna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Identitas kelompok adalah akar pohonnya. Menggabung hanya berarti menempelkan satu akar ke akar lain — satu operasi, bukan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trik membuatnya hampir konstan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compression memendekkan jalur saat pencarian; union by size mencegah pohon memanjang. Selisihnya hanya tiga baris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sangat berguna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 berarti benar-benar bergabung. Dari satu bool itu kamu mendapat Kruskal, penghitungan komponen, dan deteksi siklus sekaligus.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