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Graf, DFS &amp; BFS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Fondasi sebelum DP pada DAG dan DP pada pohon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113–116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113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adalah kumpulan simpul yang dihubungkan sisi. DFS dan BFS adalah dua cara dasar menelusurinya, dan hampir semua algoritma graf dibangun di atas keduanya.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cara menyimpan graf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Adjacency list (paling sering dipakai), adjacency matrix (untuk n kecil atau bila perlu cek sisi dalam O(1)), dan edge list (untuk Kruskal dan Bellman-Ford).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menelusuri sedalam mungkin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masuk ke satu cabang sampai buntu, baru kembali. Cocok untuk komponen terhubung, deteksi siklus, dan topological sort.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menelusuri selapis demi selapis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mengunjungi semua tetangga terdekat lebih dulu. Karena itu BFS otomatis memberi jarak terpendek pada graf tanpa bobot.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O(V + E)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dikunjungi sekali dan setiap sisi diperiksa paling banyak dua kali. Inilah kenapa graf dengan ratusan ribu simpul tetap ringan.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DFS atau BFS berdasarkan apa yang ditanyakan, bukan berdasarkan kebiasaan.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DFS: komponen terhubung, deteksi siklus, topological sort, DP pada pohon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BFS: jarak terpendek pada graf tanpa bobot, penyebaran selapis demi selapis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Keduanya: memeriksa keterjangkauan dari sebuah simpul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bila kedalamannya bisa mencapai ratusan ribu — tidak ada risiko stack overflow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Sisinya berbobot dan ditanya jarak terpendek — pakai Dijkstra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jarak antar semua pasangan pada graf kecil — Floyd-Warshall lebih pendek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perlu tahu apakah dua simpul sekelompok, dengan banyak penggabungan — DSU lebih cepat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BFS, tandai simpul SAAT MASUK antrian, bukan saat keluar. Ini aturan yang paling sering dilanggar dan membuat antrian membengkak.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 &amp; queue (STL)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fill (Day 117)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Deteksi siklus (Day 118)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(Day 127)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Graf, DFS &amp; BFS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Representasi graf dan dua cara dasar menelusurinya.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adalah fondasi seluruh bagian graf. Setiap algoritma graf setelah ini adalah DFS atau BFS yang dimodifikasi.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Istilah Dasar Graf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Cara Menyimpan Graf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— Menelusuri Sedalam Mungkin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DFS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— Menelusuri Lapis demi Lapis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BFS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Istilah Dasar Graf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Kosakata yang dipakai di seluruh materi graf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Istilah yang Wajib Dipahami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adalah kumpulan simpul yang dihubungkan oleh sisi. Sederhana, tetapi memodelkan sangat banyak hal.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dan sisi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adalah objeknya (kota, orang, keadaan). Sisi adalah hubungan antar objek (jalan, pertemanan, langkah).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Berarah dan tak berarah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tak berarah bisa dilalui dua arah. Sisi berarah hanya satu arah. Ini menentukan apakah kita menulis dua push_back atau satu.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Terhubung dan komponen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simpul terhubung bila ada jalur di antaranya. Satu komponen adalah kelompok simpul yang saling terhubung.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Siklus dan DAG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Siklus adalah jalur yang kembali ke titik awal. Graf berarah tanpa siklus disebut DAG — dan DAG inilah yang bisa langsung dipakai untuk DP.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terhubung tanpa siklus, dengan tepat n − 1 sisi. Materi Day 160 sampai 162 seluruhnya bekerja pada pohon.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Cara Menyimpan Graf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Adjacency list dipakai di 90 persen soal. Dua lainnya untuk kasus khusus.</a:t>
            </a:r>
            <a:endParaRPr lang="en-US" sz="1300" dirty="0"/>
          </a:p>
        </p:txBody>
      </p:sp>
      <p:pic>
        <p:nvPicPr>
          <p:cNvPr id="4" name="Image 0" descr="/tmp/ppt/imgs/c0_8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2499" y="1755648"/>
            <a:ext cx="5923955" cy="4133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Representasi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280160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377440"/>
                <a:gridCol w="2560320"/>
                <a:gridCol w="28072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Representasi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Memori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Cek sisi (u,v)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Kapan dipakai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Adjacency list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 + 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O(derajat u)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hampir selalu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Adjacency matrix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O(V²)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1.000, Floyd-Warshall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Edge list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praktis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Kruskal, Bellman-Ford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sedalam mungkin sebelum mundur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 DFS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baris. Perhatikan: tandai sebagai dikunjungi SEBELUM menelusuri tetangganya.</a:t>
            </a:r>
            <a:endParaRPr lang="en-US" sz="1300" dirty="0"/>
          </a:p>
        </p:txBody>
      </p:sp>
      <p:pic>
        <p:nvPicPr>
          <p:cNvPr id="4" name="Image 0" descr="/tmp/ppt/imgs/c0_1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6322" y="1755648"/>
            <a:ext cx="3536308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DFS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dengan 6 simpul dan 4 sisi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Mulai dari Simpul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menandai simpul awal, lalu langsung turun ke tetangga pertamanya.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103120" y="235000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182880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103120" y="353872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512064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554480" y="20756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2350008"/>
            <a:ext cx="4572000" cy="190195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visited = {1}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 turun ke tetangga pertama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yaitu simpul 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" y="463600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47274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dfs(1)  -&gt;  tandai 1, lalu panggil dfs(2)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50749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tidak melihat seluruh tetangga sekaligus. Ia langsung masuk ke yang pertama.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Turun Sedalam Mungkin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simpul 2 buntu, DFS mundur ke 1 lalu turun ke cabang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103120" y="235000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182880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103120" y="353872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512064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554480" y="20756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0756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32644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32644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2350008"/>
            <a:ext cx="4572000" cy="190195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visited = {1, 2, 3, 4}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urutan kunjungan: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1 -&gt; 2 -&gt; (mundur) -&gt; 3 -&gt; 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" y="463600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47274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2 tidak punya tetangga baru  -&gt;  mundur ke 1  -&gt;  turun ke 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50749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arti "sedalam mungkin dulu". DFS baru menoleh ke cabang lain setelah cabang sekarang benar-benar buntu.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Komponen Kedua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5 dan 6 tidak terhubung ke komponen pertama, jadi butuh pemanggilan DFS baru.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103120" y="235000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182880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103120" y="353872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512064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554480" y="20756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0756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32644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32644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0756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2644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dfs(1) selesai: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visited = {1, 2, 3, 4}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5 belum dikunjungi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 komponen baru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 panggil dfs(5)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52486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1832" y="5340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 komponen = banyaknya pemanggilan dfs dari loop utama = 2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" y="56875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cara standar menghitung komponen terhubung: loop seluruh simpul, panggil DFS pada yang belum dikunjungi.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lapis demi lapis, memberi jarak terpendek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 BFS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queue. Perhatikan: tandai visited saat MEMASUKKAN ke queue, bukan saat mengeluarkan.</a:t>
            </a:r>
            <a:endParaRPr lang="en-US" sz="1300" dirty="0"/>
          </a:p>
        </p:txBody>
      </p:sp>
      <p:pic>
        <p:nvPicPr>
          <p:cNvPr id="4" name="Image 0" descr="/tmp/ppt/imgs/c0_17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351" y="1755648"/>
            <a:ext cx="3730249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BFS — Jarak dari Simpul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menyelesaikan seluruh simpul berjarak 1 sebelum menyentuh yang berjarak 2.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103120" y="235000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182880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103120" y="353872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512064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554480" y="20756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700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d=0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20756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175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6700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d=1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54480" y="32644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5448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d=1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17520" y="32644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175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d=2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26700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queue: 1  -&gt;  2, 3  -&gt;  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lapis 0: {1}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lapis 1: {2, 3}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lapis 2: {4}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5 dan 6 tak terjangkau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dist[v] = dist[u] + 1     saat v pertama kali ditemukan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BFS memproses lapis demi lapis, jarak yang pertama kali ditemukan pasti jarak terpendek. Ini TIDAK berlaku untuk DFS.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vs BFS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280160"/>
          <a:ext cx="108539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3108960"/>
                <a:gridCol w="18928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DFS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Struktur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stack / rekursi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Urutan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sedalam mungkin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lapis demi lapis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Jarak terpendek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bobot seragam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 + 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 + 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Dipakai untuk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komponen, siklus, toposort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jarak, flood fill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komponen terhubung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Building Roads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Komponen Terhubung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graf tak berarah dengan n simpul dan m sisi. Hitung ada berapa komponen terhubung di dalamnya.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simpul berada dalam komponen yang sama bila ada jalur yang menghubungkan keduanya.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≤ m ≤ 200.000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boleh tidak terhubung</a:t>
            </a:r>
            <a:endParaRPr lang="en-US" sz="1200" dirty="0"/>
          </a:p>
        </p:txBody>
      </p:sp>
      <p:pic>
        <p:nvPicPr>
          <p:cNvPr id="9" name="Image 0" descr="/tmp/ppt/imgs/c0_21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935" y="1280160"/>
            <a:ext cx="332700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O(V + E) — setiap simpul dan sisi dikunjungi tepat sekali.</a:t>
            </a:r>
            <a:endParaRPr lang="en-US" sz="1300" dirty="0"/>
          </a:p>
        </p:txBody>
      </p:sp>
      <p:pic>
        <p:nvPicPr>
          <p:cNvPr id="4" name="Image 0" descr="/tmp/ppt/imgs/c0_22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521" y="1755648"/>
            <a:ext cx="3713341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Adjacency list dideklarasikan sebagai array global, bukan lokal, agar tidak menabrak batas stack.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grafnya tak berarah, setiap sisi dimasukkan dua kali — dari u ke v dan dari v ke u.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utama memeriksa setiap simpul. Simpul yang belum dikunjungi berarti awal dari komponen baru.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pemanggilan DFS menandai seluruh simpul dalam satu komponen, sehingga tidak dihitung dua kali.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100.000 dengan graf berbentuk rantai, DFS rekursif berisiko stack overflow. Pertimbangkan versi iteratif atau BFS.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graf ini adalah jembatan langsung menuju beberapa hari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DP pada DAG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topological sort, DP bisa langsung dijalankan pada graf berarah tanpa siklus. Ini pola yang sangat sering muncul.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DP pada pohon — Day 160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DFS di sini persis sama dengan kerangka tree DP. Yang ditambahkan hanya penggabungan nilai dp dari anak ke induk.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BFS pada state — Day 156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DP bitmask, simpulnya adalah pasangan (mask, posisi). Cara berpikirnya sama: telusuri graf state.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adalah graf — Day 150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sel adalah simpul, setiap gerakan adalah sisi. Bila hanya boleh ke kanan dan bawah, grafnya DAG dan DP langsung bekerja.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Memoisasi = menandai visited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mencegah pekerjaan yang sama dilakukan dua kali. Bedanya, memoisasi juga menyimpan hasilnya.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280160"/>
            <a:ext cx="105156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Counting Rooms, Labyrinth, Building Roads, Message Route, Building Teams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Number of Islands, Clone Graph, Course Schedule, Rotting Oranges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DFS versi rekursif dan iteratif, uji dengan graf berbentuk rantai n = 100.000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Tambahkan rekonstruksi jalur pada BFS, lalu cetak jalur terpendek dari simpul 1 ke simpul 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flood fill pada grid, dan sadari bahwa grid adalah graf implisit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Deteksi apakah sebuah graf tak berarah mengandung siklus, memakai DFS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417320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2618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Adjacency list untuk hampir semua soal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0934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O(V + E), dan menelusuri tetangga sangat cepat.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67512" y="2423160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2677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sedalam mungkin, BFS lapis demi lapis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1518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O(V + E), tetapi hanya BFS yang memberi jarak terpendek.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7512" y="3429000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2735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Tandai visited saat memasukkan ke queue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62102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saat mengeluarkan. Kesalahan ini membuat simpul masuk queue berkali-kali.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" y="4434840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2793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62686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Topological sort dan DP pada DAG — jembatan terakhir sebelum Day 141.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2026-09-01T04:55:34Z</dcterms:created>
  <dcterms:modified xsi:type="dcterms:W3CDTF">2026-09-01T04:55:34Z</dcterms:modified>
</cp:coreProperties>
</file>