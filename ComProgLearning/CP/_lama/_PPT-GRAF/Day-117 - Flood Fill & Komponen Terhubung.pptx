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Komponen Terhubung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sebagai graf — pola yang muncul di hampir setiap kontes pemula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adalah DFS atau BFS yang dijalankan pada grid. Ia menjawab pertanyaan "ada berapa daerah" dan "sejauh mana sebuah daerah meluas".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sebenarnya adalah graf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adalah simpul, dan tetangganya adalah sel di atas, bawah, kiri, dan kanan. Karena hubungannya tersirat dari koordinat, tidak perlu adjacency list sama sekali.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pemanggilan menghabiskan satu daerah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sebuah sel, penyebaran berhenti sendiri setelah semua sel yang terjangkau ditandai. Menghitung daerah berarti menghitung berapa kali penyebaran dimulai.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linear terhadap luas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diproses tepat sekali dan memeriksa empat tetangga, sehingga totalnya O(n x m) meski loop luarnya menyapu seluruh grid.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memberi bonus jarak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memakai BFS, jumlah langkah dari titik awal ikut didapat gratis. Pada grid tanpa bobot, BFS otomatis memberi jalur terpendek.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pola graf yang paling sering muncul pada soal pemula, dan sering menjadi bagian dari soal yang lebih 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pulau, ruangan, kolam, atau kelompok sel yang saling terhubung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jalur terpendek di labirin tanpa bobot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Mengukur luas atau keliling sebuah daerah pada grid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Menyebarkan sesuatu dari banyak titik sekaligus — BFS multi-sumber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punya biaya berbeda — pakai Dijkstra atau 0-1 BFS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mengingat sesuatu selain posisi, misalnya kunci — tambahkan dimensi pada state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Grid-nya sangat besar dan hanya perlu satu jawaban lokal; penyapuan penuh mubazir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yang paling sering dilanggar: pada BFS, tandai sel SAAT MASUK antrian, bukan saat keluar. Melanggarnya membuat antrian membengkak berkali lipat.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&amp; BFS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dua dimensi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ruang state (Day 124)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BFS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(Day 134)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Komponen Terhubung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grid sebagai graf untuk menghitung dan mengukur daerah.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setiap kontes pemula punya satu soal flood fill. Menguasainya sampai bisa ditulis tanpa berpikir menghemat banyak waktu.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Itu Sebenarnya Graf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Arah &amp; Pemeriksaan Batas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dengan DFS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dengan BFS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Komponen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Multi-Sumber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Itu Graf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pandang yang membuka banyak soal sekaligus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Menerjemahkan Grid ke Graf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grid tidak perlu adjacency list sama sekali. Hubungannya sudah tersirat dari koordinat.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adalah simpul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pada baris i kolom j adalah satu simpul. Untuk grid 1000 x 1000, itu berarti sejuta simpul — masih sangat aman untuk BFS atau DFS.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Ketetanggaan tersirat dari koordinat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Tetangga sel (i, j) adalah (i-1, j), (i+1, j), (i, j-1), dan (i, j+1). Tidak ada sisi yang perlu disimpan; cukup dihitung saat dibutuhkan.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Tembok berarti sisi yang tidak ada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bertanda pagar tidak pernah dimasuki. Efeknya sama seperti memutus semua sisi yang menuju ke sana.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linear terhadap luas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dikunjungi tepat sekali dan memeriksa empat tetangga, sehingga totalnya O(4 x n x m) — tetap linear.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Arah — Kebiasaan yang Wajib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empat blok kode terpisah untuk empat arah adalah sumber salah ketik yang tidak perlu. Pakai array.</a:t>
            </a:r>
            <a:endParaRPr lang="en-US" sz="1300" dirty="0"/>
          </a:p>
        </p:txBody>
      </p:sp>
      <p:pic>
        <p:nvPicPr>
          <p:cNvPr id="4" name="Image 0" descr="/tmp/ppt/imgs/c0_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267" y="1993392"/>
            <a:ext cx="355241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pemeriksaan batas juga penting: periksa apakah koordinat masih di dalam peta LEBIH DULU, baru baca isi selnya. Membalik urutannya menyebabkan pembacaan di luar array.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Menghabiskan satu daerah sampai tuntas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hanyalah DFS atau BFS yang dijalankan pada graf yang tersirat dari grid.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satu sel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satu sel kosong yang belum pernah dikunjungi. Sel ini menjadi benih untuk satu daerah baru.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(!lihat[i][j])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Sebarkan ke tetangga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sel sekarang, masuki setiap tetangga yang masih di dalam peta, bukan tembok, dan belum pernah dikunjungi.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(d = 0; d &lt; 4; d++)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sendiri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Penyebaran berhenti saat seluruh sel yang terjangkau sudah ditandai. Satu pemanggilan menghabiskan tepat satu daerah.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lihat[i][j] = true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Flood Fill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daerah pada grid 4 x 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Grid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pagar adalah tembok, titik adalah ruang kosong. Belum ada satu sel pun yang dikunjungi.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0391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39112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014216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1671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39112" y="24597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39112" y="24597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24597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24597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55848" y="24597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55848" y="24597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14216" y="24597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14216" y="24597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72584" y="24597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72584" y="24597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30952" y="24597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30952" y="24597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266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39112" y="30266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39112" y="3026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30266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97480" y="3026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55848" y="30266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55848" y="3026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14216" y="30266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14216" y="3026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72584" y="30266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72584" y="3026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30952" y="30266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30952" y="30266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59359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39112" y="3593592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39112" y="3593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697480" y="3593592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97480" y="3593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355848" y="3593592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55848" y="3593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014216" y="3593592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014216" y="3593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72584" y="3593592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672584" y="3593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330952" y="3593592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30952" y="3593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1605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039112" y="416052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039112" y="4160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697480" y="416052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697480" y="4160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355848" y="416052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355848" y="4160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014216" y="416052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14216" y="4160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72584" y="416052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72584" y="4160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330952" y="416052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330952" y="4160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7512" y="49926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941832" y="50840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cari sel kosong pertama yang belum dikunjungi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941832" y="54315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menyapu seluruh grid dari kiri atas. Sel pertama yang kosong dan belum ditandai menjadi benih daerah pertama.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Daerah Pertama Dihabiskan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Dimulai dari sel (1,1), penyebaran mengisi seluruh sel yang terhubung dengannya. Angka menunjukkan urutan kunjungan.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03911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39112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014216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974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39112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39112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55848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55848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14216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14216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72584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72584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30952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30952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26440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39112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39112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3264408"/>
            <a:ext cx="658368" cy="42062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97480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55848" y="3264408"/>
            <a:ext cx="658368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55848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14216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14216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72584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72584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30952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30952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83133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39112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39112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697480" y="3831336"/>
            <a:ext cx="658368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97480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355848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55848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014216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014216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72584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672584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330952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30952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3982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039112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039112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697480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697480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355848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355848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014216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14216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72584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72584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330952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330952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 flipH="1" flipV="1">
            <a:off x="2894990" y="3264408"/>
            <a:ext cx="790042" cy="42062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V="1">
            <a:off x="3026664" y="3264408"/>
            <a:ext cx="914" cy="98755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67512" y="52303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41832" y="53218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daerah 1 = { (1,1), (1,2), (2,1) }      jumlah = 1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941832" y="56692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(1,2) tidak bisa melanjutkan ke kanan karena (1,3) adalah tembok. Daerah ini tertutup sepenuhnya.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Daerah Kedua Ditemukan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melanjutkan penyapuan dan menemukan (1,4) yang masih kosong dan belum ditandai. Daerah baru dimulai.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03911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39112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355848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014216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72584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404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974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39112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39112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55848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55848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14216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14216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72584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72584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30952" y="2697480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30952" y="26974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26440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39112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39112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97480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55848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55848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14216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14216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72584" y="3264408"/>
            <a:ext cx="658368" cy="42062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72584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30952" y="3264408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30952" y="326440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83133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39112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39112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697480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97480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355848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55848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014216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014216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72584" y="3831336"/>
            <a:ext cx="658368" cy="42062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672584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330952" y="3831336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30952" y="383133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39826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039112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039112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697480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697480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355848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355848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014216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14216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72584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72584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330952" y="4398264"/>
            <a:ext cx="6583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330952" y="439826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 flipV="1">
            <a:off x="5001768" y="3264408"/>
            <a:ext cx="914" cy="987552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67512" y="52303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41832" y="53218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daerah = 2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941832" y="56692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v berarti sudah dikunjungi pada daerah sebelumnya sehingga dilewati. Karena setiap sel hanya diproses sekali, total kerjanya tetap O(n x m).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DFS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pendek dan paling mudah ditulis. Perhatikan urutan pemeriksaan sebelum melangkah.</a:t>
            </a:r>
            <a:endParaRPr lang="en-US" sz="1300" dirty="0"/>
          </a:p>
        </p:txBody>
      </p:sp>
      <p:pic>
        <p:nvPicPr>
          <p:cNvPr id="4" name="Image 0" descr="/tmp/ppt/imgs/c0_1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05" y="1755648"/>
            <a:ext cx="482637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Tandai sel sekarang lebih dulu, sebelum menyebar. Bila dibalik, rekursi akan berputar bolak-balik antara dua sel yang bertetangga.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batas peta harus dilakukan sebelum g[ni][nj] dibaca. Membaca di luar array pada C++ tidak selalu menimbulkan error, tetapi hasilnya tidak bisa diprediksi.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kondisi continue: keluar peta, tembok, dan sudah dikunjungi. Urutannya penting dan tidak boleh digabung sembarangan.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 bisa mencapai n x m. Untuk grid 1000 x 1000 itu sejuta tingkat — cukup untuk membuat stack overflow. Bila ragu, pakai versi BFS.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nilai kembalian. Fungsi ini hanya menandai; hasilnya dibaca dari array lihat setelah selesai.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Sedikit lebih panjang, tetapi aman untuk grid besar dan sekaligus memberi jarak terpendek bila dibutuhkan.</a:t>
            </a:r>
            <a:endParaRPr lang="en-US" sz="1300" dirty="0"/>
          </a:p>
        </p:txBody>
      </p:sp>
      <p:pic>
        <p:nvPicPr>
          <p:cNvPr id="4" name="Image 0" descr="/tmp/ppt/imgs/c0_16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751" y="1993392"/>
            <a:ext cx="4388881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Sumber ditandai dan dimasukkan ke antrian sekaligus. Keduanya harus terjadi bersamaan.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Antrian menyimpan pasangan koordinat. Untuk grid besar, pair&lt;int,int&gt; sudah cukup dan lebih cepat daripada struct.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pemeriksaan digabung dalam satu baris agar ringkas, tetapi urutannya tetap: batas peta dulu, baru isi sel.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baris terpenting: tandai SAAT MASUK antrian, bukan saat keluar. Halaman berikutnya menjelaskan akibatnya bila keliru.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tidak punya risiko stack overflow karena antriannya berada di heap, bukan di stack pemanggilan fungsi.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Jebakan: Menandai di Waktu yang 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ini tidak membuat jawaban salah, tetapi membuat program jauh lebih lambat dan boros memori.</a:t>
            </a:r>
            <a:endParaRPr lang="en-US" sz="1300" dirty="0"/>
          </a:p>
        </p:txBody>
      </p:sp>
      <p:pic>
        <p:nvPicPr>
          <p:cNvPr id="4" name="Image 0" descr="/tmp/ppt/imgs/c0_17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0195" y="1755648"/>
            <a:ext cx="384856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sel ditandai saat keluar antrian, satu sel bisa dimasukkan sampai empat kali oleh keempat tetangganya. Pada grid sejuta sel, antriannya membengkak menjadi empat juta entri.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 yang paling sering keluar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Komponen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paling sering: sapu seluruh grid, dan setiap kali menemukan sel kosong yang belum ditandai, itulah daerah baru.</a:t>
            </a:r>
            <a:endParaRPr lang="en-US" sz="1300" dirty="0"/>
          </a:p>
        </p:txBody>
      </p:sp>
      <p:pic>
        <p:nvPicPr>
          <p:cNvPr id="4" name="Image 0" descr="/tmp/ppt/imgs/c0_19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2122" y="1993392"/>
            <a:ext cx="4784709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loop luar berjalan n x m kali, tetapi flood fill di dalamnya hanya menyentuh sel yang belum ditandai. Karena itu totalnya tetap O(n x m), bukan kuadrat.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Multi-Sumber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banyak titik awal, jangan menjalankan BFS satu kali per titik. Masukkan semuanya ke antrian di awal.</a:t>
            </a:r>
            <a:endParaRPr lang="en-US" sz="1300" dirty="0"/>
          </a:p>
        </p:txBody>
      </p:sp>
      <p:pic>
        <p:nvPicPr>
          <p:cNvPr id="4" name="Image 0" descr="/tmp/ppt/imgs/c0_20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1952" y="1993392"/>
            <a:ext cx="4185048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adalah jarak ke sumber TERDEKAT untuk setiap sel, dalam satu kali jalan O(n x m). Pola ini muncul pada soal kebakaran, monster, dan penyebaran wabah.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Grid yang Sering Keluar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kerangka yang sama. Yang berubah hanya isi state atau syarat melangkah.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37216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Bentuk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berubah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Hitung pulau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ada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Flood fill polos, hitung berapa kali dimulai.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terpendek di labirin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BFS, simpan jarak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otomatis memberi jarak terpendek pada grid tak berbobot.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Delapan arah (diagonal)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arah menjadi 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Sering pada soal ranjau atau pulau diagonal.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kunci dan pintu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jadi (i, j, kunci)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kunci ditambahkan ke state. Ukurannya n x m x 2^k.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biaya 0 dan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ganti queue jadi 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0-1 BFS. Muncul pada soal "hancurkan tembok minimum".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Sumber banyak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masuk antrian di awal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multi-sumber, satu kali jalan saja.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Ruangan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denah gedung berukuran n x m. Tanda pagar adalah tembok dan titik adalah lantai. Dua sel lantai berada di ruangan yang sama bila bisa saling dicapai lewat gerakan atas, bawah, kiri, atau kanan. Hitung banyaknya ruangan.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1000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hanya berisi tanda pagar dan titik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0_23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1351" y="1280160"/>
            <a:ext cx="262817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BFS dipilih karena grid bisa mencapai sejuta sel — DFS rekursif berisiko stack overflow di sini.</a:t>
            </a:r>
            <a:endParaRPr lang="en-US" sz="1300" dirty="0"/>
          </a:p>
        </p:txBody>
      </p:sp>
      <p:pic>
        <p:nvPicPr>
          <p:cNvPr id="4" name="Image 0" descr="/tmp/ppt/imgs/c0_24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9749" y="1755648"/>
            <a:ext cx="248945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x m) dengan konstanta 4. Untuk grid 1000 x 1000 itu sekitar empat juta operasi — sangat aman. Baca grid sebagai vector&lt;string&gt; agar lebih hemat memori daripada vector&lt;vector&lt;char&gt;&gt;.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adalah flood fill langsung; dua terakhir menambah dimensi pada state.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Rooms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Flood fill polos pada grid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Labyrinth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dengan rekonstruksi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Monsters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multi-sumber lalu BFS pemain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1091 / 200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Delapan arah dan penghitungan pulau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Message Route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pada graf biasa dengan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tidak butuh adjacency list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Ketetanggaan sudah tersirat dari koordinat. Cukup array dx dan dy, ditambah pemeriksaan batas yang benar.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Tandai saat masuk antrian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aturan tunggal yang paling sering dilanggar pada BFS grid. Menandai saat keluar membuat antrian membengkak berkali lipat.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lebih aman pada grid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rekursif bisa mencapai sejuta tingkat pada grid 1000 x 1000. Bila ukurannya besar, pilih BFS tanpa berpikir dua 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hanya menambah dimensi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Kunci, bahan bakar, sisa langkah, arah terakhir — semuanya ditambahkan ke state. Kerangka BFS-nya sama sekali tidak berubah.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