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loop yang menjawab jarak antara semua pasangan simpul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menjawab jarak terpendek antara SEMUA pasangan simpul dengan tiga baris loop. Kode terpendek di antara semua algoritma jarak terpendek.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loop, satu baris relaksasi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perantara k, untuk setiap pasangan (i, j), coba perbaiki jarak lewat k. Itulah seluruh algoritmanya.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wajib di paling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berarti "perantara mana saja yang sudah diizinkan". Menukar urutannya membuat sebagian pasangan memakai perantara yang belum selesai dihitung.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sebenarnya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(i, j, k), yaitu jarak i ke j lewat perantara 1..k. Dimensi k dibuang karena setiap lapis hanya butuh lapis sebelumnya — persis rolling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Harganya O(n³)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500 itu 1,25 x 10^8 operasi, masih lolos. Untuk n = 1000 sudah 10^9 dan hampir pasti TLE.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selalu sama: n kecil, dan banyak pertanyaan tentang pasangan simpul.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500 dan ditanya jarak antar banyak pasangan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 tetapi tidak ada siklus negatif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transitive closure: siapa bisa mencapai siapa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minimax atau maximin: minimalkan sisi terbesar pada jalur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besar; O(n³) tumbuh sangat cepat dan tidak bisa ditawar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butuh jarak dari satu sumber — Dijkstra jauh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siklus negatif dan soal meminta jarak sebenarnya, bukan deteksi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nomor satu: menjumlahkan dua nilai tak hingga. Pakai INF = 1e18 dan lewati baris yang sudah tak terjangkau.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(Day 129)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Transitive closure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Minimax 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graf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semua pasangan dengan tiga loop, boleh bobot negatif.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adalah contoh DP yang paling ringkas di seluruh materi graf. Memahami arti loop k membuat konsep "urutan pengisian tabel" pada DP jauh lebih jelas.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 — Tiga Loop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Sebenarnya dari Loop 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&amp; Jebakan INF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dengan Kerangka Sama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Intinya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 muat dalam satu layar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keseluruhan Floyd-Warshall. Sisanya hanyalah persiapan tabel dan pembacaan hasil.</a:t>
            </a:r>
            <a:endParaRPr lang="en-US" sz="1300" dirty="0"/>
          </a:p>
        </p:txBody>
      </p:sp>
      <p:pic>
        <p:nvPicPr>
          <p:cNvPr id="4" name="Image 0" descr="/tmp/ppt/imgs/c5_7_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9834" y="1755648"/>
            <a:ext cx="586928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hanya mengingat satu hal dari materi ini, ingatlah bahwa k berada di loop paling luar. Menukar urutannya menghasilkan jawaban yang salah tanpa peringatan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Makna Setiap Iterasi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penjelasan yang membuat Floyd-Warshall berhenti terasa seperti sihir.</a:t>
            </a:r>
            <a:endParaRPr lang="en-US" sz="1300" dirty="0"/>
          </a:p>
        </p:txBody>
      </p:sp>
      <p:pic>
        <p:nvPicPr>
          <p:cNvPr id="4" name="Image 0" descr="/tmp/ppt/imgs/c5_8_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170" y="1755648"/>
            <a:ext cx="460661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Floyd-Warshall sebenarnya adalah DP dengan state (i, j, k) — jarak dari i ke j memakai perantara 1..k. Dimensi k dihilangkan karena setiap lapis hanya butuh lapis sebelumnya.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berarah dengan empat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simpul, lima sisi berarah. Perhatikan bahwa tidak ada sisi langsung dari 1 ke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03120" y="2350008"/>
            <a:ext cx="21945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962656" y="22037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60551" y="2496783"/>
            <a:ext cx="2279698" cy="1443809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626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42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>
            <a:off x="2103120" y="4087368"/>
            <a:ext cx="219456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62656" y="39410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828800" y="2624328"/>
            <a:ext cx="914" cy="1188720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591056" y="30723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54480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544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0756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55448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berarah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 bobot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3  bobot 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3  bobot 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3 -&gt; 4  bobot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1  bobot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94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85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dicari: jarak terpendek untuk SEMUA 16 pasangan (i, j)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733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graf ini berarah dan membentuk lingkaran 1 ke 3 ke 4 ke 1. Karena semua bobotnya positif, tidak ada siklus negatif.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Tabel Awal (k = 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awal: nol pada diagonal, bobot sisi langsung bila ada, dan tak hingga untuk sisanya.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ada perantara yang diizinkan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kolom j berarti jarak dari i ke j. Diagonalnya nol karena tidak perlu bergerak untuk sampai ke diri sendiri.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Mengizinkan Perantara 1 dan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jalur boleh singgah di simpul 1 dan 2. Jarak 1 ke 3 membaik karena lewat 2 lebih murah daripada sisi langsung.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404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69748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69748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697480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697480"/>
            <a:ext cx="91440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69748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6974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31927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319272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31927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3192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94106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941064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9410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56285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56285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5628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V="1">
            <a:off x="3502152" y="2697480"/>
            <a:ext cx="731520" cy="47548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4416552" y="2697480"/>
            <a:ext cx="914" cy="109728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7512" y="54498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41832" y="55412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d[1][3] = min( 9, d[1][2] + d[2][3] ) = min(9, 5 + 3) = 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41832" y="58887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juga berubah pada iterasi k = 1: d[4][2] = d[4][1] + d[1][2] = 1 + 5 = 6. Beberapa sel bisa membaik dalam satu iterasi yang sama.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Tabel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keempat iterasi k selesai, setiap sel berisi jarak terpendek sebenarnya.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737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05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245973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05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93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73752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449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73752" y="37033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449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593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73752" y="4325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 flipV="1">
            <a:off x="4416552" y="2459736"/>
            <a:ext cx="731520" cy="47548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d[1][4] = d[1][3] + d[3][4] = 8 + 2 = 10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d[2][1] = 9, yaitu jalur 2 ke 3 ke 4 ke 1 = 3 + 2 + 1. Tidak ada satu pun sel yang tersisa INF karena graf ini kuat terhubung.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&amp; Jebakan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submission biasanya gugur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utamanya sangat pendek, sehingga hampir semua bug justru berada di bagian persiapan ini.</a:t>
            </a:r>
            <a:endParaRPr lang="en-US" sz="1300" dirty="0"/>
          </a:p>
        </p:txBody>
      </p:sp>
      <p:pic>
        <p:nvPicPr>
          <p:cNvPr id="4" name="Image 0" descr="/tmp/ppt/imgs/c5_15_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93" y="1755648"/>
            <a:ext cx="609799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Diagonal wajib nol. Bila lupa, seluruh perhitungan akan memakai INF sebagai jarak ke diri sendiri dan hasilnya kacau.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min saat memasukkan sisi, jangan penugasan langsung. Soal sering punya beberapa sisi antara pasangan yang sama dengan bobot berbeda.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berarah, hapus baris kedua. Salah menerjemahkan berarah atau tidak berarah adalah kesalahan input, tetapi akibatnya sama dengan kesalahan algoritma.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selesai, sel yang masih bernilai INF berarti pasangan itu tidak terjangkau. Kebanyakan soal meminta -1 di sini.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input memuat self-loop bernilai negatif, jangan menimpanya ke diagonal — tangani sebagai kasus siklus negatif.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Overflow pada INF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 pada Floyd-Warshall. Menjumlahkan dua nilai tak hingga membuat hasilnya berputar menjadi negatif.</a:t>
            </a:r>
            <a:endParaRPr lang="en-US" sz="1300" dirty="0"/>
          </a:p>
        </p:txBody>
      </p:sp>
      <p:pic>
        <p:nvPicPr>
          <p:cNvPr id="4" name="Image 0" descr="/tmp/ppt/imgs/c5_16_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2845" y="1993392"/>
            <a:ext cx="422326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Rekomendasi praktis: pakai INF = 1e18 dan tambahkan continue bila d[i][k] sudah INF. Selain aman, ini juga mempercepat karena melewatkan banyak iterasi tak berguna.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Mendeteksi Siklus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setelah semua iterasi ada simpul yang jarak ke dirinya sendiri menjadi negatif, simpul itu berada pada siklus negatif.</a:t>
            </a:r>
            <a:endParaRPr lang="en-US" sz="1300" dirty="0"/>
          </a:p>
        </p:txBody>
      </p:sp>
      <p:pic>
        <p:nvPicPr>
          <p:cNvPr id="4" name="Image 0" descr="/tmp/ppt/imgs/c5_17_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658" y="1993392"/>
            <a:ext cx="416363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kedua diperlukan bila soal menanyakan pasangan mana saja yang jaraknya minus tak hingga — yaitu pasangan yang jalurnya bisa melewati siklus negatif tersebut.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yang sama, arti yang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Varian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yang berubah hanya operasi di dalam loop terdalam. Struktur tiga loopnya tidak pernah berubah.</a:t>
            </a:r>
            <a:endParaRPr lang="en-US" sz="1300" dirty="0"/>
          </a:p>
        </p:txBody>
      </p:sp>
      <p:pic>
        <p:nvPicPr>
          <p:cNvPr id="4" name="Image 0" descr="/tmp/ppt/imgs/c5_19_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3698" y="1993392"/>
            <a:ext cx="3461556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minimax sangat berguna: soal "lewati jalur yang jembatan terlemahnya sekuat mungkin" langsung selesai dengan mengganti satu baris.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dengan Dijkstra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ragu memilih, cocokkan batasan n dan banyaknya query pada soal.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dijalankan n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x (n + m)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 yang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sekitar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sampai 10^5 untuk satu sumber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asal tidak ada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sama sekali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baris loop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20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Kapan dipilih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kecil, banyak query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besar, sumber sedikit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Graf padat n = 400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0,3 detik —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lambat karena beban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Semua Kota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dengan n kota dan m jalan berbobot. Keluarkan matriks n x n berisi jarak terpendek dari setiap kota ke setiap kota. Bila tidak terjangkau,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10000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sisi ganda</a:t>
            </a:r>
            <a:endParaRPr lang="en-US" sz="1200" dirty="0"/>
          </a:p>
        </p:txBody>
      </p:sp>
      <p:pic>
        <p:nvPicPr>
          <p:cNvPr id="9" name="Image 0" descr="/tmp/ppt/imgs/c5_21_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5163" y="1280160"/>
            <a:ext cx="212055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penambahan dibanding versi polos: min saat memasukkan sisi, dan continue saat baris sumber sudah tak terjangkau.</a:t>
            </a:r>
            <a:endParaRPr lang="en-US" sz="1300" dirty="0"/>
          </a:p>
        </p:txBody>
      </p:sp>
      <p:pic>
        <p:nvPicPr>
          <p:cNvPr id="4" name="Image 0" descr="/tmp/ppt/imgs/c5_22_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8964" y="1993392"/>
            <a:ext cx="249102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continue memindahkan pemeriksaan keluar dari loop terdalam, sehingga selain aman dari overflow, kodenya juga sekitar dua kali lebih cepat pada graf jarang.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Floyd-Warshall langsung; tiga berikutnya memakai varian.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 standar dengan banyak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High Score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 dan penandaan siklus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25C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 dengan penambahan sisi bertahap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1334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tetangga dalam radius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295B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 terbalik: simpul dihapus, proses dari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wajib di loop paling 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 berarti "perantara mana saja yang sudah diizinkan". Menukarnya membuat sebagian pasangan memakai perantara yang belum selesai dihitung.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Floyd-Warshall itu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(i, j, k), yaitu jarak i ke j lewat perantara 1..k. Dimensi k dibuang karena hanya butuh lapis sebelumnya — persis rolling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penjumlahan INF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INF = 1e18 dan lewati baris yang sudah tak terjangkau. Ini kesalahan nomor satu pada implementasi Floyd-Warshall.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hanya mengganti satu baris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Reachability, minimax, maximin, dan penghitungan jalur semuanya memakai tiga loop yang sama persis.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