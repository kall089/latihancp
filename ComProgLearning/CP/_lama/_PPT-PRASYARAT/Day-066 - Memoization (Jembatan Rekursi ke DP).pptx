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Memoization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Jembatan langsung dari rekursi menuju Dynamic Programming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DP · Day 66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66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Memoization adalah menyimpan hasil setiap pemanggilan rekursi agar tidak dihitung dua kali. Tiga baris tambahan yang mengubah eksponensial menjadi linear.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Masalahnya: rekursi menghitung ulang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pohon rekursi, sub-masalah yang sama muncul berkali-kali. Untuk fibonacci ke-50, hal yang sama dihitung miliaran kali.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Solusinya: satu tabel cache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hasil setiap pemanggilan dengan parameter sebagai kunci. Sebelum menghitung, periksa dulu apakah jawabannya sudah ada.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sudah dynamic programming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top-down adalah nama lain memoisasi. Bila kamu sudah menulis rekursi bercache, kamu sudah menulis DP — hanya belum menyebutnya begitu.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Syaratnya: hasil hanya bergantung pada parameter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fungsi juga membaca variabel luar yang berubah-ubah, cache-nya akan salah. Semua yang memengaruhi hasil harus masuk ke parameter.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adalah jembatan langsung menuju seluruh rangkaian DP mulai Day 141.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yang benar sudah ada, tetapi terlalu lambat karena mengulang perhitungan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sub-masalah berbedanya jauh lebih kecil daripada jumlah pemanggilan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State-nya mudah dijadikan indeks array: bilangan kecil, pasangan, atau bitmask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Kamu ingin menulis DP tanpa memikirkan urutan pengisian tabel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pemanggilan punya parameter yang selalu berbeda — cache-nya tidak pernah kena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Ruang state terlalu besar untuk disimpan, misalnya melebihi 10^8 entri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Hasilnya bergantung pada keadaan luar yang berubah, bukan hanya pada parameter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cepat: apakah dua pemanggilan dengan parameter yang sama pasti memberi jawaban yang sama? Bila ya, memoisasi aman.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DP (Day 141)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Top-down vs bottom-up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linear 1D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Memoization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ditambah cache. Inilah bentuk pertama dynamic programming.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sengaja diletakkan tepat sebelum rangkaian DP. Bila memoisasi sudah terasa alami, seluruh materi DP akan terasa sebagai lanjutan yang wajar.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Rekursi Polos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Memoisasi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Baris yang Ditambahkan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Cache Terisi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Memoisasi ke Tabulasi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Template Umum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Menuju Day 141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Rekursi Polos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hal yang sama berulang kali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Tanpa Ingatan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Kodenya benar, ringkas, dan mudah dibaca. Masalahnya hanya satu: ia lupa apa yang sudah dihitung.</a:t>
            </a:r>
            <a:endParaRPr lang="en-US" sz="1300" dirty="0"/>
          </a:p>
        </p:txBody>
      </p:sp>
      <p:pic>
        <p:nvPicPr>
          <p:cNvPr id="4" name="Image 0" descr="/tmp/ppt/imgs/c45_7_2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6840" y="1755648"/>
            <a:ext cx="6935272" cy="40600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Selambat Itu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simpul merah — sub-masalah yang sudah pernah dihitung, tetapi dihitung ulang dari nol.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3840480" y="2423160"/>
            <a:ext cx="22402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080760" y="2423160"/>
            <a:ext cx="22402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2377440" y="3337560"/>
            <a:ext cx="146304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3840480" y="3337560"/>
            <a:ext cx="128016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7223760" y="3337560"/>
            <a:ext cx="10972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8321040" y="3337560"/>
            <a:ext cx="10972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 flipV="1">
            <a:off x="1463040" y="4251960"/>
            <a:ext cx="91440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377440" y="4251960"/>
            <a:ext cx="73152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4480560" y="4251960"/>
            <a:ext cx="6400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5120640" y="4251960"/>
            <a:ext cx="6400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824728" y="1911096"/>
            <a:ext cx="512064" cy="512064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24728" y="19110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fib(5)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84448" y="2825496"/>
            <a:ext cx="512064" cy="512064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84448" y="2825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fib(4)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65008" y="2825496"/>
            <a:ext cx="512064" cy="512064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65008" y="2825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fib(3)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21408" y="37398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21408" y="3739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fib(3)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64608" y="3739896"/>
            <a:ext cx="512064" cy="512064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64608" y="3739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fib(2)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67728" y="37398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67728" y="3739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fib(2)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162288" y="37398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62288" y="3739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fib(1)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207008" y="46542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207008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fib(2)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852928" y="46542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52928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fib(1)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24528" y="46542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24528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fib(1)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04688" y="46542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504688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fib(0)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67512" y="550468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merah = sub-masalah yang SUDAH pernah dihitung. Untuk n = 50, pengulangan ini menjadi sekitar 2^50 pemanggilan.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7512" y="2029968"/>
            <a:ext cx="1920240" cy="82296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04672" y="210312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dari 4 simpul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bawah adalah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pengulangan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Pengamatan Kuncinya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hal yang menjelaskan seluruh ide memoisasi.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rekursinya eksponensial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pemanggilan bercabang dua, sehingga jumlah simpulnya tumbuh sebagai 2^n.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Tetapi nilai yang berbeda hanya n + 1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Yaitu naik(0) sampai naik(n). Artinya sebagian besar pemanggilan menghitung hal yang persis sama.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Kesimpulannya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setiap nilai cukup dihitung sekali lalu disimpan, waktu turun dari 2^n menjadi n. Itulah memoisasi.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sebuah pemanggilan harus hanya bergantung pada parameternya, bukan pada variabel luar yang berubah-ubah. Bila tidak, cache-nya akan salah.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Memoisasi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baris yang mengubah segalanya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Menambahkan Cache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dengan kode sebelumnya. Struktur logikanya sama persis, hanya bertambah tiga baris.</a:t>
            </a:r>
            <a:endParaRPr lang="en-US" sz="1300" dirty="0"/>
          </a:p>
        </p:txBody>
      </p:sp>
      <p:pic>
        <p:nvPicPr>
          <p:cNvPr id="4" name="Image 0" descr="/tmp/ppt/imgs/c45_11_28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180" y="1755648"/>
            <a:ext cx="5806024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cache berukuran sebesar jumlah state. Di sini satu dimensi, karena state-nya hanya satu angka 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diperiksa lebih dulu, sebelum menyentuh cache. Nilai ini tidak perlu disimpan karena sudah pasti.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Cek cache — kalau sudah pernah dihitung, langsung kembalikan. Inilah baris yang memotong seluruh cabang berulang pada pohon rekursi.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ada[] dipakai sebagai penanda, bukan nilai sentinel seperti -1. Ini lebih aman karena jawabannya sendiri bisa saja bernilai -1 atau 0.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Hitung, simpan, dan kembalikan dalam satu baris. Pola memo[n] = ... ; return memo[n] sangat umum dipakai.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Cache Terisi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naik(5)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Rekursi Turun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Pemanggilan turun sampai base case. Belum ada satu pun nilai yang tersimpan.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26664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05656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84648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42632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42632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42632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naik(5) -&gt; naik(4) -&gt; naik(3) -&gt; naik(2) -&gt; naik(1) -&gt; naik(0)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 strip berarti belum dihitung. Rekursi masih dalam perjalanan turun.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Naik Sambil Menyimpan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base case tercapai, hasilnya disimpan saat rekursi kembali naik.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26664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05656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84648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42632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42632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42632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29584" y="2286000"/>
            <a:ext cx="2157984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608576" y="2084832"/>
            <a:ext cx="107899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memo[3] = naik(2) + naik(1) = 2 + 1 = 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nilai yang tersimpan tidak akan pernah dihitung ulang, berapa kali pun ia dibutuhkan.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Cabang Kedua Langsung Terjawab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naik(5) membutuhkan naik(3) untuk cabang kanannya, jawabannya sudah tersedia.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26664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05656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84648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42632" y="2395728"/>
            <a:ext cx="100584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42632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42632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87568" y="2286000"/>
            <a:ext cx="2157984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766560" y="2084832"/>
            <a:ext cx="107899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memo[5] = memo[4] + memo[3] = 5 + 3 = 8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hanya 6 perhitungan, bukan 2^5. Seluruh cabang kanan pohon rekursi terpotong karena jawabannya sudah ada di cache.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Memoisasi ke Tabulasi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gaya, hasil yang sama persis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Mengubah Menjadi Tabulasi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Perhatikan: base case menjadi nilai awal tabel, dan rekursi digantikan loop menaik.</a:t>
            </a:r>
            <a:endParaRPr lang="en-US" sz="1300" dirty="0"/>
          </a:p>
        </p:txBody>
      </p:sp>
      <p:pic>
        <p:nvPicPr>
          <p:cNvPr id="4" name="Image 0" descr="/tmp/ppt/imgs/c45_17_2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6853" y="1755648"/>
            <a:ext cx="5415246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Ketiganya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Ketiganya menjawab soal yang sama. Perbedaannya hanya pada cara dan biayanya.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651760"/>
                <a:gridCol w="26517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Rekursi polos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Memoisasi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Tabulasi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Waktu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O(2^n)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Memori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 stack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 + stack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O(n), bisa jadi 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= 45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sekitar 30 detik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 ms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 ms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Risiko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stack overflow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Cara menulis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paling alami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rekursi + 3 baris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isi tabel berurutan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Template Memoisasi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yang bisa dipakai ulang untuk soal apa pun. Yang berubah hanya definisi state dan cara menggabungkannya.</a:t>
            </a:r>
            <a:endParaRPr lang="en-US" sz="1300" dirty="0"/>
          </a:p>
        </p:txBody>
      </p:sp>
      <p:pic>
        <p:nvPicPr>
          <p:cNvPr id="4" name="Image 0" descr="/tmp/ppt/imgs/c45_19_28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0424" y="1993392"/>
            <a:ext cx="4168104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Menaiki tangga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Climbing Stairs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Cara Menaiki Tangga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Sebuah tangga memiliki n anak tangga. Dalam satu langkah, kamu boleh naik satu atau dua anak tangga.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ada berapa cara berbeda untuk mencapai anak tangga paling atas.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062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90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dijamin muat dalam long long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45_21_28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264" y="1280160"/>
            <a:ext cx="3196352" cy="455461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Perhatikan: hanya tiga baris yang membedakannya dari rekursi polos, tetapi waktunya turun dari 10^9 menjadi 45 operasi.</a:t>
            </a:r>
            <a:endParaRPr lang="en-US" sz="1300" dirty="0"/>
          </a:p>
        </p:txBody>
      </p:sp>
      <p:pic>
        <p:nvPicPr>
          <p:cNvPr id="4" name="Image 0" descr="/tmp/ppt/imgs/c45_22_2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6209" y="1993392"/>
            <a:ext cx="4171967" cy="3950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2039112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984248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base case: langkah yang kelebihan menghasilkan 0, dan tepat sampai menghasilkan 1.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810866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8108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756002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Cek cache diletakkan setelah base case. Base case tidak perlu di-cache karena menghitungnya sudah O(1).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582619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58261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527755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ada[] menandai state yang sudah dihitung. Lebih aman daripada memakai nilai sentinel.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354373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3543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99509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Penyimpanan dan pengembalian digabung dalam satu baris — pola yang akan kamu tulis ratusan kali.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12612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12612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71262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global otomatis terisi nol dan false, jadi tidak perlu inisialisasi manual untuk satu testcase.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Menuju Day 141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yang sudah kamu kuasai tanpa menyadarinya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Kamu Sudah Menulis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Memoisasi ADALAH dynamic programming top-down. Yang tersisa hanyalah memberi nama pada setiap bagiannya.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Parameter fungsi = STATE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naik(n), parameter n adalah state-nya. Pada soal dua dimensi, parameternya menjadi dua.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return = TRANSISI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naik(n−1) + naik(n−2) adalah transisi. Dalam notasi tabel, ia ditulis dp[n] = dp[n−1] + dp[n−2].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Kondisi berhenti = BASE CASE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if di awal fungsi. Nilai yang sudah pasti tanpa perlu dihitung.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= URUTAN EVALUASI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menentukan urutannya sendiri. Pada tabulasi, urutan itu harus kita rancang sendiri sebagai arah loop.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dibahas di Day 141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memoisasi bisa dipakai (dua syarat), bagaimana merancang state untuk soal yang lebih rumit, dan bagaimana memilih antara memoisasi dan tabulasi.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soal, tulis rekursi polosnya dulu, baru tambahkan cache.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55648"/>
            <a:ext cx="10515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Fibonacci, climbing stairs, dan frog jump — tulis versi polos lalu tambahkan memoisasi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 waktu jalan versi polos untuk n = 40, lalu bandingkan dengan versi memoisasi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Ubah ketiga solusi memoisasi menjadi tabulasi, pastikan jawabannya identik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berapa kali naik(3) dipanggil saat menghitung naik(20) tanpa memoisasi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memoisasi dua dimensi untuk soal menghitung jalur pada grid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 menuliskan definisi state dalam satu kalimat sebelum menulis fungsinya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Memoisasi = rekursi + cache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tambahan: tabel penanda, cek cache di awal, dan simpan hasil sebelum return.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Mengubah eksponensial menjadi linear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setiap state dihitung tepat sekali, bukan berkali-kali.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sudah DP top-down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Parameter adalah state, isi return adalah transisi, kondisi berhenti adalah base case.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Aritmetika modular, yang dibutuhkan hampir setiap kali DP menghitung banyaknya cara.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2026-09-01T04:38:03Z</dcterms:created>
  <dcterms:modified xsi:type="dcterms:W3CDTF">2026-09-01T04:38:03Z</dcterms:modified>
</cp:coreProperties>
</file>