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Fondasi yang harus kokoh sebelum belajar Dynamic Programming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 DP · Day 57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57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adalah fungsi yang memanggil dirinya sendiri pada masalah yang lebih kecil. Ia adalah bahasa yang dipakai untuk menuliskan DP.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bagian wajib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case, yaitu masalah terkecil yang jawabannya sudah pasti; dan langkah rekursif, yang memecah masalah menjadi versi yang lebih kecil. Lupa base case berarti program tidak pernah berhenti.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pemanggilan punya ruangnya sendiri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Variabel lokal setiap pemanggilan terpisah dan tersimpan di stack. Memahami stack frame menjelaskan kenapa rekursi bisa "mengingat" tempatnya kembali.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kedalamannya nyata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Stack biasanya sekitar 1 sampai 8 MB. Rekursi sedalam sejuta tingkat dengan variabel lokal besar akan menyebabkan stack overflow — yang muncul sebagai runtime error, bukan pesan yang jelas.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Hubungannya dengan DP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top-down adalah rekursi yang hasilnya disimpan. Bila kamu bisa menulis rekursinya dengan benar, mengubahnya menjadi DP hanya butuh tiga baris tambahan.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bukan soal cepat atau lambat, melainkan soal apakah masalahnya punya struktur yang mengulang dirinya sendiri.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76272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176272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97180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Masalahnya bisa dinyatakan lewat versi dirinya yang lebih kecil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721608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datanya memang rekursif: pohon, graf, ekspresi bersarang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47141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Menyusun semua kemungkinan: permutasi, kombinasi, subset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522122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5221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515721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Sebagai kerangka awal sebelum diubah menjadi DP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2176272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2176272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971800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Iterasi biasa jelas lebih sederhana, misalnya menjumlahkan array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721608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Kedalamannya bisa mencapai ratusan ribu tanpa jaminan aman — ubah menjadi iteratif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47141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Sub-masalah yang sama dihitung berulang kali tanpa cache — tambahkan memoisasi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menulis rekursi, tuliskan dua kalimat: apa base case-nya, dan bagaimana masalah ini mengecil. Bila keduanya belum jelas, kodenya pasti akan berantakan.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Fungsi dan parameter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kompleksitas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Divide and conquer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Backtracking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Memoization (Day 66)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case, stack frame, dan batas kedalaman — fondasi seluruh materi DP.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Hampir semua materi DP diperkenalkan lewat rekursi lebih dulu, baru kemudian diubah menjadi tabel. Karena itu materi ini wajib benar-benar mantap.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itu Rekursi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Anatomi Fungsi Rekursif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Kerja Stack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Pemanggilan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Bercabang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Kedalaman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Kaitannya dengan DP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itu Rekursi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Fungsi yang memanggil dirinya sendiri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Dasarnya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menyelesaikan masalah dengan memecahnya menjadi versi yang lebih kecil dari masalah yang sama.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Definisi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Sebuah fungsi disebut rekursif bila di dalam tubuhnya ia memanggil dirinya sendiri, dengan argumen yang lebih kecil.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sehari-hari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menghitung 5!, kita cukup tahu 4! lalu mengalikannya dengan 5. Untuk tahu 4!, kita butuh 3!. Begitu seterusnya sampai mencapai kasus yang jawabannya sudah pasti.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penting untuk DP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Hampir semua solusi DP lahir dari solusi rekursif. Kita menulis rekursi dulu, baru menambahkan cache. Tanpa menguasai rekursi, DP top-down mustahil ditulis.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harus dikuasai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hal: menentukan base case yang benar, memastikan argumen selalu mengecil, dan memahami bagaimana hasilnya dikembalikan naik.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Anatomi Fungsi Rekursif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fungsi rekursif selalu punya dua bagian ini. Tidak pernah kurang.</a:t>
            </a:r>
            <a:endParaRPr lang="en-US" sz="1300" dirty="0"/>
          </a:p>
        </p:txBody>
      </p:sp>
      <p:pic>
        <p:nvPicPr>
          <p:cNvPr id="4" name="Image 0" descr="/tmp/ppt/imgs/c42_8_26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5384" y="1755648"/>
            <a:ext cx="7378184" cy="406003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Kerja Stack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yang sebenarnya terjadi di memori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Stack Frame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pemanggilan fungsi membuat satu ruang kerja sendiri di memori.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Isi satu stack frame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parameter, variabel lokal, dan alamat baris tempat fungsi harus kembali setelah selesai.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Tumbuh saat memanggil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kali fungsi memanggil dirinya, satu frame baru ditumpuk di atas. Frame lama tetap tersimpan, menunggu giliran.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Menyusut saat kembali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sebuah pemanggilan selesai dan mengembalikan nilai, framenya dibuang dan eksekusi kembali ke frame di bawahnya.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stack biasanya 1 sampai 8 MB. Satu frame memakai puluhan byte, sehingga kedalaman sekitar 10^5 sudah mendekati batas. Melewatinya menghasilkan segmentation fault.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Pemanggilan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faktorial(4) dari awal sampai selesai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Rekursi Turun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pemanggilan menumpuk frame baru. Belum ada satu pun yang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33272" y="1801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stack (tumbuh ke bawah)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33272" y="2075688"/>
            <a:ext cx="420624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075688"/>
            <a:ext cx="3803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faktorial(4)  n = 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04104" y="2313432"/>
            <a:ext cx="914" cy="530352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033272" y="2606040"/>
            <a:ext cx="420624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2606040"/>
            <a:ext cx="3803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faktorial(3)  n = 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04104" y="2843784"/>
            <a:ext cx="914" cy="530352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33272" y="3136392"/>
            <a:ext cx="420624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3136392"/>
            <a:ext cx="3803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faktorial(2)  n = 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04104" y="3374136"/>
            <a:ext cx="914" cy="530352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33272" y="3666744"/>
            <a:ext cx="4206240" cy="475488"/>
          </a:xfrm>
          <a:prstGeom prst="rect">
            <a:avLst/>
          </a:prstGeom>
          <a:solidFill>
            <a:srgbClr val="FFF3D6"/>
          </a:solidFill>
          <a:ln w="12700">
            <a:solidFill>
              <a:srgbClr val="E8B1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34440" y="3666744"/>
            <a:ext cx="3803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faktorial(1)  n = 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2075688"/>
            <a:ext cx="5212080" cy="23774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37960" y="22585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frame aktif bersamaan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26609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4  menunggu hasil dari n = 3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3063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3  menunggu hasil dari n = 2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346557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2  menunggu hasil dari n = 1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38679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1  BASE CASE, langsung menjawab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7512" y="460857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41832" y="470001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setiap pemanggilan menambah satu frame ke stack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" y="504748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Perhatikan: tidak ada perkalian yang terjadi selama rekursi turun. Semuanya menunggu.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Base Case Tercapai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Frame terbawah menjawab tanpa memanggil siapa pun, lalu dibuang.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33272" y="1801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stack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33272" y="2075688"/>
            <a:ext cx="420624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075688"/>
            <a:ext cx="3803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faktorial(4)  n = 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04104" y="2313432"/>
            <a:ext cx="914" cy="530352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033272" y="2606040"/>
            <a:ext cx="420624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2606040"/>
            <a:ext cx="3803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faktorial(3)  n = 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04104" y="2843784"/>
            <a:ext cx="914" cy="530352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33272" y="3136392"/>
            <a:ext cx="4206240" cy="475488"/>
          </a:xfrm>
          <a:prstGeom prst="rect">
            <a:avLst/>
          </a:prstGeom>
          <a:solidFill>
            <a:srgbClr val="FFF3D6"/>
          </a:solidFill>
          <a:ln w="12700">
            <a:solidFill>
              <a:srgbClr val="E8B1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3136392"/>
            <a:ext cx="3803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faktorial(2)  n = 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2075688"/>
            <a:ext cx="5212080" cy="1975104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7960" y="22585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 mengembalikan 1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26609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2 menerima 1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3063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lalu menghitung 2 x 1 = 2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346557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 n = 1 sudah dibuang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67512" y="407822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1832" y="416966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faktorial(1) mengembalikan 1  -&gt;  frame dibuang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41832" y="451713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titik balik: rekursi berhenti turun dan mulai naik sambil menghitung.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Hasil Naik Satu per Satu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frame mengalikan hasil dari bawah, lalu ikut dibuang.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33272" y="1801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stack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33272" y="2075688"/>
            <a:ext cx="4206240" cy="475488"/>
          </a:xfrm>
          <a:prstGeom prst="rect">
            <a:avLst/>
          </a:prstGeom>
          <a:solidFill>
            <a:srgbClr val="FFF3D6"/>
          </a:solidFill>
          <a:ln w="12700">
            <a:solidFill>
              <a:srgbClr val="E8B1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075688"/>
            <a:ext cx="3803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faktorial(4)  n = 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2075688"/>
            <a:ext cx="5212080" cy="1975104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37960" y="22585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Perhitungan naik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6609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2 mengembalikan 2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3063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3 mengembalikan 3 x 2 = 6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346557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4 mengembalikan 4 x 6 = 24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7512" y="301752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41832" y="310896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jawaban akhir = 24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41832" y="345643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Perkalian sesungguhnya hanya terjadi saat rekursi naik. Ini yang sering luput dipahami pemula.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Bercabang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satu pemanggilan memanggil lebih dari satu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Rekursi Bercabang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sini setiap pemanggilan bercabang menjadi dua, sehingga pohonnya tumbuh eksponensial.</a:t>
            </a:r>
            <a:endParaRPr lang="en-US" sz="1300" dirty="0"/>
          </a:p>
        </p:txBody>
      </p:sp>
      <p:pic>
        <p:nvPicPr>
          <p:cNvPr id="4" name="Image 0" descr="/tmp/ppt/imgs/c42_16_26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7313" y="1755648"/>
            <a:ext cx="6994327" cy="41338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Pohon Rekursinya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gambar yang akan muncul lagi di Day 141 sebagai alasan lahirnya DP.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3840480" y="2423160"/>
            <a:ext cx="224028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080760" y="2423160"/>
            <a:ext cx="224028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2377440" y="3337560"/>
            <a:ext cx="146304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3840480" y="3337560"/>
            <a:ext cx="128016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7223760" y="3337560"/>
            <a:ext cx="109728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8321040" y="3337560"/>
            <a:ext cx="109728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 flipV="1">
            <a:off x="1463040" y="4251960"/>
            <a:ext cx="91440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377440" y="4251960"/>
            <a:ext cx="73152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4480560" y="4251960"/>
            <a:ext cx="64008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5120640" y="4251960"/>
            <a:ext cx="64008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824728" y="1911096"/>
            <a:ext cx="512064" cy="512064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24728" y="19110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fib(5)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584448" y="2825496"/>
            <a:ext cx="512064" cy="512064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84448" y="28254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fib(4)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65008" y="2825496"/>
            <a:ext cx="512064" cy="512064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65008" y="28254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fib(3)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121408" y="3739896"/>
            <a:ext cx="512064" cy="512064"/>
          </a:xfrm>
          <a:prstGeom prst="ellipse">
            <a:avLst/>
          </a:prstGeom>
          <a:solidFill>
            <a:srgbClr val="FDECEC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121408" y="37398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fib(3)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64608" y="3739896"/>
            <a:ext cx="512064" cy="512064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64608" y="37398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fib(2)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967728" y="3739896"/>
            <a:ext cx="512064" cy="512064"/>
          </a:xfrm>
          <a:prstGeom prst="ellipse">
            <a:avLst/>
          </a:prstGeom>
          <a:solidFill>
            <a:srgbClr val="FDECEC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67728" y="37398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fib(2)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162288" y="3739896"/>
            <a:ext cx="512064" cy="512064"/>
          </a:xfrm>
          <a:prstGeom prst="ellipse">
            <a:avLst/>
          </a:prstGeom>
          <a:solidFill>
            <a:srgbClr val="FDECEC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62288" y="37398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fib(1)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207008" y="4654296"/>
            <a:ext cx="512064" cy="512064"/>
          </a:xfrm>
          <a:prstGeom prst="ellipse">
            <a:avLst/>
          </a:prstGeom>
          <a:solidFill>
            <a:srgbClr val="FDECEC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207008" y="4654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fib(2)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852928" y="4654296"/>
            <a:ext cx="512064" cy="512064"/>
          </a:xfrm>
          <a:prstGeom prst="ellipse">
            <a:avLst/>
          </a:prstGeom>
          <a:solidFill>
            <a:srgbClr val="FDECEC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852928" y="4654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fib(1)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224528" y="4654296"/>
            <a:ext cx="512064" cy="512064"/>
          </a:xfrm>
          <a:prstGeom prst="ellipse">
            <a:avLst/>
          </a:prstGeom>
          <a:solidFill>
            <a:srgbClr val="FDECEC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224528" y="4654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fib(1)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504688" y="4654296"/>
            <a:ext cx="512064" cy="512064"/>
          </a:xfrm>
          <a:prstGeom prst="ellipse">
            <a:avLst/>
          </a:prstGeom>
          <a:solidFill>
            <a:srgbClr val="FDECEC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504688" y="4654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fib(0)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667512" y="550468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merah = sub-masalah yang SUDAH pernah dihitung. Untuk n = 50, pengulangan ini menjadi sekitar 2^50 pemanggilan.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67512" y="2029968"/>
            <a:ext cx="1920240" cy="822960"/>
          </a:xfrm>
          <a:prstGeom prst="rect">
            <a:avLst/>
          </a:prstGeom>
          <a:solidFill>
            <a:srgbClr val="FDECEC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04672" y="210312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dari 4 simpul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bawah adalah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pengulangan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Jenis Rekursi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Perbedaan keduanya menentukan apakah program akan cepat atau meledak.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linear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pemanggilan hanya memanggil satu kali. Contohnya faktorial. Kedalaman n, jumlah pemanggilan n. Aman selama n tidak terlalu besar.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bercabang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pemanggilan memanggil dua kali atau lebih. Contohnya Fibonacci dan penghitungan jalur. Jumlah pemanggilan tumbuh eksponensial.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ini penting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bercabang yang lambat adalah gejala klasik bahwa DP dibutuhkan. Bila sub-masalah yang sama muncul berkali-kali, simpan hasilnya.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biayanya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percabangan dua dan kedalaman n, jumlah pemanggilan sekitar 2^n. Untuk n = 40 itu sudah satu triliun — mustahil.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Kedalaman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rekursi menjadi berbahaya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Mengukur dan Menghindari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kedalamannya bisa besar, ubah menjadi iteratif.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Mengukur kedalaman</a:t>
            </a:r>
            <a:endParaRPr lang="en-US" sz="1350" dirty="0"/>
          </a:p>
        </p:txBody>
      </p:sp>
      <p:pic>
        <p:nvPicPr>
          <p:cNvPr id="5" name="Image 0" descr="/tmp/ppt/imgs/c42_20_26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157984"/>
            <a:ext cx="5198364" cy="376038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3076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iteratif</a:t>
            </a:r>
            <a:endParaRPr lang="en-US" sz="1350" dirty="0"/>
          </a:p>
        </p:txBody>
      </p:sp>
      <p:pic>
        <p:nvPicPr>
          <p:cNvPr id="7" name="Image 1" descr="/tmp/ppt/imgs/c42_20_26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6545" y="2157984"/>
            <a:ext cx="4411426" cy="409651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Kesalahan Klasik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Ketiganya menghasilkan crash atau jawaban salah, dan semuanya berasal dari base case yang tidak dirancang dengan benar.</a:t>
            </a:r>
            <a:endParaRPr lang="en-US" sz="1300" dirty="0"/>
          </a:p>
        </p:txBody>
      </p:sp>
      <p:pic>
        <p:nvPicPr>
          <p:cNvPr id="4" name="Image 0" descr="/tmp/ppt/imgs/c42_21_26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8254" y="1993392"/>
            <a:ext cx="6612443" cy="404164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Faktorial dengan rekursi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Faktorial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n Faktorial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sebuah bilangan bulat n. Hitung n! yaitu hasil perkalian seluruh bilangan bulat dari 1 sampai n.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Gunakan pendekatan rekursif, dan tentukan base case-nya dengan tepat.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11480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 ≤ n ≤ 20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dijamin muat dalam long long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20! ≈ 2,4 × 10^18</a:t>
            </a:r>
            <a:endParaRPr lang="en-US" sz="1200" dirty="0"/>
          </a:p>
        </p:txBody>
      </p:sp>
      <p:pic>
        <p:nvPicPr>
          <p:cNvPr id="9" name="Image 0" descr="/tmp/ppt/imgs/c42_23_26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3835" y="1280160"/>
            <a:ext cx="3783211" cy="431101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dua hal: base case yang mencakup n = 0, dan cast ke long long.</a:t>
            </a:r>
            <a:endParaRPr lang="en-US" sz="1300" dirty="0"/>
          </a:p>
        </p:txBody>
      </p:sp>
      <p:pic>
        <p:nvPicPr>
          <p:cNvPr id="4" name="Image 0" descr="/tmp/ppt/imgs/c42_24_27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309" y="1755648"/>
            <a:ext cx="5719767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 n &lt;= 1 mencakup dua kasus sekaligus: 0! = 1 dan 1! = 1. Menulis n == 1 saja akan membuat n = 0 gagal.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rekursif memanggil dengan n - 1, sehingga argumennya dijamin mengecil dan base case pasti tercapai.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Cast (ll)n penting: n bertipe int, sehingga tanpa cast perkaliannya dihitung sebagai int dan meluap sebelum disimpan.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Kedalaman rekursinya hanya n, maksimum 20. Sangat aman.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21! sudah melampaui long long. Untuk n lebih besar, dibutuhkan modulo atau big integer.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Kaitannya dengan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kenapa rekursi harus dikuasai sebelum masuk ke DP.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top-down adalah rekursi + cache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kodenya persis sama dengan rekursi biasa. Yang ditambahkan hanya tiga baris: cek cache, simpan hasil, dan reset cache.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 DP = base case rekursi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ketiga dari empat langkah merancang DP adalah menentukan base case. Kemampuan itu dilatih di sini.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 DP = langkah rekursif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 dp[i] = f(dp[i−1]) tidak lain adalah bentuk lain dari pemanggilan rekursif.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rekursi menjelaskan kenapa DP dibutuhkan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pohonnya bercabang dan sub-masalah berulang, di situlah DP masuk. Day 141 dimulai persis dari gambar ini.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 versi rekursif untuk: faktorial, Fibonacci, pangkat, jumlah digit, dan pembalikan string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soal, tuliskan base case-nya dalam satu kalimat sebelum menulis kode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Cetak urutan pemanggilan dengan menambahkan cerr di awal dan akhir fungsi, lalu amati polanya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 kedalaman maksimum untuk n = 100.000 dan amati apakah program bertahan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Ubah tiga solusi rekursif menjadi iteratif, lalu bandingkan waktu jalannya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berapa kali fib(3) dipanggil saat menghitung fib(20) — ini persiapan langsung untuk Day 141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bagian wajib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 sebagai kondisi berhenti, dan langkah rekursif dengan argumen yang mengecil.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Stack tumbuh saat turun, menyusut saat naik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Perhitungan sesungguhnya sering baru terjadi ketika rekursi kembali naik.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bercabang tumbuh eksponensial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gejala bahwa DP dibutuhkan — dan menjadi titik awal Day 141.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Enumerasi subset dan bitmask, yang menjadi dasar DP bitmask di Day 156.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2026-09-01T04:38:03Z</dcterms:created>
  <dcterms:modified xsi:type="dcterms:W3CDTF">2026-09-01T04:38:03Z</dcterms:modified>
</cp:coreProperties>
</file>