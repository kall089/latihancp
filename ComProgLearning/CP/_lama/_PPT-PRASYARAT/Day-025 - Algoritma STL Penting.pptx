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STL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Penting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lower_bound, unique, next_permutation, dan kawan-kawannya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CP · Day 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Belasan fungsi bawaan yang menghemat banyak baris kode. Yang terpenting adalah lower_bound, unique, dan next_permutation.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&amp; upper_bound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menjawab hampir semua pertanyaan "berapa banyak yang lebih kecil dari x" dalam O(log n). Syaratnya data harus sudah terurut.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 + unique membuang duplikat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unique tidak menghapus apa pun — ia hanya memindahkan nilai unik ke depan. erase-lah yang benar-benar memotong sisanya.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 adalah pola tiga baris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sort, unique, erase — lalu peringkat dicari dengan lower_bound. Wajib dikuasai sebelum memakai Fenwick tree pada nilai besar.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next_permutation menelusuri semua urutan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menulis rekursi sendiri. Batas praktisnya n = 12, karena 13 faktorial sudah lebih dari enam miliar.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Fungsi-fungsi ini dipakai sebagai alat bantu di dalam solusi, bukan sebagai solusi itu sendiri.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mencari posisi pada data terurut, atau menghitung berapa yang lebih kecil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terlalu besar untuk dijadikan indeks array — kompresi koordinat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mencoba semua urutan dan n di bawah 12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elemen ke-k terkecil tanpa mengurutkan seluruh array — nth_element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belum terurut dan kamu memakai lower_bound — hasilnya salah tanpa peringatan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lebih dari 12 dan kamu memakai next_permutation — faktorialnya meledak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std::lower_bound pada set — berjalan O(n), pakai metode set-nya sendiri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accumulate mengambil tipe dari NILAI AWAL. Tulis 0LL, bukan 0, atau jumlahnya akan overflow menjadi bilangan negatif acak.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Kontainer STL (Day 18)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&amp; map (Day 21)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(Day 48)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STL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Penting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lower_bound, unique, kompresi koordinat, dan next_permutation.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 dari materi ini adalah prasyarat langsung untuk menghitung inversi dengan Fenwick tree pada Day 170.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&amp; upper_bound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Pertanyaan, Satu Alat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 + unique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next_permutation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accumulate &amp; Jebakan Overflow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Lain yang Berguna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Pencarian Berbatas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dan upper_bound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Fungsi, Empat Pertanyaan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semua pertanyaan "berapa banyak yang lebih kecil dari x" terjawab oleh dua fungsi ini.</a:t>
            </a:r>
            <a:endParaRPr lang="en-US" sz="1300" dirty="0"/>
          </a:p>
        </p:txBody>
      </p:sp>
      <p:pic>
        <p:nvPicPr>
          <p:cNvPr id="4" name="Image 0" descr="/tmp/ppt/imgs/c2_7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7609" y="1755648"/>
            <a:ext cx="4033734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mutlaknya ada di baris terakhir: array harus sudah terurut. Pada array tidak terurut, hasilnya salah tanpa peringatan apa pun.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Perbedaannya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array dengan nilai kembar, lower_bound menunjuk salinan PERTAMA dan upper_bound menunjuk tepat SESUDAH yang terakhir.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38928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2633472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05472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05472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38744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38744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38744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72016" y="2633472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72016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272016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H="1">
            <a:off x="6652260" y="2523744"/>
            <a:ext cx="309981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lower_bound(7) = indeks 4        upper_bound(7) = indeks 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 keduanya adalah banyaknya kemunculan 7, yaitu 3. Pola upper_bound(x) - lower_bound(x) adalah cara termudah menghitung kemunculan pada array terurut.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 + unique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dua baris untuk membuang duplikat. Perhatikan kenapa erase mutlak diperlukan.</a:t>
            </a:r>
            <a:endParaRPr lang="en-US" sz="1300" dirty="0"/>
          </a:p>
        </p:txBody>
      </p:sp>
      <p:pic>
        <p:nvPicPr>
          <p:cNvPr id="4" name="Image 0" descr="/tmp/ppt/imgs/c2_9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4389" y="1755648"/>
            <a:ext cx="3920175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unique tidak menghapus apa pun; ia hanya memindahkan nilai unik ke depan. Melupakan erase membuat vector tetap berukuran lama dengan sampah di belakang.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tiga baris yang mengubah nilai sampai 10^9 menjadi peringkat 1 sampai n. Sangat sering dipakai bersama Fenwick tree.</a:t>
            </a:r>
            <a:endParaRPr lang="en-US" sz="1300" dirty="0"/>
          </a:p>
        </p:txBody>
      </p:sp>
      <p:pic>
        <p:nvPicPr>
          <p:cNvPr id="4" name="Image 0" descr="/tmp/ppt/imgs/c2_10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2154" y="1993392"/>
            <a:ext cx="4324644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Gunakan ini setiap kali nilainya terlalu besar untuk dijadikan indeks array, tetapi jumlah nilai berbedanya sedikit. Yang penting biasanya memang hanya urutan relatifnya.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&amp; Agregasi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next_permutation, accumulate, dan lainnya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next_permutation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seluruh urutan tanpa menulis rekursi sendiri. Perhatikan dua syaratnya.</a:t>
            </a:r>
            <a:endParaRPr lang="en-US" sz="1300" dirty="0"/>
          </a:p>
        </p:txBody>
      </p:sp>
      <p:pic>
        <p:nvPicPr>
          <p:cNvPr id="4" name="Image 0" descr="/tmp/ppt/imgs/c2_12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4389" y="1755648"/>
            <a:ext cx="3920175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hal yang harus diingat: wajib di-sort lebih dulu, dan batas praktisnya n = 12. Bila n sampai 20, gunakan bitmask atau DP bitmask, bukan permutasi.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accumulate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sangat sering terjadi dan hasilnya bilangan negatif acak.</a:t>
            </a:r>
            <a:endParaRPr lang="en-US" sz="1300" dirty="0"/>
          </a:p>
        </p:txBody>
      </p:sp>
      <p:pic>
        <p:nvPicPr>
          <p:cNvPr id="4" name="Image 0" descr="/tmp/ppt/imgs/c2_13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4468" y="1755648"/>
            <a:ext cx="4040016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Aturannya: tipe hasil ditentukan oleh NILAI AWAL, bukan oleh tipe elemen kontainer. Menulis 0LL alih-alih 0 sudah cukup untuk memperbaikinya.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Lain yang Berguna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fungsi yang menghemat banyak baris kode. Yang bertanda perlu perhatian khusus.</a:t>
            </a:r>
            <a:endParaRPr lang="en-US" sz="1300" dirty="0"/>
          </a:p>
        </p:txBody>
      </p:sp>
      <p:pic>
        <p:nvPicPr>
          <p:cNvPr id="4" name="Image 0" descr="/tmp/ppt/imgs/c2_14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635" y="1755648"/>
            <a:ext cx="3665682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KPK: bagi dulu dengan gcd, baru kalikan. Menulis a * b / gcd terlebih dahulu bisa overflow padahal hasil akhirnya masih muat.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Memakai yang Mana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kebutuhanmu dengan barisnya. Tabel ini menghemat banyak waktu saat kontes.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46360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Cari posisi pada data terurut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lower_bound / upper_bound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n). Wajib terurut lebih dulu.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Buang nilai kembar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sort + unique + erase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Jangan lupa erase; unique tidak menghapus.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besar jadi indeks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kompresi koordinat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Pola tiga baris; wajib untuk BIT dengan nilai 10^9.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Coba semua 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next_permutation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praktis n = 12. Wajib di-sort dulu.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Elemen ke-k terkecil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nth_element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O(n), jauh lebih cepat daripada sort penuh.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seluruh elemen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accumulate dengan 0LL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Tipe hasil ditentukan nilai awal, bukan elemen.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 dan pencarian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Peringkat Nilai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bilangan, lalu q pertanyaan. Setiap pertanyaan berisi bilangan x; keluarkan peringkat x di antara nilai-nilai berbeda yang ada (dimulai dari 1, terkecil berperingkat 1). Bila x tidak ada di dalam daftar, keluarkan -1.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a[i], x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2_17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0459" y="1280160"/>
            <a:ext cx="232996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24: setelah lower_bound, wajib memeriksa DUA hal — iteratornya tidak di ujung, dan nilainya memang sama.</a:t>
            </a:r>
            <a:endParaRPr lang="en-US" sz="1300" dirty="0"/>
          </a:p>
        </p:txBody>
      </p:sp>
      <p:pic>
        <p:nvPicPr>
          <p:cNvPr id="4" name="Image 0" descr="/tmp/ppt/imgs/c2_18_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210" y="1993392"/>
            <a:ext cx="2920532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Melupakan pemeriksaan it != s.end() menyebabkan pembacaan di luar array ketika x lebih besar dari seluruh isi daftar. Ini kesalahan nomor satu saat memakai lower_bound.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Kelimanya melatih pemakaian algoritma STL, bukan algoritma yang rumit.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Numbers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sort + unique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Concert Tickets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upper_bound pada multiset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Sum of Two Values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sort lalu two pointers atau binary search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Creating Strings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next_permutation dengan duplikat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466C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sum dengan lower_bound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menuntut data terurut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data tidak terurut hasilnya salah tanpa peringatan. Selalu pastikan urutannya sebelum memanggil, dan periksa it != end() setelahnya.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unique tidak menghapus apa pun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hanya memindahkan nilai unik ke depan dan mengembalikan batasnya. erase-lah yang benar-benar memotong sisanya.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 adalah pola tiga baris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sort, unique, erase — lalu peringkat dicari dengan lower_bound. Hafalkan karena hampir selalu dibutuhkan bersama Fenwick tree.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accumulate mengambil tipe dari nilai awal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0LL, bukan 0. Aturan yang sama berlaku untuk semua penjumlahan: tipe akumulatornya yang menentukan, bukan tipe elemennya.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2026-09-01T05:09:57Z</dcterms:created>
  <dcterms:modified xsi:type="dcterms:W3CDTF">2026-09-01T05:09:57Z</dcterms:modified>
</cp:coreProperties>
</file>