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Maksimum pada jendela bergerak dalam O(n) — dan pintu masuk ke optimasi DP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CP · Day 37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 menjawab "berapa nilai terbesar pada jendela selebar k" untuk setiap posisi jendela, seluruhnya dalam O(n).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Masalahnya: jendela bergeser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Jendela selebar k bergeser satu langkah setiap kali. Memeriksa ulang k elemen setiap posisi menghasilkan O(n x k) yang terlalu lambat.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buang yang pasti kalah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sebuah elemen lebih kecil DAN lebih tua daripada elemen lain, ia tidak akan pernah menjadi maksimum. Buang selamanya.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jenis pembuangan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belakang karena kalah nilai; dari depan karena sudah keluar jendela. Ujung depan itulah yang membedakan deque dari monotonic stack.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sebenarnya: optimasi DP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dp[i] = a[i] + max(dp[j]) untuk j pada rentang bergerak turun dari O(n x k) menjadi O(n). Inilah alasan utama materi ini dipelajari.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Deque hanya berlaku bila rentangnya bergeser satu arah. Untuk rentang sembarang, pakai sparse table atau segment 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maksimum atau minimum pada jendela berlebar tetap yang bergeser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berbentuk dp[i] bergantung pada ekstrem dp[j] untuk j pada rentang bergerak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batas rentang hanya bergerak maju, tidak pernah mundur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sangat besar sehingga solusi O(n log n) pun terasa berat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yang ditanyakan sembarang, tidak bergeser satu arah — pakai sparse table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Datanya berubah di tengah proses — pakai segment tree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nilai terbesar kedua atau ketiga, bukan hanya yang teratas — pakai multiset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INDEKS di dalam deque, bukan nilai. Pemeriksaan kedaluwarsa membandingkan indeks dengan batas jendela, jadi indeksnya wajib ada.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stack (Day 36)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deque (Day 24)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Sliding window (Day 33)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trick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 (Day 147)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Maksimum jendela bergerak dalam O(n), dan pintu masuk ke optimasi DP.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"kandidat yang kalah dalam segala hal boleh dibuang" adalah ide yang sama dengan monotonic stack, dan akan muncul lagi pada convex hull trick.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Sliding Window Maximum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Ide: Buang yang Pasti Kalah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Tetap O(n)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Optimasi DP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Maksimum pada setiap posisi jendela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Jendela selebar k bergeser satu langkah setiap kali. Untuk setiap posisi, kita perlu nilai terbesarnya.</a:t>
            </a:r>
            <a:endParaRPr lang="en-US" sz="1300" dirty="0"/>
          </a:p>
        </p:txBody>
      </p:sp>
      <p:pic>
        <p:nvPicPr>
          <p:cNvPr id="4" name="Image 0" descr="/tmp/ppt/imgs/c0_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213" y="1755648"/>
            <a:ext cx="4960526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 memeriksa ulang k elemen setiap jendela, padahal jendela berikutnya hanya berbeda dua elemen dari jendela sebelumnya. Pemborosan itulah yang akan kita buang.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Monotonic Deque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kalimat yang menjelaskan seluruh algoritmanya. Bacalah sampai benar-benar masuk akal.</a:t>
            </a:r>
            <a:endParaRPr lang="en-US" sz="1300" dirty="0"/>
          </a:p>
        </p:txBody>
      </p:sp>
      <p:pic>
        <p:nvPicPr>
          <p:cNvPr id="4" name="Image 0" descr="/tmp/ppt/imgs/c0_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9574" y="1755648"/>
            <a:ext cx="4469803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alasan pembuangan: dari belakang karena KALAH NILAI, dari depan karena KEDALUWARSA WAKTU. Keduanya berbeda dan keduanya diperlukan.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1 3 -1 -3 5 3 6 7 dengan k = 3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Jendela Pertama Terbentuk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i = 2, jendela pertama penuh. Nilai 1 sudah dibuang lebih dulu karena kalah dari 3.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0368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3036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7979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979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7979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0450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0450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0450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2921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2921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82012" y="2286000"/>
            <a:ext cx="112471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3506724" y="2084832"/>
            <a:ext cx="112471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 berisi indeks [1, 2]  -&gt;  nilai 3, -1      jawaban = 3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0 (nilai 1) dibuang saat 3 masuk, karena 1 lebih kecil DAN akan keluar jendela lebih dulu. Ia tidak mungkin menjadi maksimum kapan pun.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Elemen Besar Menyapu Bersih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nilai 5 masuk di indeks 4, seluruh isi deque lebih kecil darinya. Semuanya dibuang sekaligus.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0368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3036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7979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979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7979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0450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0450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0450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2921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2921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06724" y="2286000"/>
            <a:ext cx="337413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631436" y="2084832"/>
            <a:ext cx="224942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756148" y="1883664"/>
            <a:ext cx="112471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 -3, 5 &gt; -1, 5 &gt; 3  -&gt;  ketiganya dibuang      deque = [4]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elemen besar bisa mengosongkan seluruh deque. Meski begitu, setiap indeks hanya bisa dibuang sekali, sehingga totalnya tetap linear.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Pembuangan dari Depan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i = 6, indeks 4 masih di deque tetapi mulai keluar jendela pada langkah berikutnya. Di sinilah ujung depan berperan.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0368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30368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633472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79792" y="2633472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979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7979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04504" y="2633472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0450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0450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29216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29216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80860" y="2523744"/>
            <a:ext cx="224942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05572" y="2322576"/>
            <a:ext cx="112471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jendela = [4, 5, 6]      deque = [6]  -&gt;  jawaban = 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6 lebih besar dari 5 dan 3, jadi keduanya dibuang dari belakang. Bila 6 tidak muncul, indeks 4 akan dibuang dari depan begitu i mencapai 7.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Deque Selalu Menurun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kandidat yang kalah selalu dibuang, isi deque dari depan ke belakang selalu terurut menurun.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deque (depan di atas)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075688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75688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depan  -&gt;  9   (maksimum sekarang)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04104" y="2313432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3272" y="2606040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606040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04104" y="2843784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33272" y="3136392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136392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04104" y="3374136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33272" y="3666744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666744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belakang -&gt; 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075688"/>
            <a:ext cx="5212080" cy="277977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jenis pembuangan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660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BELAKANG: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kalah nilai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465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8679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DEPAN: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2702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kedaluwarsa waktu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" y="46085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47000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depan selalu berisi maksimum jendela sekarang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50474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menurun inilah yang membuat jawabannya selalu berada di ujung depan, sehingga bisa dibaca dalam O(1) tanpa pencarian.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puluh baris yang layak dihafal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Sliding Window Maximum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blok di dalam loop, dan urutannya penting. Perhatikan bahwa yang disimpan adalah indeks.</a:t>
            </a:r>
            <a:endParaRPr lang="en-US" sz="1300" dirty="0"/>
          </a:p>
        </p:txBody>
      </p:sp>
      <p:pic>
        <p:nvPicPr>
          <p:cNvPr id="4" name="Image 0" descr="/tmp/ppt/imgs/c0_15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556" y="1755648"/>
            <a:ext cx="496727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Deque menyimpan INDEKS, bukan nilai. Ini wajib, karena pemeriksaan kedaluwarsa membandingkan indeks dengan batas jendela.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pertama membuang dari belakang semua kandidat yang nilainya kalah dari elemen baru. Setelah ini, sifat menurunnya terjaga.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kedua membuang dari depan bila indeksnya sudah di luar jendela. Cukup if, bukan while, karena tiap langkah paling banyak satu indeks kedaluwarsa.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ketiga mencatat jawaban, tetapi hanya setelah jendela benar-benar penuh yaitu mulai i = k-1.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minimum, cukup balik tanda pembanding pada blok pertama. Tidak ada perubahan lain sama sekali.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Tetap O(n)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yang sama persis dengan monotonic stack. Jangan tertipu melihat while di dalam for.</a:t>
            </a:r>
            <a:endParaRPr lang="en-US" sz="1300" dirty="0"/>
          </a:p>
        </p:txBody>
      </p:sp>
      <p:pic>
        <p:nvPicPr>
          <p:cNvPr id="4" name="Image 0" descr="/tmp/ppt/imgs/c0_16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736" y="1755648"/>
            <a:ext cx="431548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 dengan monotonic stack ada di ujung depan: stack hanya membuang dari satu sisi, sedangkan deque juga membuang yang kedaluwarsa. Itulah yang menangani konsep "jendela".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Utama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dengan jendela bergerak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DP yang Dipercepat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alasan sebenarnya monotonic deque dipelajari. Bentuk DP ini muncul sangat sering.</a:t>
            </a:r>
            <a:endParaRPr lang="en-US" sz="1300" dirty="0"/>
          </a:p>
        </p:txBody>
      </p:sp>
      <p:pic>
        <p:nvPicPr>
          <p:cNvPr id="4" name="Image 0" descr="/tmp/ppt/imgs/c0_18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8296" y="1755648"/>
            <a:ext cx="335236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yang disimpan di deque sekarang adalah nilai dp, bukan nilai a. Kerangka DP-nya sendiri tidak berubah sedikit pun.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komponen DP-nya ditulis lengkap. Yang berubah dari versi naif hanya cara mencari maksimumnya.</a:t>
            </a:r>
            <a:endParaRPr lang="en-US" sz="1300" dirty="0"/>
          </a:p>
        </p:txBody>
      </p:sp>
      <p:pic>
        <p:nvPicPr>
          <p:cNvPr id="4" name="Image 0" descr="/tmp/ppt/imgs/c0_19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3905" y="1755648"/>
            <a:ext cx="4621142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"DP ditambah struktur data" adalah tema besar pada DP tingkat menengah. Monotonic deque adalah bentuknya yang paling sederhana dan paling sering muncul.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Alat untuk Maksimum pada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sifat rentang yang ditanyakan. Deque hanya berlaku untuk jendela yang bergeser satu arah.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50017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Situasi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Jendela lebar tetap, bergeser satu arah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Monotonic deque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total. Paling cepat dan kodenya pendek.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Rentang sembarang, data tetap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Sparse table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per query setelah O(n log n) persiapan.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Rentang sembarang, data berubah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 per operasi. Paling luwes.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butuh maksimum keseluruhan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 variabel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Jangan berlebihan; sering ini sudah cukup.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k terbesar pada jendela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multiset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k) per langkah, sedikit lebih lambat.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Maksimum Jendela Bergerak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n bilangan dan lebar jendela k. Untuk setiap posisi jendela dari kiri ke kanan, keluarkan nilai terbesar di dalamnya.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k &lt;= n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-10^9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0_22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3585" y="1280160"/>
            <a:ext cx="284371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 ketiga blok, dan syarat i &gt;= k-1 sebelum mencetak jawaban.</a:t>
            </a:r>
            <a:endParaRPr lang="en-US" sz="1300" dirty="0"/>
          </a:p>
        </p:txBody>
      </p:sp>
      <p:pic>
        <p:nvPicPr>
          <p:cNvPr id="4" name="Image 0" descr="/tmp/ppt/imgs/c0_23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5902" y="1755648"/>
            <a:ext cx="2557148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dengan konstanta kecil. Untuk n = 10^6, matikan sinkronisasi cin — tanpa itu pembacaan input saja bisa memakan lebih dari separuh batas waktu.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sliding window langsung; tiga berikutnya adalah optimasi DP.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239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Sliding window maximum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Sliding Window Cost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multiset dua bagian, varian median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372C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dengan maksimum jendela bergerak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1425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lompat dengan jarak maksimum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940E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Deque untuk memilih blok optimal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kandidat yang kalah dalam segala hal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sebuah elemen lebih kecil dan sekaligus lebih tua daripada elemen lain, ia tidak akan pernah menjadi jawaban. Kalimat ini sama dengan pada monotonic stack.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jenis pembuangan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belakang karena kalah nilai, dari depan karena keluar jendela. Ujung depan itulah yang membedakan deque dari stack.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indeks, bukan nilai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kedaluwarsa membandingkan indeks dengan batas jendela, jadi indeksnya wajib ada. Nilainya selalu bisa diambil lewat a[indeks].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Gunanya bukan sekadar sliding window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terbesarnya adalah mempercepat DP berbentuk dp[i] = a[i] + max(dp[j]) pada rentang bergerak, dari O(n x k) menjadi O(n).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2026-09-01T05:13:28Z</dcterms:created>
  <dcterms:modified xsi:type="dcterms:W3CDTF">2026-09-01T05:13:28Z</dcterms:modified>
</cp:coreProperties>
</file>