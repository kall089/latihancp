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Aritmetika Modular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nCr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Dibutuhkan setiap kali DP menghitung banyaknya cara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DP · Day 90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90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Aritmetika modular menjaga angka tetap kecil saat jawabannya sangat besar. Hampir semua soal menghitung akan meminta hasil modulo 10^9 + 7.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ada modulo di soal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soal menghitung menghasilkan angka ratusan digit. Agar jawabannya tetap muat di tipe data biasa, soal meminta sisa baginya terhadap sebuah bilangan prima besar.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Penjumlahan dan perkalian aman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 bagi dapat diambil kapan saja pada penjumlahan, pengurangan, dan perkalian. Yang tidak boleh adalah pembagian biasa.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Pembagian diganti invers modulo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10^9 + 7 adalah bilangan prima, invers dari a adalah a pangkat (mod - 2), dihitung dengan modpow. Ini akibat langsung dari teorema kecil Fermat.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nCr dihitung dengan precompute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Siapkan faktorial dan invers faktorial sekali di awal, lalu setiap nCr dijawab dalam waktu konstan. Pola ini muncul di hampir semua soal kombinatorika.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langsung dari kalimat "keluarkan jawabannya modulo 1000000007" di akhir soal.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meminta hasil modulo sebuah bilangan besar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banyaknya cara, susunan, atau kombinasi yang bisa sangat besar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yang menghitung banyaknya jalur atau konfigurasi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menghitung pangkat besar seperti a pangkat 10^18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meminta nilai sebenarnya dan angkanya masih muat di long long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meminta nilai maksimum atau minimum — modulo merusak urutan besar-kecil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Modulusnya bukan bilangan prima; invers lewat Fermat tidak berlaku di situ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paling sering: hasil pengurangan bisa negatif. Selalu tulis ((a - b) % M + M) % M.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bilangan bulat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Kombinatorika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menghitung banyak cara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Matrix exponentiation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Aritmetika Modular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nCr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Menjaga angka tetap kecil, dan mengganti pembagian dengan invers modulo.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dipakai bersama DP hampir setiap kali soal menanyakan "berapa banyak cara". Modpow dan invers faktorial sebaiknya sudah ada di template kontesmu.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Ada Modulo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Dasar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Nilai Negatif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Bahaya Overflow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Pangkat Cepat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Invers Modulo &amp; Pembagian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nCr Modulo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Kaitannya dengan DP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Ada Modulo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jawabannya terlalu besar untuk disimpan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Diselesaikan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yang menghitung banyaknya cara sering menghasilkan angka yang jauh melampaui kapasitas komputer.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nyata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Banyaknya jalur pada grid 1000 × 1000 adalah C(1998, 999), sebuah angka dengan lebih dari 600 digit. Tidak ada tipe data bawaan yang bisa menyimpannya.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Solusi soal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meminta jawabannya modulo 10^9 + 7. Kita cukup menyimpan sisa baginya, yang selalu di bawah satu miliar.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10^9 + 7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Ia bilangan prima, cukup besar sehingga tabrakan jarang terjadi, dan cukup kecil sehingga kuadratnya masih muat di long long. Alternatif lain 998244353.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yang dimanfaatkan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Penjumlahan dan perkalian bisa dimodulo kapan saja tanpa mengubah hasil akhirnya. Kita tidak perlu menunggu sampai akhir.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Hampir semua DP yang menghitung banyaknya cara memakai modulo. Melupakannya menghasilkan overflow dan jawaban negatif yang aneh.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Dasar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fungsi kecil yang sebaiknya selalu ada di template kamu.</a:t>
            </a:r>
            <a:endParaRPr lang="en-US" sz="1300" dirty="0"/>
          </a:p>
        </p:txBody>
      </p:sp>
      <p:pic>
        <p:nvPicPr>
          <p:cNvPr id="4" name="Image 0" descr="/tmp/ppt/imgs/c47_8_29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9414" y="1755648"/>
            <a:ext cx="6710124" cy="3779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Jebakan Utama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negatif dan overflow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1 — Modulo Bilangan Negatif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C++, hasil modulo mengikuti tanda operan kirinya. Ini berbeda dari matematika.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-3 % 7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0515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72384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7238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7238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97096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97096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97096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21808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21808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21808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46520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71232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7123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57123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95944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9594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69594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 menghasilkan -3     matematika menghasilkan 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Perbaikannya: ((a - b) % M + M) % M. Penambahan M memastikan hasilnya positif sebelum dimodulo ulang.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2 — Overflow Sebelum Modulo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paling sering: mengalikan dua int besar lalu baru dimodulo.</a:t>
            </a:r>
            <a:endParaRPr lang="en-US" sz="1300" dirty="0"/>
          </a:p>
        </p:txBody>
      </p:sp>
      <p:pic>
        <p:nvPicPr>
          <p:cNvPr id="4" name="Image 0" descr="/tmp/ppt/imgs/c47_11_29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1476" y="1755648"/>
            <a:ext cx="7046000" cy="406003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Praktis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kebiasaan yang mencegah hampir semua bug modulo.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pakai long long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Bahkan bila nilainya kecil. Perkalian dua bilangan di bawah 10^9 menghasilkan 10^18, yang hanya muat di long long.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Modulo setiap operasi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menunggu sampai akhir. Setiap penjumlahan dan perkalian langsung dimodulo agar nilainya tetap kecil.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Pengurangan butuh perlakuan khusus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tulis ((a − b) % M + M) % M. Melupakannya menghasilkan angka negatif yang lolos tanpa error.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Cast sebelum mengalikan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operannya bertipe int, tulis (ll)a * b, bukan a * b. Perkaliannya dihitung sebagai int lebih dulu bila tidak di-cast.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Pangkat Cepat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a pangkat e dalam O(log e)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Exponentiation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Idenya: pecah eksponen menjadi biner, lalu kuadratkan basisnya berulang kali.</a:t>
            </a:r>
            <a:endParaRPr lang="en-US" sz="1300" dirty="0"/>
          </a:p>
        </p:txBody>
      </p:sp>
      <p:pic>
        <p:nvPicPr>
          <p:cNvPr id="4" name="Image 0" descr="/tmp/ppt/imgs/c47_14_29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4685" y="1755648"/>
            <a:ext cx="5979583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Kerjanya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3 pangkat 13. Perhatikan 13 dalam biner adalah 1101.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 = 13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3^8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3^4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3^2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824728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824728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3^1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3^13 = 3^8 x 3^4 x 3^1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setiap bit yang menyala berarti kalikan hasil dengan pangkat itu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4 iterasi untuk eksponen 13. Untuk eksponen 10^18, cukup sekitar 60 iterasi — bukan 10^18 perkalian.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Invers Modulo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pembagian tidak bisa dilakukan langsung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Pembagian dengan Invers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konsep terpenting dalam aritmetika modular, dan yang paling sering salah dipahami.</a:t>
            </a:r>
            <a:endParaRPr lang="en-US" sz="1300" dirty="0"/>
          </a:p>
        </p:txBody>
      </p:sp>
      <p:pic>
        <p:nvPicPr>
          <p:cNvPr id="4" name="Image 0" descr="/tmp/ppt/imgs/c47_17_29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3144" y="1755648"/>
            <a:ext cx="6282664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Memahami Invers Modulo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menjelaskan kenapa cara ini bekerja.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tidak boleh dibagi langsung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Modulo mengubah bilangan menjadi sisa bagi. Pembagian pada sisa bagi tidak sama dengan pembagian pada bilangan aslinya.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 invers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Invers dari b adalah bilangan x sedemikian rupa sehingga b · x ≡ 1 (mod M). Mengalikan dengan x setara dengan membagi dengan b.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menghitungnya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M prima, teorema Fermat kecil memberi b^(M−2) sebagai inversnya. Hitung dengan pangkat cepat dalam O(log M).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penting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 harus prima, dan b tidak boleh kelipatan M. Bila M tidak prima, pakai extended Euclid.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Biayanya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invers berbiaya O(log M), sekitar 30 iterasi. Bila dibutuhkan berkali-kali, precompute agar tidak dihitung ulang.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nCr Modulo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Kombinasi yang muncul di hampir semua counting DP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Precompute Faktorial dan Inversnya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sekali di awal, lalu setiap nCr dijawab dalam O(1).</a:t>
            </a:r>
            <a:endParaRPr lang="en-US" sz="1300" dirty="0"/>
          </a:p>
        </p:txBody>
      </p:sp>
      <p:pic>
        <p:nvPicPr>
          <p:cNvPr id="4" name="Image 0" descr="/tmp/ppt/imgs/c47_20_29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2920" y="1755648"/>
            <a:ext cx="4443112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Loop Invers Berjalan Mundur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kecil yang menghemat satu faktor log penuh.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naif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invers setiap faktorial satu per satu dengan pangkat cepat. Biayanya O(n log M) — untuk n = 200.000 itu sekitar 6 juta operasi.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mundurnya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hanya SATU invers, yaitu invers dari faktorial terbesar. Sisanya diturunkan dengan invFakt[i−1] = invFakt[i] × 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benar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fakt[i] = fakt[i−1] × i, maka inversnya memenuhi invFakt[i−1] = invFakt[i] × i. Hubungan ini berlaku persis.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 turun menjadi O(n + log M) — hanya 200.000 perkalian ditambah satu pangkat cepat.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nCr modulo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Binomial Coefficients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Kombinasi Modulo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dua bilangan bulat n dan r. Hitung nilai C(n, r) yaitu banyaknya cara memilih r objek dari n objek, modulo 10^9 + 7.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banyak pertanyaan, jadi setiap pertanyaan harus dijawab cepat.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976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r ≤ n ≤ 200.000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Sampai 10^5 pertanyaan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modulo 10^9 + 7</a:t>
            </a:r>
            <a:endParaRPr lang="en-US" sz="1200" dirty="0"/>
          </a:p>
        </p:txBody>
      </p:sp>
      <p:pic>
        <p:nvPicPr>
          <p:cNvPr id="9" name="Image 0" descr="/tmp/ppt/imgs/c47_23_3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8215" y="1280160"/>
            <a:ext cx="4174450" cy="382381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Precompute O(n), setiap pertanyaan O(1). Total sangat aman meskipun ada ratusan ribu pertanyaan.</a:t>
            </a:r>
            <a:endParaRPr lang="en-US" sz="1300" dirty="0"/>
          </a:p>
        </p:txBody>
      </p:sp>
      <p:pic>
        <p:nvPicPr>
          <p:cNvPr id="4" name="Image 0" descr="/tmp/ppt/imgs/c47_24_3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7161" y="1755648"/>
            <a:ext cx="3250062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Faktorial dihitung menaik, masing-masing dimodulo agar nilainya tetap kecil.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satu invers yang dihitung dengan pangkat cepat, yaitu invers faktorial terbesar.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mundur menurunkan seluruh invers faktorial lainnya dengan satu perkalian per langkah.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C(n,r) memakai dua kali modulo di tengah, karena tiga perkalian berturut-turut bisa meluap bila tidak dijaga.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yang sangat besar tetapi M kecil, gunakan teorema Lucas. Untuk M tidak prima, gunakan extended Euclid.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Modulo muncul di hampir setiap DP yang menghitung banyaknya cara.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Counting DP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transisi berbentuk dp[i] += dp[j] harus dimodulo. Melupakannya membuat nilainya meluap dan menjadi negatif.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probabilitas — Day 163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Peluang berbentuk pecahan a/b diubah menjadi a × inv(b) modulo M, sehingga seluruh perhitungannya memakai bilangan bulat tanpa kesalahan presisi.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Kombinatorika sebagai jalan pintas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Beberapa soal DP punya rumus tertutup memakai nCr. Contohnya menghitung jalur pada grid tanpa penghalang, yaitu C(R+C−2, R−1).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Matrix exponentiation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rekurens linear dengan n sampai 10^18, pangkat cepat pada matriks memakai prinsip yang sama dengan pangkat cepat biasa.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yang paling sering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Melupakan modulo pada satu baris saja sudah cukup membuat seluruh jawaban salah. Terapkan pada SETIAP operasi.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 sampai menulis modpow dan init faktorial menjadi refleks.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755648"/>
            <a:ext cx="1051560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modpow, inv, dan precompute faktorial dari ingatan, tanpa melihat catatan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Exponentiation, Exponentiation II, Binomial Coefficients, Creating Strings II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C(1000, 500) modulo 10^9+7 dan verifikasi dengan pustaka bilangan besar di Python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jebakan negatif: hitung (3 − 10) % 7 di C++ dan bandingkan dengan hasil yang benar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jebakan overflow: kalikan dua int bernilai 10^9 tanpa cast, amati hasilnya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satu soal counting DP dan pastikan setiap operasinya dimodulo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Modulo di setiap operasi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menunggu sampai akhir. Penjumlahan dan perkalian aman dimodulo kapan saja.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Pengurangan butuh koreksi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((a − b) % M + M) % M. Tanpa itu hasilnya bisa negatif tanpa memicu error.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Pembagian memakai invers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× b^(M−2) modulo M, dengan syarat M prima.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Monotonic stack dan deque, teknik yang dipakai untuk mempercepat transisi DP.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2026-09-01T04:38:03Z</dcterms:created>
  <dcterms:modified xsi:type="dcterms:W3CDTF">2026-09-01T04:38:03Z</dcterms:modified>
</cp:coreProperties>
</file>