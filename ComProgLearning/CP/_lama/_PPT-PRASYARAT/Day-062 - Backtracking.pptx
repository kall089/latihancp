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Mencoba semua kemungkinan, tetapi berhenti lebih awal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62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mencoba semua kemungkinan secara sistematis, tetapi berhenti lebih awal begitu sebuah cabang terbukti tidak mungkin menghasilkan jawaban.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Pola: pilih, telusuri, batalkan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satu keputusan, lanjutkan rekursi, lalu kembalikan keadaan seperti semula. Tiga langkah ini adalah kerangka seluruh backtracking.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 yang membuatnya layak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pemangkasan, backtracking hanyalah brute force. Yang membuatnya berguna adalah kemampuan menolak cabang sedini mungkin.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jawaban, bukan menghitungnya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cocok bila yang diminta adalah SUSUNAN jawabannya. Bila yang diminta hanya BANYAKNYA, DP biasanya jauh lebih cepat.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yang ditangani kecil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pencariannya tumbuh eksponensial atau faktorial. Batasan soal yang cocok biasanya n di bawah 12 untuk permutasi, atau di bawah 25 untuk subset.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batasan yang sangat kecil dan permintaan untuk menyebutkan susunannya.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SEMUA solusi, atau satu solusi yang harus dituliskan susunannya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sangat kecil dan tidak ada struktur yang bisa dimanfaatkan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penempatan dengan syarat rumit: N-Queens, Sudoku, pewarnaan graf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pemangkasan kuat yang jelas, sehingga ruang pencarian menyusut drastis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diminta hanya banyaknya jawaban — hitung dengan DP atau kombinatorika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besar; eksponensial tidak akan pernah lolos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Sub-masalah yang sama berulang dan bisa disimpan — tambahkan memoisasi, dan itu berarti DP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menulis, hitung ukuran ruang pencarian. Bila melebihi sekitar 10^8 tanpa pemangkasan yang meyakinkan, cari pendekatan lain.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Meet in the middle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semua kemungkinan sambil memangkas cabang yang pasti gagal.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dan DP menjawab keluarga soal yang sama dari arah berbeda. Bila kamu melihat sub-masalah yang berulang di pohon backtracking, itulah tanda untuk beralih ke DP.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Backtracking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Tiga Langkah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Pohon Pencarian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 — Kunci Kecepatan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N-Queens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Backtracking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yang tahu kapan harus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solusi selangkah demi selangkah. Begitu terlihat tidak mungkin berhasil, mundur dan coba pilihan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dengan enumerasi polos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Enumerasi memeriksa seluruh kemungkinan sampai selesai. Backtracking membuang cabang yang sudah pasti gagal, sebelum menyelesaikannya.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wajib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sebuah pilihan, lanjutkan rekursi, lalu batalkan pilihan itu. Langkah ketiga inilah yang disebut backtrack.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harus dibatalkan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keadaan dipakai bersama oleh seluruh cabang. Bila tidak dikembalikan, cabang berikutnya akan melihat sisa keputusan dari cabang sebelumnya.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ruang pencariannya besar tetapi sebagian besar cabang bisa dibuang lebih awal. Contohnya sudoku, N-queens, dan pewarnaan graf.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Tiga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solusi backtracking memakai bentuk ini. Yang berubah hanya isi fungsi pruning dan cara mencatat solusi.</a:t>
            </a:r>
            <a:endParaRPr lang="en-US" sz="1300" dirty="0"/>
          </a:p>
        </p:txBody>
      </p:sp>
      <p:pic>
        <p:nvPicPr>
          <p:cNvPr id="4" name="Image 0" descr="/tmp/ppt/imgs/c44_8_2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521" y="1993392"/>
            <a:ext cx="5835911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Pohon Pencarian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Menempatkan 4 ratu pada papan 4 × 4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Ratu Pertama di Kolom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baris ditempati tepat satu ratu. Mulai dari baris teratas.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4 x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" y="4489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" y="543153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522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tanda x = sel yang sudah diserang ratu di (0, 0)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Ratu menyerang sepanjang kolom dan kedua diagonal. Sel bertanda x tidak boleh dipakai lagi.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Baris 1 Hanya Punya Dua Pilihan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0 dan 1 sudah terserang, jadi tersisa kolom 2 dan 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4 x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" y="4489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862072" y="2990088"/>
            <a:ext cx="197510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67512" y="543153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522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ratu kedua di (1, 2)  -&gt;  baris 2 hanya menyisakan kolom 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Semakin dalam rekursinya, semakin sedikit pilihan yang tersisa. Inilah efek pruning.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Cabang Gagal,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ratu ketiga di (2, 3), baris 3 tidak punya kolom yang aman.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4 x 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489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1343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1071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0799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05272" y="448970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" y="543153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5229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3 seluruhnya terserang  -&gt;  cabang ini GAGAL, mundur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8704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Backtrack: batalkan ratu ketiga, coba kolom lain. Bila habis juga, batalkan ratu kedua. Begitu seterusnya sampai menemukan susunan yang berhasil.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alasan backtracking bisa cepat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Jenis Pruning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pruning, backtracking hanyalah enumerasi yang lebih lambat.</a:t>
            </a:r>
            <a:endParaRPr lang="en-US" sz="1300" dirty="0"/>
          </a:p>
        </p:txBody>
      </p:sp>
      <p:pic>
        <p:nvPicPr>
          <p:cNvPr id="4" name="Image 0" descr="/tmp/ppt/imgs/c44_14_2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614" y="1755648"/>
            <a:ext cx="6547723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Ketiganya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 jenis pruning ini yang membuat backtracking bisa dipakai di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Feasibility pruning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 ini melanggar aturan soal, jadi tidak perlu dilanjutkan sama sekali. Contohnya menempatkan ratu di kolom yang sudah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 pruning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Bahkan bila seluruh sisa langkah berjalan sempurna, hasilnya tetap tidak akan melampaui jawaban terbaik yang sudah ditemukan. Cabang ini bisa dibuang.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Symmetry pruning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cabang menghasilkan solusi yang setara karena simetri. Cukup periksa satu, lalu kalikan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Dampaknya nyata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N-queens ukuran 8, tanpa pruning ada 8^8 = 16 juta posisi yang harus diperiksa. Dengan pruning kolom dan diagonal, hanya sekitar 2.000 simpul yang dikunjungi.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menemukan pruning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Tanyakan: informasi apa yang sudah saya punya sekarang, yang membuat cabang ini pasti gagal? Jawabannya menjadi syarat pruning.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Pola Klasik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dan N-Queens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dan Penempatan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memakai kerangka tiga langkah yang sama.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— semua urutan</a:t>
            </a:r>
            <a:endParaRPr lang="en-US" sz="1350" dirty="0"/>
          </a:p>
        </p:txBody>
      </p:sp>
      <p:pic>
        <p:nvPicPr>
          <p:cNvPr id="5" name="Image 0" descr="/tmp/ppt/imgs/c44_17_2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39452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N-Queens — dengan pruning</a:t>
            </a:r>
            <a:endParaRPr lang="en-US" sz="1350" dirty="0"/>
          </a:p>
        </p:txBody>
      </p:sp>
      <p:pic>
        <p:nvPicPr>
          <p:cNvPr id="7" name="Image 1" descr="/tmp/ppt/imgs/c44_17_2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549" y="2157984"/>
            <a:ext cx="4709417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Ruang Pencarian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betapa cepat ruang pencarian tumbuh.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  <a:gridCol w="280720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Permutasi n!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2^n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40.320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3.628.800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39.916.800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2.048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mulai berat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6,2 × 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8.192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mustahil tanpa pruning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2,4 ×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1.048.576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subset yang mungkin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N-Queens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N-Queens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Menempatkan n Ratu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papan catur berukuran n × n. Tempatkan n buah ratu sehingga tidak ada dua ratu yang saling menyerang.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Ratu menyerang sepanjang barisnya, kolomnya, dan kedua diagonalnya. Hitung banyaknya susunan yang mungkin.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44_20_2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414" y="1280160"/>
            <a:ext cx="32320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kecepatannya ada pada tiga array penanda yang membuat pengecekan menjadi O(1).</a:t>
            </a:r>
            <a:endParaRPr lang="en-US" sz="1300" dirty="0"/>
          </a:p>
        </p:txBody>
      </p:sp>
      <p:pic>
        <p:nvPicPr>
          <p:cNvPr id="4" name="Image 0" descr="/tmp/ppt/imgs/c44_21_2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663" y="1755648"/>
            <a:ext cx="454305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baris pasti berisi tepat satu ratu, rekursinya cukup berjalan per baris. Ini sudah memangkas ruang pencarian secara besar.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bila seluruh baris sudah terisi, satu susunan lengkap ditemukan.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array menandai kolom dan kedua arah diagonal. Diagonal utama ditandai baris + kolom, diagonal lawan ditandai baris − kolom + n agar indeksnya tidak negatif.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rekursi kembali, ketiga penanda dikembalikan ke false. Inilah langkah backtrack yang wajib 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8 jawabannya 92, untuk n = 13 jawabannya 73.712. Di atas itu waktunya melonjak sangat cepat.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dan DP menjawab pertanyaan yang mirip, dengan cara yang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mencoba semua kemungkinan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Bedanya, DP menyimpan hasil sub-masalah sehingga tidak dihitung ulang. Backtracking tidak menyimpan apa pun, hanya membuang cabang yang gagal.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DP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sub-masalah yang sama muncul berulang dan bisa diidentifikasi dengan state yang ringkas. Contohnya knapsack.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backtracking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state-nya terlalu besar untuk disimpan, atau bila solusinya harus dicetak seluruhnya. Contohnya sudoku dan N-queens.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Gabungan keduanya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di Day 156 pada dasarnya adalah backtracking yang hasilnya di-cache. Struktur berpikirnya sama, hanya ditambah memoisasi.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menelusuri jawaban DP di Day 152 memakai cara berpikir yang sama dengan backtracking: dari state akhir, telusuri mundur pilihan yang diambil.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Chessboard and Queens, Grid Paths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N-Queens, Sudoku Solver, Word Search, Combination Sum, Permutations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N-queens tanpa pruning, lalu bandingkan waktunya dengan versi berpruning untuk n = 8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permutasi dari 4 elemen, periksa ada 24 baris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symmetry pruning pada N-queens: baris pertama cukup dicoba setengah kolom saja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solver sudoku sederhana dan uji dengan papan yang sulit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wajib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pilihan, lanjutkan rekursi, batalkan pilihan. Langkah ketiga sering terlupa dan menyebabkan bug halus.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Pruning menentukan segalanya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pruning, backtracking hanya enumerasi yang lebih lambat.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dari DP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membuang cabang gagal, DP menyimpan hasil sub-masalah. Keduanya bisa digabung.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sum: teknik dasar yang muncul di dalam banyak solusi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