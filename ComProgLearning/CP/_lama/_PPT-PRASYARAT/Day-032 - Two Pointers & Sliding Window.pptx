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1371600"/>
            <a:ext cx="7680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Two Pointers &amp;</a:t>
            </a:r>
            <a:endParaRPr lang="en-US" sz="42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Sliding Window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4023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Mengubah O(n²) menjadi O(n) pada soal subarray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46451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Prasyarat DP · Day 32–35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32</a:t>
            </a:r>
            <a:endParaRPr lang="en-US" sz="5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00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Sebelum Mulai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apa, dan kapan ia dipakai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Two pointers mengganti dua loop bersarang dengan dua penunjuk yang bergerak maju bersama, sehingga kompleksitasnya turun dari kuadrat menjadi linear.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30552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9751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penunjuk, keduanya hanya maju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22576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Penunjuk kiri dan kanan bergerak ke arah yang sama dan tidak pernah mundur. Karena masing-masing bergerak paling banyak n kali, totalnya O(n) meski ada loop di dalam loop.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3129534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97408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Sliding window adalah bentuk khususnya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321558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yang dicari adalah rentang berurutan yang memenuhi syarat, jaraknya antara kedua penunjuk itulah jendelanya. Jendela melebar dari kanan dan menyempit dari kiri.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4128516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9730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Syaratnya: kondisinya harus monoton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320540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jendela terlalu besar melanggar syarat, memperbesarnya lagi tidak akan menolong. Sifat inilah yang membuat penunjuk kiri boleh maju tanpa perlu mundur.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512749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97205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Sering perlu data terurut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319522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Pada varian dua penunjuk berlawanan arah, arraynya harus diurutkan lebih dulu. Pada sliding window biasanya tidak perlu.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Dipakai, Kapan Tidak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Kenali dari kata "berurutan" atau "berturut-turut" pada soal, digabung dengan sebuah syarat yang bisa dilanggar.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76272"/>
            <a:ext cx="5349240" cy="384048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2176272"/>
            <a:ext cx="5349240" cy="50292"/>
          </a:xfrm>
          <a:prstGeom prst="rect">
            <a:avLst/>
          </a:prstGeom>
          <a:solidFill>
            <a:srgbClr val="2FA97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41832" y="2395728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2FA9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PAKAI KETIKA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941832" y="2971800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41832" y="2971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353312" y="290779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Mencari subarray terpanjang atau terpendek yang memenuhi suatu syarat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41832" y="3721608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41832" y="3721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353312" y="365760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Mencari pasangan dengan jumlah tertentu pada array terurut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41832" y="4471416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41832" y="44714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353312" y="440740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Menghitung banyaknya subarray yang memenuhi syarat monoton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41832" y="5221224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41832" y="52212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353312" y="515721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Menggabungkan dua array terurut atau mencari irisannya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36792" y="2176272"/>
            <a:ext cx="5349240" cy="3090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336792" y="2176272"/>
            <a:ext cx="5349240" cy="50292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11112" y="2395728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D9534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JANGAN PAKAI KETIKA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611112" y="2971800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611112" y="2971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022592" y="290779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Syaratnya tidak monoton — melebarkan jendela kadang memperbaiki, kadang merusak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611112" y="3721608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611112" y="3721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022592" y="365760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Elemen yang dipilih boleh melompat (subsequence, bukan subarray)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611112" y="4471416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611112" y="44714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022592" y="440740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posisi butuh keputusan yang bergantung pada banyak kemungkinan sebelumnya — itu wilayah DP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67512" y="5870448"/>
            <a:ext cx="10853928" cy="65836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870448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Uji cepat: bila jendela [l, r] melanggar syarat, apakah [l, r+1] pasti juga melanggar? Bila ya, two pointers berlaku.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Posisi Materi Ini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tidak berdiri sendiri. Di kiri adalah yang sebaiknya sudah kamu kuasai, di kanan adalah yang terbuka setelah materi ini selesai.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PRASYARAT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67512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231343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05256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Prefix sum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67512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" y="313639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05256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Analisis kompleksitas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403336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INI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403336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3" name="Shape 11"/>
          <p:cNvSpPr/>
          <p:nvPr/>
        </p:nvSpPr>
        <p:spPr>
          <a:xfrm>
            <a:off x="8403336" y="231343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41080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Kadane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403336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6" name="Shape 14"/>
          <p:cNvSpPr/>
          <p:nvPr/>
        </p:nvSpPr>
        <p:spPr>
          <a:xfrm>
            <a:off x="8403336" y="313639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41080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Monotonic deque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03336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9" name="Shape 17"/>
          <p:cNvSpPr/>
          <p:nvPr/>
        </p:nvSpPr>
        <p:spPr>
          <a:xfrm>
            <a:off x="8403336" y="395935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41080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Binary search on answer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352544" y="2313432"/>
            <a:ext cx="3566160" cy="23225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2" name="Shape 20"/>
          <p:cNvSpPr/>
          <p:nvPr/>
        </p:nvSpPr>
        <p:spPr>
          <a:xfrm>
            <a:off x="4352544" y="2313432"/>
            <a:ext cx="3566160" cy="54864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626864" y="255117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4626864" y="28803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Two Pointers &amp;</a:t>
            </a:r>
            <a:endParaRPr lang="en-US" sz="2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Sliding Window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4626864" y="3941064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Menurunkan O(n²) menjadi O(n) dengan penunjuk yang hanya bergerak maju.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941064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991856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67512" y="5111496"/>
            <a:ext cx="10853928" cy="8229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41832" y="5111496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Banyak soal yang tampak seperti DP sebenarnya selesai dengan two pointers. Selalu periksa kemonotonan lebih dulu — solusinya jauh lebih pendek.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Masalah yang Diselesaikan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Kerangka Sliding Window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Window Bergerak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Window Ukuran Tetap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06247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Two Pointers pada Dua Array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06247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EC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Kadane — DP Pertama Kamu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06247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&amp; Pembahasan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06247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8DE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Kaitannya dengan DP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Masalah yang Diselesaikan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 subarray dengan syarat monoton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0736A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Bisa O(n)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Kuncinya: kedua penunjuk hanya bergerak MAJU, tidak pernah mundur.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Cara polos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Coba seluruh pasangan (l, r), lalu hitung jumlahnya. Ada n² pasangan, jadi O(n²) atau bahkan O(n³).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739542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58409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Pengamatan kunci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2931566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window [l, r] sudah terlalu besar, memperbesar r tidak akan menolong. Satu-satunya jalan adalah menggeser l ke kanan.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586277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430829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totalnya O(n)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3778301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Penunjuk r bergerak n langkah. Penunjuk l juga bergerak paling banyak n langkah selama seluruh proses. Total 2n langkah, bukan n².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433011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277563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Syaratnya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4625035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Sifat window harus monoton: memperbesar window membuat suatu besaran naik terus, atau turun terus. Untuk jumlah dengan angka positif, syarat ini terpenuhi.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67512" y="5279746"/>
            <a:ext cx="91440" cy="91440"/>
          </a:xfrm>
          <a:prstGeom prst="rect">
            <a:avLst/>
          </a:prstGeom>
          <a:solidFill>
            <a:srgbClr val="EC6BA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60120" y="512429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gagal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5471770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array boleh berisi angka negatif, memperbesar window belum tentu menaikkan jumlah. Sliding window tidak berlaku — pakai prefix sum dengan map.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Kerangka Sliding Window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Hafalkan bentuk ini. Hampir semua soal window memakai kerangka yang sama.</a:t>
            </a:r>
            <a:endParaRPr lang="en-US" sz="1300" dirty="0"/>
          </a:p>
        </p:txBody>
      </p:sp>
      <p:pic>
        <p:nvPicPr>
          <p:cNvPr id="4" name="Image 0" descr="/tmp/ppt/imgs/c38_8_23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28644" y="1755648"/>
            <a:ext cx="6731664" cy="427939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Window Bergerak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Cari subarray terpendek dengan jumlah minimal 11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1 — Window Membesar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Penunjuk kanan maju terus selama jumlahnya masih kurang dari target.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55117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947672" y="2395728"/>
            <a:ext cx="96012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947672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947672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80944" y="2395728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980944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980944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014216" y="2395728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014216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014216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47488" y="2395728"/>
            <a:ext cx="960120" cy="566928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047488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047488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080760" y="2395728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080760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080760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i=4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114032" y="2395728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114032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114032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i=5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147304" y="2395728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147304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7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8147304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i=6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180576" y="2395728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180576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8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9180576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i=7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427732" y="2286000"/>
            <a:ext cx="3099816" cy="914"/>
          </a:xfrm>
          <a:prstGeom prst="line">
            <a:avLst/>
          </a:prstGeom>
          <a:noFill/>
          <a:ln w="19050">
            <a:solidFill>
              <a:srgbClr val="4FA8E8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667512" y="3529584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941832" y="362102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 = 0, r = 3     jumlah = 1 + 2 + 3 + 4 = 10  &lt;  11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941832" y="396849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Belum mencapai target, jadi r terus maju. Penunjuk kiri belum bergerak sama sekali.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/ 3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2 — Target Tercapai, Kiri Menyusul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Begitu jumlahnya cukup, penunjuk kiri digeser untuk mempersingkat window.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55117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947672" y="2395728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947672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947672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80944" y="2395728"/>
            <a:ext cx="96012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980944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980944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014216" y="2395728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014216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014216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47488" y="2395728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047488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047488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080760" y="2395728"/>
            <a:ext cx="960120" cy="566928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080760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080760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i=4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114032" y="2395728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114032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114032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i=5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147304" y="2395728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147304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7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8147304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i=6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180576" y="2395728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180576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8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9180576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i=7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461004" y="2286000"/>
            <a:ext cx="3099816" cy="914"/>
          </a:xfrm>
          <a:prstGeom prst="line">
            <a:avLst/>
          </a:prstGeom>
          <a:noFill/>
          <a:ln w="19050">
            <a:solidFill>
              <a:srgbClr val="4FA8E8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667512" y="3529584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941832" y="362102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jumlah = 15 &gt;= 11  -&gt;  catat panjang 5, lalu buang a[0], l = 1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941832" y="396849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kali window masih valid setelah dipersingkat, panjangnya dicatat lagi. Inilah cara mencari yang terpendek.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 / 3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3 — Window Terpendek Ditemukan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Proses berlanjut sampai penunjuk kanan mencapai ujung array.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55117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947672" y="2395728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947672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947672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80944" y="2395728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980944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980944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014216" y="2395728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014216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014216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47488" y="2395728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047488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047488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080760" y="2395728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080760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080760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i=4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114032" y="2395728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114032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114032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i=5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147304" y="2395728"/>
            <a:ext cx="96012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147304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7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8147304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i=6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180576" y="2395728"/>
            <a:ext cx="960120" cy="566928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180576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8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9180576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i=7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627364" y="2286000"/>
            <a:ext cx="1033272" cy="914"/>
          </a:xfrm>
          <a:prstGeom prst="line">
            <a:avLst/>
          </a:prstGeom>
          <a:noFill/>
          <a:ln w="19050">
            <a:solidFill>
              <a:srgbClr val="4FA8E8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667512" y="3529584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941832" y="362102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 = 6, r = 7     jumlah = 7 + 8 = 15 &gt;= 11     panjang = 2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941832" y="396849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Jawaban 2. Perhatikan: selama seluruh proses, l bergerak dari 0 ke 6 dan r dari 0 ke 7. Totalnya hanya 15 langkah, bukan 64.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 / 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Varian Penting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Tiga bentuk yang paling sering muncul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4ECDC4"/>
          </a:solidFill>
          <a:ln/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Window Tetap dan Window Variabel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Window ukuran tetap lebih sederhana: tidak perlu loop while.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755648"/>
            <a:ext cx="51983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Ukuran tetap k</a:t>
            </a:r>
            <a:endParaRPr lang="en-US" sz="1350" dirty="0"/>
          </a:p>
        </p:txBody>
      </p:sp>
      <p:pic>
        <p:nvPicPr>
          <p:cNvPr id="5" name="Image 0" descr="/tmp/ppt/imgs/c38_14_23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2157984"/>
            <a:ext cx="5198364" cy="288353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323076" y="1755648"/>
            <a:ext cx="51983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Ukuran variabel dengan syarat</a:t>
            </a:r>
            <a:endParaRPr lang="en-US" sz="1350" dirty="0"/>
          </a:p>
        </p:txBody>
      </p:sp>
      <p:pic>
        <p:nvPicPr>
          <p:cNvPr id="7" name="Image 1" descr="/tmp/ppt/imgs/c38_14_237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3076" y="2157984"/>
            <a:ext cx="5198364" cy="308072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Two Pointers pada Dua Array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Varian lain: dua penunjuk pada dua array berbeda, keduanya maju.</a:t>
            </a:r>
            <a:endParaRPr lang="en-US" sz="1300" dirty="0"/>
          </a:p>
        </p:txBody>
      </p:sp>
      <p:pic>
        <p:nvPicPr>
          <p:cNvPr id="4" name="Image 0" descr="/tmp/ppt/imgs/c38_15_23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95097" y="1755648"/>
            <a:ext cx="5598757" cy="427939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Kadane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Maximum subarray — dan ini sebenarnya sudah DP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4FA8E8"/>
          </a:solidFill>
          <a:ln/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Algoritma Kadane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baris, O(n). Perhatikan definisi variabel cur — ini definisi state DP.</a:t>
            </a:r>
            <a:endParaRPr lang="en-US" sz="1300" dirty="0"/>
          </a:p>
        </p:txBody>
      </p:sp>
      <p:pic>
        <p:nvPicPr>
          <p:cNvPr id="4" name="Image 0" descr="/tmp/ppt/imgs/c38_17_23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5990" y="1755648"/>
            <a:ext cx="8156972" cy="4060031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Kadane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= [−2, 1, −3, 4, −1, 2, 1, −5]. Nilai cur di setiap posisi.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55117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cur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947672" y="2395728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947672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-2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947672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80944" y="2395728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980944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980944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014216" y="2395728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014216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-2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014216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47488" y="2395728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047488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047488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080760" y="2395728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080760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080760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i=4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114032" y="2395728"/>
            <a:ext cx="96012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114032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114032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i=5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147304" y="2395728"/>
            <a:ext cx="960120" cy="566928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147304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8147304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i=6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180576" y="2395728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180576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9180576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i=7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594092" y="2286000"/>
            <a:ext cx="1033272" cy="914"/>
          </a:xfrm>
          <a:prstGeom prst="line">
            <a:avLst/>
          </a:prstGeom>
          <a:noFill/>
          <a:ln w="19050">
            <a:solidFill>
              <a:srgbClr val="4FA8E8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667512" y="3529584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941832" y="362102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cur[6] = max(a[6], cur[5] + a[6]) = max(1, 5 + 1) = 6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941832" y="396849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cur adalah jumlah subarray terbaik yang BERAKHIR di posisi itu. Jawabannya adalah nilai terbesar di seluruh baris ini, yaitu 6.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Kadane sebagai DP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Inilah jembatan langsung menuju Day 141.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State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cur[i] = jumlah subarray terbesar yang BERAKHIR tepat di indeks i. Perhatikan kata "berakhir" — sama seperti pada LIS di Day 148.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739542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58409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Transisi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2931566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cur[i] = max(a[i], cur[i−1] + a[i]). Dua pilihan: mulai subarray baru di i, atau melanjutkan subarray sebelumnya.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586277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430829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Base case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3778301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cur[0] = a[0]. Subarray yang berakhir di elemen pertama hanya bisa berisi elemen itu sendiri.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433011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277563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Jawaban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4625035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Nilai terbesar di seluruh cur, bukan cur[n−1]. Sama seperti LIS.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67512" y="5279746"/>
            <a:ext cx="91440" cy="91440"/>
          </a:xfrm>
          <a:prstGeom prst="rect">
            <a:avLst/>
          </a:prstGeom>
          <a:solidFill>
            <a:srgbClr val="EC6BA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60120" y="512429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Kesimpulannya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5471770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Kadane adalah DP 1D dengan optimasi memori O(1). Bila kamu memahami Kadane, kamu sudah memahami inti DP tanpa menyadarinya.</a:t>
            </a:r>
            <a:endParaRPr lang="en-US" sz="1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Subarray terpendek dengan jumlah minimal target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EC6BA8"/>
          </a:solidFill>
          <a:ln/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— Minimum Size Subarray Sum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67512" y="1280160"/>
            <a:ext cx="6035040" cy="4572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" name="Shape 2"/>
          <p:cNvSpPr/>
          <p:nvPr/>
        </p:nvSpPr>
        <p:spPr>
          <a:xfrm>
            <a:off x="667512" y="1280160"/>
            <a:ext cx="6035040" cy="45720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23544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923544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Subarray Terpendek dengan Jumlah Minimal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23544" y="219456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Diberikan array berisi n bilangan bulat positif dan sebuah nilai target. Cari panjang subarray kontinu TERPENDEK yang jumlahnya lebih besar atau sama dengan target.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tidak ada, cetak 0.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14984" y="429768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≤ n ≤ 100.000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≤ a[i] ≤ 10^4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Seluruh elemen positif</a:t>
            </a:r>
            <a:endParaRPr lang="en-US" sz="1200" dirty="0"/>
          </a:p>
        </p:txBody>
      </p:sp>
      <p:pic>
        <p:nvPicPr>
          <p:cNvPr id="9" name="Image 0" descr="/tmp/ppt/imgs/c38_21_24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91817" y="1280160"/>
            <a:ext cx="3687247" cy="4554617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Pembahasan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Kompleksitas O(n): setiap penunjuk bergerak paling banyak n langkah.</a:t>
            </a:r>
            <a:endParaRPr lang="en-US" sz="1300" dirty="0"/>
          </a:p>
        </p:txBody>
      </p:sp>
      <p:pic>
        <p:nvPicPr>
          <p:cNvPr id="4" name="Image 0" descr="/tmp/ppt/imgs/c38_22_24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7160" y="1755648"/>
            <a:ext cx="4210064" cy="41879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78040" y="1801368"/>
            <a:ext cx="310896" cy="310896"/>
          </a:xfrm>
          <a:prstGeom prst="ellipse">
            <a:avLst/>
          </a:prstGeom>
          <a:solidFill>
            <a:srgbClr val="4FA8E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78040" y="1801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607808" y="174650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Penunjuk kiri dimulai dari 0 dan hanya bergerak maju selama seluruh proses.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178040" y="2620670"/>
            <a:ext cx="310896" cy="310896"/>
          </a:xfrm>
          <a:prstGeom prst="ellipse">
            <a:avLst/>
          </a:prstGeom>
          <a:solidFill>
            <a:srgbClr val="3ECF9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178040" y="26206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607808" y="2565806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Elemen kanan selalu dimasukkan lebih dulu, tanpa syarat apa pun.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178040" y="3439973"/>
            <a:ext cx="310896" cy="31089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178040" y="343997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607808" y="3385109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Loop while menggeser kiri selama window MASIH valid, sambil mencatat panjangnya setiap kali.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178040" y="4259275"/>
            <a:ext cx="310896" cy="31089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178040" y="425927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607808" y="4204411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urutannya: catat panjang dulu, baru buang elemen kiri. Terbalik akan melewatkan jawaban terbaik.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178040" y="5078578"/>
            <a:ext cx="310896" cy="310896"/>
          </a:xfrm>
          <a:prstGeom prst="ellipse">
            <a:avLst/>
          </a:prstGeom>
          <a:solidFill>
            <a:srgbClr val="EC6BA8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178040" y="507857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607808" y="502371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Syarat elemen positif penting. Bila boleh negatif, jumlah tidak lagi monoton dan teknik ini gagal.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Kaitannya dengan DP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Bagaimana materi ini dipakai kembali saat masuk ke Dynamic Programming.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Kadane adalah DP paling sederhana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kamu memahaminya, konsep state dan transisi sudah kamu kuasai. Day 141 tinggal memberi nama pada apa yang sudah kamu lakukan.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Sliding window mempercepat transisi DP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dp[i] membutuhkan minimum atau maksimum dari jendela geser, monotonic deque menurunkan transisinya dari O(k) menjadi O(1). Ini dipakai di optimasi DP lanjut.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window, kapan DP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Window dipakai bila syaratnya monoton dan jawabannya berupa subarray kontinu. DP dipakai bila pilihannya bercabang dan sub-masalah berulang.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Keduanya sering digabung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Banyak soal DP mempunyai transisi yang bisa dipercepat dengan two pointers, terutama bila batas transisinya juga bergerak monoton.</a:t>
            </a:r>
            <a:endParaRPr lang="en-US" sz="12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Mandiri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Kerjakan berurutan dari yang paling mudah. Untuk setiap soal, tulis dulu empat langkahnya di kertas sebelum mengetik.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1993392"/>
            <a:ext cx="10515600" cy="3950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CSES: Subarray Sums I dan II, Subarray Distinct Values, Maximum Subarray Sum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LeetCode: Minimum Size Subarray Sum, Longest Substring Without Repeating Characters, Maximum Subarray, Sliding Window Maximum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Implementasikan Kadane, lalu ubah agar juga mencetak indeks awal dan akhir subarray terbaiknya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Kerjakan soal window dengan array yang boleh berisi angka negatif, dan amati kenapa window gagal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Implementasikan sliding window maximum dengan deque monoton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Tulis definisi state Kadane dalam satu kalimat — persiapan langsung untuk Day 141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Ringkasan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hal yang harus melekat sebelum lanjut ke materi berikutnya.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Kedua penunjuk hanya maju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Itulah alasan totalnya O(n), bukan O(n²).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Syaratnya monoton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Memperbesar window harus menaikkan atau menurunkan besaran secara konsisten. Angka negatif merusak syarat ini.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Kadane sudah DP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State, transisi, dan base case-nya jelas. Ini pengantar paling alami menuju Day 141.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Berikutnya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Binary search, termasuk binary search on answer yang sering dipadukan dengan DP.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2026-09-01T04:38:03Z</dcterms:created>
  <dcterms:modified xsi:type="dcterms:W3CDTF">2026-09-01T04:38:03Z</dcterms:modified>
</cp:coreProperties>
</file>