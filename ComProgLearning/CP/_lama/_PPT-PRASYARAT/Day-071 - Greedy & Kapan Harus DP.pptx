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pilihan terbaik saat ini sudah cukup — dan kapan harus DP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71–79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mengambil pilihan yang tampak terbaik saat itu juga, tanpa pernah meninjau ulang. Kadang benar, kadang salah — dan mengetahui bedanya adalah inti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satu keputusan, tidak pernah dibatalkan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DP yang mempertimbangkan semua kemungkinan, greedy langsung memilih dan melangkah. Karena itu jauh lebih cepat, tetapi juga jauh lebih mudah salah.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Bukti adalah bagian dari solusinya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yang tidak dibuktikan hanyalah tebakan. Dua alat pembuktian yang perlu dikuasai adalah exchange argument dan greedy stays ahead.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greedy gagal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pilihan terbaik sekarang bisa menutup pilihan yang jauh lebih baik nanti, greedy salah. Coin change dengan pecahan tidak lazim adalah contoh klasiknya.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Hubungannya dengan DP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mencoba semua pilihan lalu memilih yang terbaik. Greedy melewati pencobaan itu karena ada sifat khusus yang menjaminnya. Bila sifat itu tidak ada, kembalilah ke DP.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praktis kontes: coba pikirkan greedy lebih dulu karena kodenya pendek, tetapi jangan submit sebelum bisa membuktikannya atau mengujinya terhadap brute force.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urutan pemrosesan yang jelas dan pilihan terbaiknya bisa dibuktikan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penjadwalan: paling banyak kegiatan, tenggat waktu, interval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matroid seperti MST, di mana greedy dijamin benar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Batasannya besar sehingga DP tidak mungkin, dan ada pola yang tampak jelas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Belum punya bukti dan belum menguji terhadap brute force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contoh tandingan kecil yang membuat greedy meleset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 sekarang jelas memengaruhi banyak kemungkinan di masa depan — itu DP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Kebiasaan yang menyelamatkan: tulis brute force kecil, bangkitkan tes acak, lalu bandingkan dengan greedy-mu sebelum submit.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(Kruskal)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 (Day 141)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Harus DP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pilihan lokal terbaik menghasilkan jawaban global terbaik — dan kapan tidak.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melatih naluri memilih pendekatan. Setiap kali greedy-mu gagal pada contoh tandingan, itulah tanda bahwa soalnya sebenarnya DP.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Greedy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Greedy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Greedy Klasik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Activity Selection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Greedy Gagal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Membuktikan Greedy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vs DP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Greedy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yang terbaik sekarang, jangan menoleh ke belakang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membangun solusi selangkah demi selangkah, dan setiap langkah mengambil pilihan yang terlihat terbaik saat itu.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Bedanya dengan DP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mencoba semua pilihan lalu menyimpan yang terbaik. Greedy hanya mengambil satu pilihan dan tidak pernah meninjaunya ulang.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Keuntungannya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Jauh lebih cepat dan lebih pendek. Biasanya O(n log n) karena hanya butuh pengurutan, dibanding O(n·W) untuk DP.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Risikonya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SALAH. Pilihan terbaik saat ini bisa mengunci kita pada kondisi yang buruk kemudian.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mainnya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hanya boleh dipakai bila kamu bisa membuktikannya, atau setidaknya sudah mengujinya dengan brute force pada banyak kasus acak.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Greedy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 seperti DP, greedy juga punya syarat yang harus dipenuhi.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Greedy choice property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satu pilihan lokal yang selalu bisa menjadi bagian dari suatu solusi optimal. Inilah yang membuat kita boleh mengambilnya tanpa ragu.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Optimal substructure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pilihan itu diambil, sisa masalahnya adalah masalah sejenis yang lebih kecil. Syarat ini sama dengan syarat DP.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 kuncinya dengan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hanya butuh optimal substructure. Greedy butuh keduanya. Syarat pertama itulah yang sering tidak terpenuhi.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cepat menguji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brute force yang jelas benar, lalu bandingkan hasilnya dengan greedy pada seribu input acak kecil. Bila ada satu yang berbeda, greedy-nya salah.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Greedy Klasik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pola yang paling sering muncul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dan Kunci Pengurutannya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hampir semua soal greedy, seluruh kesulitan terletak pada MEMILIH kunci pengurutan yang benar.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087368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Urutkan berdasarkan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Contoh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Activity selection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waktu SELESAI menaik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 kegiatan terbanyak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Fractional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rasio nilai per berat menurun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 ambil sebagian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Minimum platform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waktu kedatangan, sweep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berapa peron dibutuhkan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Huffman coding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gabung dua terkecil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kompresi optimal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Job scheduling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profit menurun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pasang sedekat deadline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Coin change kanonik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koin terbesar dulu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untuk sistem kanonik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Activity Selection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Kunci: urutkan berdasarkan waktu SELESAI, bukan waktu mulai. Ini pilihan yang membuat greedy-nya benar.</a:t>
            </a:r>
            <a:endParaRPr lang="en-US" sz="1300" dirty="0"/>
          </a:p>
        </p:txBody>
      </p:sp>
      <p:pic>
        <p:nvPicPr>
          <p:cNvPr id="4" name="Image 0" descr="/tmp/ppt/imgs/c46_11_2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1285" y="1755648"/>
            <a:ext cx="5906381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Activity Selection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kegiatan, cari yang terbanyak tanpa bentrok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Setelah Diurutkan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Kegiatan diurutkan berdasarkan waktu selesai. Inilah langkah yang menentukan.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kegiatan: (1,3) (2,5) (4,7) (6,8) (8,10)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diurutkan seperti ini, kita cukup menyapu dari kiri ke kanan satu kali.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Ambil yang Selesai Paling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Kegiatan pertama selalu diambil, karena ia menyisakan waktu paling banyak untuk sisanya.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ambil (1,3)     last = 3     -&gt;  lewati (2,5) karena mulai 2 &lt; 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greedy choice property: memilih yang selesai paling awal tidak pernah merugikan.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Lanjut Menyapu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kegiatan yang mulainya setelah last langsung diambil.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50592" y="2286000"/>
            <a:ext cx="4315968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08576" y="2084832"/>
            <a:ext cx="2157984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ambil (1,3), (4,7), (8,10)     total 3 kegiatan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kali sapuan setelah pengurutan. Total O(n log n), jauh lebih cepat daripada DP O(n^2).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Fractional Knapsack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ini BOLEH greedy karena barangnya boleh dipotong. Versi 0/1 tidak boleh.</a:t>
            </a:r>
            <a:endParaRPr lang="en-US" sz="1300" dirty="0"/>
          </a:p>
        </p:txBody>
      </p:sp>
      <p:pic>
        <p:nvPicPr>
          <p:cNvPr id="4" name="Image 0" descr="/tmp/ppt/imgs/c46_16_2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0293" y="1755648"/>
            <a:ext cx="4608365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Greedy Gagal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yang harus kamu ingat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Knapsack — Greedy Kalah 60 Poin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 satu kata pada soal, dari "boleh sebagian" menjadi "harus utuh", mengubah greedy dari benar menjadi salah.</a:t>
            </a:r>
            <a:endParaRPr lang="en-US" sz="1300" dirty="0"/>
          </a:p>
        </p:txBody>
      </p:sp>
      <p:pic>
        <p:nvPicPr>
          <p:cNvPr id="4" name="Image 0" descr="/tmp/ppt/imgs/c46_18_2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147" y="1993392"/>
            <a:ext cx="4284658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Gagal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konkret yang menunjukkan greedy bisa kalah jauh dari solusi optimal.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tidak bisa dipotong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fractional knapsack, sisa kapasitas selalu bisa diisi sebagian barang. Pada 0/1, sisa kapasitas bisa terbuang percuma.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 awal mengunci sisanya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barang A yang rasionya terbaik menyisakan kapasitas 40, yang ternyata tidak bisa dimanfaatkan sebaik kombinasi B dan 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tidak meninjau ulang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A diambil, greedy tidak pernah mempertimbangkan untuk membatalkannya. DP mempertimbangkan kedua kemungkinan.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Pelajaran umum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pilihan sekarang membatasi pilihan berikutnya dengan cara yang sulit diprediksi, greedy biasanya salah. Di situlah DP masuk.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lain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dengan koin {1, 3, 4} dan nominal 6. Greedy menjawab 3 koin, jawaban benar 2 koin. Dibahas di Day 144.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Membuktikan Greedy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Exchange argument: teknik pembuktian yang paling sering dipakai di kontes.</a:t>
            </a:r>
            <a:endParaRPr lang="en-US" sz="1300" dirty="0"/>
          </a:p>
        </p:txBody>
      </p:sp>
      <p:pic>
        <p:nvPicPr>
          <p:cNvPr id="4" name="Image 0" descr="/tmp/ppt/imgs/c46_20_2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0614" y="1755648"/>
            <a:ext cx="6547723" cy="33366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Activity Selection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Memilih Kegiatan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Kegiatan Terbanyak Tanpa Bentrok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kegiatan, masing-masing dengan waktu mulai dan waktu selesai. Kamu hanya bisa mengikuti satu kegiatan pada satu waktu.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jumlah kegiatan terbanyak yang bisa diikuti.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mulai &lt; selesai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46_22_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5671" y="1280160"/>
            <a:ext cx="307953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n), seluruhnya dari pengurutan.</a:t>
            </a:r>
            <a:endParaRPr lang="en-US" sz="1300" dirty="0"/>
          </a:p>
        </p:txBody>
      </p:sp>
      <p:pic>
        <p:nvPicPr>
          <p:cNvPr id="4" name="Image 0" descr="/tmp/ppt/imgs/c46_23_2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005" y="1755648"/>
            <a:ext cx="482637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pengurutan adalah waktu SELESAI. Mengurutkan berdasarkan waktu mulai menghasilkan jawaban yang salah.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Variabel last menyimpan waktu selesai kegiatan terakhir yang diambil, dimulai dari nilai yang lebih kecil dari semua kemungkinan.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s &gt;= last berarti kegiatan ini dimulai setelah yang sebelumnya selesai, jadi tidak bentrok.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kegiatan diperiksa tepat sekali. Tidak ada peninjauan ulang — inilah ciri greedy.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benar: kegiatan yang selesai paling awal menyisakan waktu terbanyak untuk sisanya. Bisa dibuktikan dengan exchange argument.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vs DP — Cara Memilih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pertanyaan yang menentukan.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Apakah bisa dibuktikan?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bisa menyusun exchange argument, pakai greedy — jauh lebih cepat dan pendek.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Apakah pilihan sekarang mengunci masa depan?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mengambil sesuatu sekarang bisa membuat kita menyesal nanti, greedy berbahaya. Pakai DP.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Apakah batasannya memungkinkan DP?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n·W di bawah 10^8, DP aman dan pasti benar. Bila terlalu besar, greedy mungkin satu-satunya jalan — dan soalnya memang dirancang begitu.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Sudahkah diuji?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submit solusi greedy, bandingkan dengan brute force pada seribu input acak kecil. Ini menemukan greedy yang salah dalam hitungan menit.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dari soal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"boleh sebagian" atau "boleh dipotong" biasanya menandakan greedy. Kata "harus utuh" atau "tepat k buah" biasanya menandakan DP.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Movie Festival, Restaurant Customers, Tasks and Deadlines, Reading Books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Non-overlapping Intervals, Minimum Number of Arrows, Task Scheduler, Jump Game II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fractional knapsack dan 0/1 knapsack pada input yang sama, lalu bandingkan hasilnya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brute force untuk activity selection, bandingkan dengan greedy pada 1.000 input acak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soal greedy yang kamu kerjakan, tuliskan exchange argument-nya dalam tiga kalimat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sendiri counterexample untuk greedy coin change dengan koin {1, 3, 4}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butuh dua syarat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choice property dan optimal substructure. DP hanya butuh yang kedua.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pengurutan menentukan segalanya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hampir semua soal greedy, seluruh kesulitannya ada di sana.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uji dengan brute force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yang salah tidak menimbulkan error, hanya jawaban yang salah pada kasus tertentu.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Graf: representasi, DFS, BFS, dan topological sort — jalan menuju DP pada DAG.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2026-09-01T04:38:03Z</dcterms:created>
  <dcterms:modified xsi:type="dcterms:W3CDTF">2026-09-01T04:38:03Z</dcterms:modified>
</cp:coreProperties>
</file>