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Kontainer STL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Comparator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vector, pair, struct, dan cara mengurutkan apa pun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 CP · Day 18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18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vector, pair, dan struct adalah wadah data yang dipakai di hampir setiap solusi. Yang perlu dikuasai bukan sintaksnya, melainkan biaya tiap operasinya.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vector adalah pilihan bawaan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Ia array yang bisa tumbuh. Akses indeks dan push_back konstan, tetapi menyisipkan atau menghapus di depan O(n). Satu operasi O(n) di dalam loop cukup untuk membuat TLE.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push_back rata-rata O(1)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penuh, vector menggandakan kapasitasnya dan menyalin isinya. Karena penggandaan makin jarang, total penyalinan untuk n elemen kurang dari 2n.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pair sudah bisa dibandingkan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Perbandingannya leksikografis: first dulu, bila seri baru second. Sifat inilah yang membuatnya sering dipakai langsung dengan sort dan priority_queue.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Comparator punya satu aturan mutlak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Ia harus menjawab "apakah x HARUS di depan y". Untuk dua elemen yang sama jawabannya wajib false — memakai &lt;= bisa menyebabkan program crash.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bukan pilihan; ia dipakai di setiap soal. Yang dilatih adalah memilih wadah dan menulis comparator tanpa ragu.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76272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176272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97180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Menyimpan daftar yang panjangnya baru diketahui saat program berjalan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721608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Mengurutkan data dengan lebih dari satu kriteria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47141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Menyimpan graf sebagai adjacency list: vector&lt;vector&lt;int&gt;&gt;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522122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5221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515721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Menggabung dua atau tiga nilai yang harus diurutkan bersamaan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2176272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2176272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97180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Butuh menyisipkan atau menghapus di depan berulang kali — pakai deque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721608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Ukurannya tetap dan diketahui saat kompilasi — array biasa sedikit lebih cepat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47141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Butuh pencarian cepat berdasarkan nilai — pakai set, map, atau array penghitung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Selalu kirim kontainer sebagai const referensi. Menulis vector&lt;int&gt; v sebagai parameter fungsi menyalin seluruh isinya setiap pemanggilan.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dan loop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kompleksitas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 &amp; map (Day 21)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Algoritma STL (Day 25)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Sorting (Day 43-47)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Kontainer STL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Comparator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vector, pair, struct, dan cara mengurutkan dengan banyak kriteria.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Hampir setiap materi setelah ini memakai vector sebagai wadah dasarnya. Menguasai biaya operasinya menghindarkan banyak TLE yang penyebabnya sulit ditebak.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vector dan Biaya Tiap Operasinya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push_back Rata-rata O(1)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Jebakan vector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pair, tuple &amp; array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struct dengan Comparator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Strict Weak Ordering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vector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Kontainer yang dipakai di hampir setiap soal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dan Biayanya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Hafalkan kolom biayanya, bukan sintaksnya. Satu operasi O(n) di dalam loop mengubah solusi O(n) menjadi O(n²).</a:t>
            </a:r>
            <a:endParaRPr lang="en-US" sz="1300" dirty="0"/>
          </a:p>
        </p:txBody>
      </p:sp>
      <p:pic>
        <p:nvPicPr>
          <p:cNvPr id="4" name="Image 0" descr="/tmp/ppt/imgs/c0_7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01329" y="1993392"/>
            <a:ext cx="3586294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dua baris terakhir: menyisipkan atau menghapus di DEPAN vector memaksa seluruh elemen bergeser. Bila kamu butuh itu, pakai deque.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push_back Rata-rata O(1)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Pertanyaan wawancara klasik, dan penjelasannya menjelaskan kenapa reserve bisa mempercepat program secara nyata.</a:t>
            </a:r>
            <a:endParaRPr lang="en-US" sz="1300" dirty="0"/>
          </a:p>
        </p:txBody>
      </p:sp>
      <p:pic>
        <p:nvPicPr>
          <p:cNvPr id="4" name="Image 0" descr="/tmp/ppt/imgs/c0_8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27920" y="1993392"/>
            <a:ext cx="3933112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kamu sudah tahu akan ada n elemen, panggil reserve(n) di awal. Pada n = 10^7 perbedaannya bisa mencapai puluhan persen waktu jalan.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Pertumbuhan Kapasitas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kali penuh, vector menggandakan kapasitasnya dan menyalin seluruh isi. Kotak kuning menandai saat penyalinan terjadi.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788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kapasitas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496312" y="2633472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496312" y="263347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496312" y="32735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9584" y="2633472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9584" y="263347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529584" y="32735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62856" y="2633472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62856" y="263347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62856" y="32735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96128" y="2633472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596128" y="263347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596128" y="32735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29400" y="2633472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29400" y="263347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32735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662672" y="2633472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62672" y="263347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662672" y="32735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695944" y="2633472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95944" y="263347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695944" y="32735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729216" y="2633472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729216" y="263347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729216" y="32735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762488" y="2633472"/>
            <a:ext cx="960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762488" y="263347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762488" y="32735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976372" y="2523744"/>
            <a:ext cx="8266176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009644" y="2322576"/>
            <a:ext cx="7232904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042916" y="2121408"/>
            <a:ext cx="6199632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109460" y="1920240"/>
            <a:ext cx="4133088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67512" y="376732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41832" y="385876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penyalinan untuk n push_back = 1 + 2 + 4 + ... + n  &lt;  2n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941832" y="42062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deret geometri itu jumlahnya kurang dari 2n, biaya rata-rata per push_back tetap konstan meski beberapa di antaranya mahal. Inilah yang disebut analisis amortisasi.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Jebakan vector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Keempatnya pernah menjatuhkan submission yang algoritmanya sudah benar. Baca perlahan.</a:t>
            </a:r>
            <a:endParaRPr lang="en-US" sz="1300" dirty="0"/>
          </a:p>
        </p:txBody>
      </p:sp>
      <p:pic>
        <p:nvPicPr>
          <p:cNvPr id="4" name="Image 0" descr="/tmp/ppt/imgs/c0_10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22044" y="1755648"/>
            <a:ext cx="4344865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ketiga paling berbahaya karena tidak selalu menimbulkan error: pada vector kosong, v.size() - 1 menjadi bilangan raksasa dan loopnya berjalan sangat lama sebelum crash.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Menggabung Beberapa Nilai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pair, tuple, array, dan struct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pair, tuple &amp; array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pair sudah bisa dibandingkan tanpa kode tambahan. Sifat itulah yang membuatnya sering dipakai bersama sort dan priority_queue.</a:t>
            </a:r>
            <a:endParaRPr lang="en-US" sz="1300" dirty="0"/>
          </a:p>
        </p:txBody>
      </p:sp>
      <p:pic>
        <p:nvPicPr>
          <p:cNvPr id="4" name="Image 0" descr="/tmp/ppt/imgs/c0_12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9341" y="1993392"/>
            <a:ext cx="3590271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Trik negasi di baris 13 sangat sering dipakai: mengurutkan menurun tanpa menulis comparator, cukup dengan menyimpan nilai negatifnya.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struct dengan Comparator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bidangnya lebih dari dua atau namanya penting, struct jauh lebih mudah dibaca daripada tuple.</a:t>
            </a:r>
            <a:endParaRPr lang="en-US" sz="1300" dirty="0"/>
          </a:p>
        </p:txBody>
      </p:sp>
      <p:pic>
        <p:nvPicPr>
          <p:cNvPr id="4" name="Image 0" descr="/tmp/ppt/imgs/c0_13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350" y="1755648"/>
            <a:ext cx="3868251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kedua (lambda) paling sering dipakai di kontes karena ditulis tepat di tempat pemakaian. Cara ketiga berguna bila struct itu juga dimasukkan ke set atau priority_queue.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Comparator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aturan yang bila dilanggar menyebabkan runtime error yang sangat sulit dilacak.</a:t>
            </a:r>
            <a:endParaRPr lang="en-US" sz="1300" dirty="0"/>
          </a:p>
        </p:txBody>
      </p:sp>
      <p:pic>
        <p:nvPicPr>
          <p:cNvPr id="4" name="Image 0" descr="/tmp/ppt/imgs/c0_14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4186" y="1755648"/>
            <a:ext cx="4676012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Pembanding menjawab pertanyaan "apakah x HARUS berada sebelum y", bukan "apakah x lebih kecil atau sama".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dua elemen yang sama, jawabannya wajib false. Inilah yang disebut strict weak ordering.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&lt;= melanggar aturan itu. Pada data dengan elemen kembar, std::sort bisa membaca di luar batas array dan program crash tanpa pesan yang jelas.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multi-kriteria, periksa kriteria pertama; bila berbeda kembalikan perbandingannya, bila sama lanjut ke kriteria berikutnya.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ini berlaku untuk berapa pun jumlah kriterianya. Kriteria terakhir tidak perlu pemeriksaan kesamaan.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Kontainer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pilihan yang menutupi hampir seluruh kebutuhan soal kontes.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926080"/>
                <a:gridCol w="2377440"/>
                <a:gridCol w="299008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Kebutuhan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Pakai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Akses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Catatan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Daftar biasa, tambah di belakang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vector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Pilihan bawaan. Ramah cache, tercepat.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Tambah/hapus di kedua ujung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deque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Sedikit lebih lambat dari vector.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Dua nilai berpasangan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pair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Sudah bisa dibandingkan tanpa kode tambahan.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Tiga nilai atau lebih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array&lt;T,k&gt; / struct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array bisa langsung di-sort; struct lebih jelas dibaca.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Ukuran tetap, diketahui saat kompilasi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array / C-array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Paling cepat, tanpa alokasi dinamis.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Pengurutan multi-kriteria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Peringkat Kelas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n siswa dengan nama, nilai, dan umur. Urutkan siswa berdasarkan nilai menurun. Bila nilainya sama, yang lebih muda didahulukan. Bila masih sama, urutkan namanya menaik. Keluarkan daftar namanya.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nama berupa huruf kecil, panjang &lt;= 20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0_17_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1098" y="1280160"/>
            <a:ext cx="244868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pola tiga kriteria di dalam lambda, dan arah pembanding yang berbeda pada kriteria pertama.</a:t>
            </a:r>
            <a:endParaRPr lang="en-US" sz="1300" dirty="0"/>
          </a:p>
        </p:txBody>
      </p:sp>
      <p:pic>
        <p:nvPicPr>
          <p:cNvPr id="4" name="Image 0" descr="/tmp/ppt/imgs/c0_18_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6943" y="1755648"/>
            <a:ext cx="3615065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log n). Untuk n = 2 x 10^5 dengan string, matikan sinkronisasi cin dan pakai referensi konstan pada lambda agar tidak ada penyalinan string.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Kelimanya melatih pemilihan kontainer dan penulisan comparator.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4C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map dengan penghitungan kemunculan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158B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vector, penghitungan, dan greedy sederhana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Distinct Numbers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sort lalu unique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Movie Festival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sort dengan comparator pada interval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1352C / 1367B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Pengurutan multi-kriteria pada struct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Hafalkan biayanya, bukan sintaksnya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push_back dan akses indeks konstan; menyisipkan atau menghapus di depan O(n). Satu operasi O(n) di dalam loop cukup untuk membuat TLE.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Selalu kirim kontainer sebagai referensi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Menuliskan vector&lt;int&gt; v sebagai parameter menyalin seluruh isinya setiap pemanggilan. Pakai const vector&lt;int&gt; &amp; kecuali kamu memang ingin salinannya.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Comparator wajib memakai tanda kurang dari saja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&lt;= melanggar strict weak ordering dan bisa menyebabkan crash pada data dengan elemen kembar.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size() bertipe unsigned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v.size() - 1 pada vector kosong menjadi bilangan raksasa. Selalu tulis i + 1 &lt; (int)v.size() bila membandingkan dengan bilangan bertanda.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2026-09-01T05:09:57Z</dcterms:created>
  <dcterms:modified xsi:type="dcterms:W3CDTF">2026-09-01T05:09:57Z</dcterms:modified>
</cp:coreProperties>
</file>