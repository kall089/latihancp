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n terlalu besar untuk brute force, tetapi terlalu kecil untuk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Searching · Day 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 membelah ruang pencarian eksponensial menjadi dua, sehingga 2^40 yang mustahil berubah menjadi dua kali 2^20 yang ringan.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dibelah adalah pangkatnya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angkanya. Akar dari 10^12 adalah 10^6, jadi keuntungannya jauh lebih besar daripada sekadar membagi 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Bangkitkan semua kemungkinan bagian kiri, lalu bagian kanan, lalu gabungkan keduanya dengan pengurutan atau binary search.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n sekitar 40 adalah petunjuknya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Terlalu besar untuk bitmask biasa, terlalu kecil untuk DP atau greedy. Angka ini hampir selalu berarti meet in the middle.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Penggabungannya wajib efisien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untuk setiap nilai di kanan kamu memeriksa semua nilai di kiri, kompleksitasnya kembali menjadi 2^n. Wajib memakai sort, binary search, atau map.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harus terpenuhi bersamaan: bisa dibelah, dan bisa digabung dengan murah.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sekitar 30 sampai 45, dan brute force 2^n terlalu lambat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 bisa dibelah menjadi dua bagian yang bebas satu sama lain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kedua bagian bisa digabung dengan penjumlahan, XOR, atau perbandingan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subset sum dengan nilai besar sehingga DP tidak muat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di bagian kiri membatasi pilihan di kanan dengan cara yang rumit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cukup kecil sehingga bitmask biasa sudah lolos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Penggabungannya sendiri butuh 2^(n/2) pemeriksaan per elemen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Belah tepat di tengah. Membelah 30 dan 10 menghilangkan hampir seluruh keuntungannya, karena 2^30 tetap terlalu besar.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(Day 48)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Bidirectional BFS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lanjut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ruang pencarian eksponensial menjadi dua bagian.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yang sama muncul pada bidirectional BFS: menelusuri dari kedua ujung sehingga kedalaman pencariannya terbelah dua.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Membelah Dua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Pangkatnya yang Dibelah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Contoh: Subset Sum n &lt;= 40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dengan Binary Search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ruang pencarian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terakhir adalah inti seluruh tekniknya. Bacalah sampai benar-benar jelas kenapa keuntungannya begitu besar.</a:t>
            </a:r>
            <a:endParaRPr lang="en-US" sz="1300" dirty="0"/>
          </a:p>
        </p:txBody>
      </p:sp>
      <p:pic>
        <p:nvPicPr>
          <p:cNvPr id="4" name="Image 0" descr="/tmp/ppt/imgs/c1_7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0588" y="1993392"/>
            <a:ext cx="4067775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dibelah dua adalah PANGKATNYA, bukan angkanya. Itulah kenapa 2^40 yang mustahil berubah menjadi dua kali 2^20 yang sangat ringan.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pada n = 40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aman satu detik kira-kira 10^8 operasi. Perhatikan bahwa hanya satu dari dua yang lolos.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Brute force 2^40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194560"/>
            <a:ext cx="65836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77272" y="2194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10^12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615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3 jam — jelas tidak mungkin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 2 x 2^20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063240"/>
            <a:ext cx="228600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22192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x 10^6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4838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0,05 detik termasuk pengurutan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ditambah binary search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3931920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x 10^7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3525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0,1 detik — masih sangat aman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terkuatnya ada di batasan soal. Angka 40 hampir selalu berarti meet in the middle.</a:t>
            </a:r>
            <a:endParaRPr lang="en-US" sz="1300" dirty="0"/>
          </a:p>
        </p:txBody>
      </p:sp>
      <p:pic>
        <p:nvPicPr>
          <p:cNvPr id="4" name="Image 0" descr="/tmp/ppt/imgs/c1_9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9511" y="1755648"/>
            <a:ext cx="458993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di baris 10 sampai 12 sama pentingnya: masalahnya harus bisa dibelah menjadi dua bagian bebas, DAN hasilnya harus bisa digabung dengan operasi sederhana.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dengan n sampai 40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Membangkitkan Semua Jumlah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bagian punya 2^20 subset. Membangkitkan seluruhnya justru bagian yang paling mudah.</a:t>
            </a:r>
            <a:endParaRPr lang="en-US" sz="1300" dirty="0"/>
          </a:p>
        </p:txBody>
      </p:sp>
      <p:pic>
        <p:nvPicPr>
          <p:cNvPr id="4" name="Image 0" descr="/tmp/ppt/imgs/c1_11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403" y="1755648"/>
            <a:ext cx="3134146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kita membangkitkan JUMLAHNYA, bukan subsetnya. Bila soal meminta subsetnya juga, simpan mask bersama jumlahnya.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angka, mencari jumlah 12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Membelah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dibelah menjadi dua bagian yang sama besar. Masing-masing diproses secara terpisah.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bagian kiri = {3, 34, 4}        bagian kanan = {12, 5, 2}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ganjil, salah satu bagian mendapat satu elemen lebih banyak. Selisih satu itu tidak berpengaruh berarti pada kompleksitasnya.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Semua Jumlah Bagian Kiri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tiga elemen ada 2^3 = 8 subset. Jumlahnya dibangkitkan seluruhnya, lalu diurutkan.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kiri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73352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3352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16936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16936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{4}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04104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04104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04104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{3,4}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47688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7688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{34}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91272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{3,34}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34856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4856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{4,34}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78440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78440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378440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jumlah, sudah diurutkan menaik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inilah yang memungkinkan pencarian pasangan dilakukan dengan binary search pada langkah berikutnya.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Mencari Pasangannya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jumlah di bagian kanan, cari berapa banyak jumlah di kiri yang melengkapinya menjadi 12.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kanan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73352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3352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16936" y="2395728"/>
            <a:ext cx="1170432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16936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{12}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{5}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04104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04104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04104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{12,5}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47688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7688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91272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{12,2}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34856" y="2395728"/>
            <a:ext cx="1170432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4856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{5,2}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78440" y="2395728"/>
            <a:ext cx="1170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78440" y="239572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378440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kanan 12 butuh kiri 0  (ada)      kanan 7 butuh kiri 5  (tidak ada)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cocok: kanan {12} dengan kiri {} , dan kanan {5,2} dengan kiri {3,4}. Jadi ada dua subset yang jumlahnya tepat 12.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dengan Binary Search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salah satu sisi diurutkan, setiap pertanyaan dijawab dalam O(log n).</a:t>
            </a:r>
            <a:endParaRPr lang="en-US" sz="1300" dirty="0"/>
          </a:p>
        </p:txBody>
      </p:sp>
      <p:pic>
        <p:nvPicPr>
          <p:cNvPr id="4" name="Image 0" descr="/tmp/ppt/imgs/c1_16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947" y="1755648"/>
            <a:ext cx="3439057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kedua sangat sering keluar: mencari jumlah terbesar yang tidak melebihi batas. Perhatikan pemeriksaan it != begin() sebelum memakai prev.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yang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Polanya selalu sama: sesuatu yang eksponensial, dan bisa dibelah menjadi dua bagian bebas.</a:t>
            </a:r>
            <a:endParaRPr lang="en-US" sz="1300" dirty="0"/>
          </a:p>
        </p:txBody>
      </p:sp>
      <p:pic>
        <p:nvPicPr>
          <p:cNvPr id="4" name="Image 0" descr="/tmp/ppt/imgs/c1_18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8819" y="1755648"/>
            <a:ext cx="423131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kelima menarik: bidirectional BFS memakai ide yang sama pada graf — menelusuri dari kedua ujung dan bertemu di tengah, sehingga kedalamannya terbelah dua.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meet in the middle.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2^(n/2)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40, setiap sisi menyimpan 2^20 nilai long long, yaitu sekitar 8 MB. Aman, tetapi bila kamu menyimpan pasangan atau struct, bisa cepat membengkak.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subset kosong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nol adalah subset yang sah dan jumlahnya nol. Melewatkannya membuat jawaban meleset pada kasus di mana seluruh jawaban ada di satu sisi.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tidak tepat di tengah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salah satu sisi jauh lebih besar, keuntungannya hilang. Untuk n = 40, belah 20 dan 20 — bukan 30 dan 10.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yang masih eksponensial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untuk setiap nilai di kanan kamu memeriksa semua nilai di kiri, totalnya kembali menjadi 2^n. Wajib memakai pengurutan, binary search, atau map.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dengan Jumlah Tertentu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 dan sebuah target S. Hitung ada berapa subset (boleh kosong) yang jumlah anggotanya tepat sama dengan 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40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S &lt;= 10^18</a:t>
            </a:r>
            <a:endParaRPr lang="en-US" sz="1200" dirty="0"/>
          </a:p>
        </p:txBody>
      </p:sp>
      <p:pic>
        <p:nvPicPr>
          <p:cNvPr id="9" name="Image 0" descr="/tmp/ppt/imgs/c1_21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930" y="1280160"/>
            <a:ext cx="24630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cara menghitung banyaknya kecocokan: selisih upper_bound dan lower_bound memberi banyaknya nilai yang tepat sama.</a:t>
            </a:r>
            <a:endParaRPr lang="en-US" sz="1300" dirty="0"/>
          </a:p>
        </p:txBody>
      </p:sp>
      <p:pic>
        <p:nvPicPr>
          <p:cNvPr id="4" name="Image 0" descr="/tmp/ppt/imgs/c1_22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4382" y="1993392"/>
            <a:ext cx="1700188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O(2^(n/2) x n), yaitu sekitar 2 x 10^7 untuk n = 40. Jangan lupa reserve pada vector hasil — tanpa itu, penggandaan kapasitas berulang memakan waktu yang lumayan.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punya batasan n sekitar 40 — petunjuk yang sangat khas.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Meet in the Middle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subset dengan jumlah tepat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888E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Meet in the middle dengan modulo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1006F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Belah pada grid, gabungkan dengan XOR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1755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subset terdekat dengan target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ABCDEF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Varian 4-sum dengan 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dibelah adalah pangkatnya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2^40 menjadi dua kali 2^20. Karena akar dari 10^12 adalah 10^6, keuntungannya sangat besar — jauh lebih besar daripada sekadar membagi 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n sekitar 40 adalah petunjuknya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Terlalu besar untuk bitmask biasa, terlalu kecil untuk DP atau greedy. Angka ini hampir selalu berarti meet in the middle.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wajib efisien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dua sisi dibangkitkan, gabungkan dengan pengurutan, binary search, atau map. Pemeriksaan pasangan secara langsung mengembalikan kompleksitasnya menjadi 2^n.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muncul juga di tempat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Bidirectional BFS memakai prinsip yang sama pada graf: menelusuri dari kedua ujung sehingga kedalaman pencariannya terbelah dua.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2026-09-01T05:31:15Z</dcterms:created>
  <dcterms:modified xsi:type="dcterms:W3CDTF">2026-09-01T05:31:15Z</dcterms:modified>
</cp:coreProperties>
</file>