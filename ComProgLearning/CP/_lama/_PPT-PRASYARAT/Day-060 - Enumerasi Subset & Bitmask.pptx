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Subset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Bitmask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semua kemungkinan secara sistematis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menyimpan sekumpulan pilihan sebagai satu bilangan bulat, sehingga "himpunan" bisa dipakai sebagai indeks array.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bit, satu keputusan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menyala berarti benda ke-i dipilih. Dengan n benda, seluruh kemungkinan pilihan adalah bilangan 0 sampai 2^n - 1.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konstan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Menyalakan bit, mematikan bit, memeriksa bit, dan menggabungkan dua himpunan semuanya satu operasi prosesor. Jauh lebih cepat daripada set atau vector.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praktisnya sekitar n = 20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2^20 kira-kira sejuta, masih nyaman. 2^25 sudah 33 juta dan mulai berat. Di atas itu, bitmask bukan pendekatan yang tepat.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DP memakai "himpunan yang sudah dipakai" sebagai state. Bitmask adalah satu-satunya cara praktis menjadikan himpunan sebagai indeks tabel.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paling kuat ada di batasan soal: n yang sangat kecil, biasanya di bawah 25.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kecil (di bawah sekitar 22) dan soal berbicara tentang himpunan atau pilihan ya-tidak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mengunjungi semua subset dari sebuah himpunan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DP perlu mengingat "benda mana saja yang sudah dipakai"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menyimpan banyak bendera boolean secara ringkas dan cepat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besar — 2^n meledak jauh sebelum n mencapai 40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pemilihan penting dan tidak bisa disimpulkan dari himpunannya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Himpunannya jarang terisi; struktur data biasa lebih hemat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tiga baris: cek bit (mask &gt;&gt; i &amp; 1), nyalakan (mask |= 1 &lt;&lt; i), dan iterasi submask (for (int s = mask; s; s = (s-1) &amp; mask)).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Subset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Bitmask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himpunan sebagai satu bilangan agar bisa menjadi indeks tabel.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prasyarat langsung untuk DP Bitmask dan TSP. Tanpa lancar mengoperasikan bit, kode DP bitmask akan sangat sulit dibaca.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Enumerasi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Dasar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sebagai Himpunan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Enumerasi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Rekursif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Enumerasi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tidak ada cara pintar, coba semuanya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Enumerasi Subset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terbesarnya adalah batasan n yang sangat 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subset adalah 2^n. Untuk n = 20 itu sekitar satu juta — masih sangat cepat diperiksa satu per satu.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25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 juta subset. Masih mungkin bila pemrosesan per subset sangat murah, tetapi sudah mulai berisiko.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≥ 30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dari satu miliar subset. Tidak mungkin. Cari pendekatan lain: DP, greedy, atau meet in the middle.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seperti "pilih sebagian", "ada berapa cara memilih", atau "himpunan bagian" digabung dengan n yang kecil.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dikuasai sebelum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di Day 156 dan 157 memakai representasi yang sama persis. Bedanya, di sana hasil setiap mask disimpan agar tidak dihitung ulang.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operasi ini muncul di hampir setiap solusi bitmask. Hafalkan.</a:t>
            </a:r>
            <a:endParaRPr lang="en-US" sz="1300" dirty="0"/>
          </a:p>
        </p:txBody>
      </p:sp>
      <p:pic>
        <p:nvPicPr>
          <p:cNvPr id="4" name="Image 0" descr="/tmp/ppt/imgs/c43_8_2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6622" y="1755648"/>
            <a:ext cx="547570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sebagai Himpunan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 bulat mewakili satu himpunan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Sebuah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n = 4 elemen, dengan array a = [3, 5, 2, 4].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a[3]=4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biner 1101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&gt;&gt; i &amp; 1   memeriksa apakah elemen ke-i terpilih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terpilih: a[0] = 3, a[2] = 2, dan a[3] = 4. Jumlahnya 9. Elemen a[1] = 5 tidak terpilih.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Seluruh Subset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atas seluruh 2^n himpunan, loop dalam membaca isinya.</a:t>
            </a:r>
            <a:endParaRPr lang="en-US" sz="1300" dirty="0"/>
          </a:p>
        </p:txBody>
      </p:sp>
      <p:pic>
        <p:nvPicPr>
          <p:cNvPr id="4" name="Image 0" descr="/tmp/ppt/imgs/c43_11_2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639" y="1755648"/>
            <a:ext cx="518167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Enumerasi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3, array a = [3, 5, 2]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0 — Himpunan Kosong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selalu dimulai dari himpunan kosong.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= 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ada bit yang menyala  -&gt;  tidak ada elemen terpilih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kosong tetap dihitung sebagai satu subset yang sah.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5 — Dua Elemen Terpilih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ke-0 dan ke-2 menyala.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= 3 + 2 = 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biner 101  -&gt;  elemen a[0] dan a[2] terpilih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enumerasi mengikuti urutan bilangan: 0, 1, 2, 3, 4, 5, 6, 7. Setiap angka mewakili satu himpunan berbeda.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7 — Seluruh Elemen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terakhir, seluruh bit menyala.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= 3 + 5 + 2 = 10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terakhir = (1 &lt;&lt; n) - 1 = 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ada 2^3 = 8 subset, dari mask 0 sampai 7. Setiap subset diperiksa tepat satu kali.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Lain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Rekursif dan iterasi submask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Enumerasi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rekursif lebih mudah dipahami, iterasi submask dipakai untuk soal partisi.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Rekursif — pilih atau lewati</a:t>
            </a:r>
            <a:endParaRPr lang="en-US" sz="1350" dirty="0"/>
          </a:p>
        </p:txBody>
      </p:sp>
      <p:pic>
        <p:nvPicPr>
          <p:cNvPr id="5" name="Image 0" descr="/tmp/ppt/imgs/c43_17_2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5470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 dari sebuah mask</a:t>
            </a:r>
            <a:endParaRPr lang="en-US" sz="1350" dirty="0"/>
          </a:p>
        </p:txBody>
      </p:sp>
      <p:pic>
        <p:nvPicPr>
          <p:cNvPr id="7" name="Image 1" descr="/tmp/ppt/imgs/c43_17_2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7603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Iterasi Submask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membingungkan pada awalnya, tetapi sangat penting untuk soal partisi.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(int s = mask; s; s = (s − 1) &amp; mask). Menghasilkan seluruh subset tak kosong dari mask, dari yang terbesar ke terkecil.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berhasil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Mengurangi satu meminjam dari bit menyala terendah. Meng-AND dengan mask membuang bit yang tidak termasuk. Hasilnya adalah subset berikutnya dalam urutan menurun.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totalnya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punya tiga kemungkinan: berada di s, berada di mask tetapi tidak di s, atau tidak di mask sama sekali.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3^n untuk n = 16 sekitar 43 juta — aman. Untuk n = 18 sudah 387 juta — mulai berat.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subset dengan jumlah tertentu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Subset dengan Jumlah Target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Subset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dan sebuah nilai target. Hitung ada berapa himpunan bagian yang jumlah anggotanya tepat sama dengan target.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kosong ikut dihitung bila targetnya nol.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target ≤ 10^18</a:t>
            </a:r>
            <a:endParaRPr lang="en-US" sz="1200" dirty="0"/>
          </a:p>
        </p:txBody>
      </p:sp>
      <p:pic>
        <p:nvPicPr>
          <p:cNvPr id="9" name="Image 0" descr="/tmp/ppt/imgs/c43_20_2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817" y="1280160"/>
            <a:ext cx="3687247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 = 1.048.576 × 20 ≈ 2 × 10^7 — aman.</a:t>
            </a:r>
            <a:endParaRPr lang="en-US" sz="1300" dirty="0"/>
          </a:p>
        </p:txBody>
      </p:sp>
      <p:pic>
        <p:nvPicPr>
          <p:cNvPr id="4" name="Image 0" descr="/tmp/ppt/imgs/c43_21_2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728" y="1755648"/>
            <a:ext cx="489292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dari 0 sampai 2^n − 1, mencakup seluruh kemungkinan himpunan bagian.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memeriksa setiap bit. Bila menyala, elemen pada posisi itu ikut dijumlahkan.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mask &gt;&gt; i &amp; 1 adalah cara standar memeriksa bit ke-i. Perhatikan urutan operatornya.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jumlahnya cocok dengan target, pencacah ditambah.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lebih besar dari 25, pendekatan ini gagal. Gunakan meet in the middle atau subset sum DP.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langsung menuju Day 146, 156, dan 157.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subset sum DP — Day 146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di atas bisa diselesaikan lebih cepat dengan DP boolean bila nilainya kecil. Enumerasi dipakai hanya bila nilainya sangat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bitmask — Day 156, 157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mask persis sama. Bedanya, DP menyimpan hasil setiap mask sehingga tidak dihitung ulang.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meet in the middle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40, bagi menjadi dua bagian, enumerasi masing-masing 2^(n/2), lalu gabungkan dengan binary search.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SOS DP — Day 158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 yang berbiaya 3^n dipercepat menjadi 2^n · n. Tanpa memahami iterasi submask, teknik itu tidak masuk akal.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subset dari array berisi 4 elemen, periksa jumlahnya ada 16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versi iteratif dan rekursif, pastikan keduanya menghasilkan urutan yang sama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submask dari mask = 13, lalu hitung jumlahnya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Apple Division — bagi array menjadi dua kelompok dengan selisih minimum, n ≤ 20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Subsets, Subsets II, Partition to K Equal Sum Subsets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batas: ukur waktu jalan enumerasi untuk n = 20, 22, dan 25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 mewakili satu himpunan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menandai apakah elemen ke-i terpilih.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2^n subset, n ≤ 20 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atas 25 sudah tidak realistis. Batasan kecil adalah petunjuk bahwa enumerasi memang dimaksudkan.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 berbiaya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(s − 1) &amp; mask menghasilkan seluruh subset dari sebuah mask.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Backtracking: enumerasi dengan pruning, untuk ruang pencarian yang lebih besar.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