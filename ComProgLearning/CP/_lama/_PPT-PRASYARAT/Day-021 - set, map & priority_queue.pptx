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set, map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bawaan C++ yang paling sering menyelamatkan di kontes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set, map, dan priority_queue menjawab kebutuhan yang tidak bisa dipenuhi vector: mencari, mengurutkan, dan mengambil elemen ekstrem pada data yang terus berubah.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menjaga urutan meski data berubah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Menambah, menghapus, dan mencari batas semuanya O(log n). Tidak ada struktur bawaan lain yang memberi ketiganya sekaligus.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memetakan kunci ke nilai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boleh berupa apa saja yang bisa dibandingkan, termasuk string dan pair. Isinya selalu terurut menurut kunci.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hanya memberi yang ekstrem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Puncaknya selalu elemen terbesar (atau terkecil bila memakai greater). Cocok untuk Dijkstra, Prim, dan greedy dengan penukaran.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unordered_map lebih cepat tetapi berisiko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Rata-rata O(1), tetapi di Codeforces bisa dijebak menjadi O(n) per operasi lewat tes anti-hash. Perlu fungsi hash acak untuk melindunginya.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berdasarkan apakah kamu benar-benar butuh urutan. Bila tidak, array penghitung sering mengalahkan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terus ditambah dan dihapus, tetapi tetap perlu tahu yang terkecil atau terbesar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nilai terdekat pada data yang berubah-ubah — lower_bound pada 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memetakan kunci besar atau berupa string ke sebuah nilai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mengambil elemen terbaik berulang kali — priority_queue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bilangan kecil dan rapat — array biasa jauh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tidak diperlukan dan datanya statis — sort ditambah lower_bound lebih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mengambil dari kedua ujung — priority_queue hanya memberi satu ujung, pakai set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multiset, hapus dengan ITERATOR, bukan nilai. erase dengan nilai menghapus semua salinan — bug yang tidak menimbulkan error, hanya jawaban salah.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 (Day 18)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 (Day 25)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set, map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terurut dan antrean berprioritas untuk data yang terus berubah.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adalah bahan utama Dijkstra dan Prim; set sering menjadi pengganti sederhana untuk segment tree pada soal yang hanya butuh minimum atau maksimum.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multiset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erase pada multiset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&amp; operator[]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unordered_map &amp; Anti-Hash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stack, queue, deque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&amp; Min-Heap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yang Tepat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multiset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yang selalu terurut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membuat set berharga bukan sekadar "tanpa duplikat", melainkan lower_bound dalam O(log n) pada data yang berubah-ubah.</a:t>
            </a:r>
            <a:endParaRPr lang="en-US" sz="1300" dirty="0"/>
          </a:p>
        </p:txBody>
      </p:sp>
      <p:pic>
        <p:nvPicPr>
          <p:cNvPr id="4" name="Image 0" descr="/tmp/ppt/imgs/c1_7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3368" y="1993392"/>
            <a:ext cx="3542216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 di baris 18 sangat penting: memakai std::lower_bound pada set berjalan O(n), bukan O(log n). Selalu pakai metode milik set-nya sendiri.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erase pada multiset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ini tidak menimbulkan error apa pun — hanya jawaban yang salah. Karena itu sangat sulit dilacak.</a:t>
            </a:r>
            <a:endParaRPr lang="en-US" sz="1300" dirty="0"/>
          </a:p>
        </p:txBody>
      </p:sp>
      <p:pic>
        <p:nvPicPr>
          <p:cNvPr id="4" name="Image 0" descr="/tmp/ppt/imgs/c1_8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49" y="1993392"/>
            <a:ext cx="404505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Aturannya: erase dengan NILAI menghapus semua yang cocok; erase dengan ITERATOR menghapus tepat satu. Pada multiset, hampir selalu yang kamu maksud adalah yang kedua.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set Mengalahkan vector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situasi di mana set benar-benar dibutuhkan, bukan sekadar pilihan gaya.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berubah, urutan tetap perlu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elemen terus ditambah dan dihapus tetapi kamu tetap perlu tahu yang terkecil atau terbesar, vector harus diurutkan ulang setiap kali.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*s.begin()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tetangga terdekat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pada set menjawab "nilai terkecil yang tidak kurang dari x" dalam O(log n), meski isinya baru saja berubah.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s.lower_bound(x)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keduanya sekaligus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Menambah, menghapus, dan mencari batas — ketiganya O(log n). Tidak ada struktur bawaan lain yang memberi ketiganya sekaligus.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/ erase / lower_bound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&amp; unordered_map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Memetakan kunci ke nilai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dan Jebakan operator[]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kesembilan adalah kesalahan yang sangat sering terjadi dan diam-diam membuat map membengkak.</a:t>
            </a:r>
            <a:endParaRPr lang="en-US" sz="1300" dirty="0"/>
          </a:p>
        </p:txBody>
      </p:sp>
      <p:pic>
        <p:nvPicPr>
          <p:cNvPr id="4" name="Image 0" descr="/tmp/ppt/imgs/c1_11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8440" y="1755648"/>
            <a:ext cx="437207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count atau find untuk sekadar memeriksa keberadaan. operator[] hanya dipakai bila kamu memang ingin membuat entri baru saat kuncinya belum ada.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Melindungi unordered_map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Codeforces, unordered_map polos bisa dijebak menjadi O(n) per operasi. Salin struct ini ke templatemu.</a:t>
            </a:r>
            <a:endParaRPr lang="en-US" sz="1300" dirty="0"/>
          </a:p>
        </p:txBody>
      </p:sp>
      <p:pic>
        <p:nvPicPr>
          <p:cNvPr id="4" name="Image 0" descr="/tmp/ppt/imgs/c1_12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3194" y="1755648"/>
            <a:ext cx="352256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adalah nilai acak dari waktu berjalan, sehingga penyusun soal tidak bisa menyiapkan kunci yang bertabrakan. Bila ragu, pakai map biasa yang O(log n)-nya terjamin.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stack, queue, deque &amp; priority_queue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Adaptor dan Kegunaannya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baris komentarnya — di situlah letak petunjuk kapan masing-masing dipakai.</a:t>
            </a:r>
            <a:endParaRPr lang="en-US" sz="1300" dirty="0"/>
          </a:p>
        </p:txBody>
      </p:sp>
      <p:pic>
        <p:nvPicPr>
          <p:cNvPr id="4" name="Image 0" descr="/tmp/ppt/imgs/c1_14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5026" y="1755648"/>
            <a:ext cx="337890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17 adalah yang paling sering dilupakan: priority_queue bawaan C++ adalah MAX-heap. Untuk Dijkstra kamu butuh greater&lt;&gt; agar menjadi min-heap.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Cara Kerja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terakhir masuk adalah yang pertama keluar. Puncak selalu berada di ujung yang sama untuk push maupun pop.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(puncak di bawah)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31343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31343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55117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843784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84378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3081528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374136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374136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4104" y="3611880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" y="3904488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9044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313432"/>
            <a:ext cx="5212080" cy="277977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496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keempat push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898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st.top() = 1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st.pop()  -&gt; sisa 3, 1, 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st.top() = 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105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507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semua O(1)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 terakhir, keluar pertama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queue yang mengeluarkan dari ujung berlawanan. Pilih stack bila urutan pemrosesan harus terbalik dari urutan masuknya.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di Antara Semuanya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Alur keputusan yang bisa dipakai langsung saat kontes.</a:t>
            </a:r>
            <a:endParaRPr lang="en-US" sz="1300" dirty="0"/>
          </a:p>
        </p:txBody>
      </p:sp>
      <p:pic>
        <p:nvPicPr>
          <p:cNvPr id="4" name="Image 0" descr="/tmp/ppt/imgs/c1_16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2465" y="1755648"/>
            <a:ext cx="392402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Poin ketiga sering terlupakan: bila kuncinya bilangan kecil dan rapat, array biasa mengalahkan map maupun unordered_map dengan selisih yang sangat besar.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Biaya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ini menjawab hampir semua pertanyaan "pakai yang mana" saat kontes.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94560"/>
                <a:gridCol w="2194560"/>
                <a:gridCol w="381304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Sisip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Keunggulan utama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vector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belakang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Tercepat dan paling ramah cache.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 /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Selalu terurut; punya lower_bound.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unordered_map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rata-rata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rata-rata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Tercepat bila urutan tidak diperlukan — waspadai anti-hash.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priority_queue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puncak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elemen ekstrem yang bisa diambil.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dua ujung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indeks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Satu-satunya yang cepat di kedua ujung.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Terbaik bila kuncinya bilangan kecil dan rapat.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Antrean Dua Arah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tiga jenis perintah. Perintah 1 memasukkan bilangan x. Perintah 2 mengeluarkan lalu menghapus bilangan TERBESAR. Perintah 3 mengeluarkan lalu menghapus bilangan TERKECIL. Bilangan yang sama boleh muncul berkali-kali.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x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 2 dan 3 tidak pernah pada wadah kosong</a:t>
            </a:r>
            <a:endParaRPr lang="en-US" sz="1200" dirty="0"/>
          </a:p>
        </p:txBody>
      </p:sp>
      <p:pic>
        <p:nvPicPr>
          <p:cNvPr id="9" name="Image 0" descr="/tmp/ppt/imgs/c1_19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357" y="1280160"/>
            <a:ext cx="286216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tidak cukup karena kita butuh KEDUA ujung. multiset memberikan keduanya dalam O(log n).</a:t>
            </a:r>
            <a:endParaRPr lang="en-US" sz="1300" dirty="0"/>
          </a:p>
        </p:txBody>
      </p:sp>
      <p:pic>
        <p:nvPicPr>
          <p:cNvPr id="4" name="Image 0" descr="/tmp/ppt/imgs/c1_20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5676" y="1755648"/>
            <a:ext cx="315760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22: erase dipanggil dengan ITERATOR, bukan nilai. Bila dipanggil dengan nilai, semua salinan bilangan itu akan ikut terhapus dan jawabannya salah.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pemilihan struktur, bukan algoritma yang rumit.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 atau sort untuk menghitung nilai berbeda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Concert Tickets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multiset dengan upper_bound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Traffic Lights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 untuk melacak tetangga terdekat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Room Allocation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priority_queue pada interval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1195C / 4C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map untuk penghitungan dan penamaan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metode milik set, bukan std::lower_bound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std::lower_bound pada set berjalan O(n) karena iteratornya tidak bisa melompat. s.lower_bound(x) memanfaatkan struktur pohonnya dan tetap O(log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multiset, hapus dengan iterator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erase dengan nilai menghapus SEMUA salinan. Ini bug yang tidak menimbulkan error apa pun, hanya jawaban yang salah.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operator[] pada map membuat entri baru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sekadar memeriksa keberadaan kunci, pakai count atau find. Memakai operator[] diam-diam menambah entri bernilai nol.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bawaan adalah max-heap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min-heap tulis priority_queue&lt;T, vector&lt;T&gt;, greater&lt;&gt;&gt;. Lupa greater&lt;&gt; adalah bug paling sering pada implementasi Dijkstra.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2026-09-01T05:09:57Z</dcterms:created>
  <dcterms:modified xsi:type="dcterms:W3CDTF">2026-09-01T05:09:57Z</dcterms:modified>
</cp:coreProperties>
</file>