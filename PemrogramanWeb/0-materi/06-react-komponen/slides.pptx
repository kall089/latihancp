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645920" cy="411480"/>
          </a:xfrm>
          <a:prstGeom prst="round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MODUL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39D0D8"/>
                </a:solidFill>
              </a:rPr>
              <a:t>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PEMROGRAMAN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Teori + Praktikum · 8 Modul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React — Komponen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Komponen · JSX · props ·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UI = f(state): render otomatis dari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5074920"/>
            <a:ext cx="1463040" cy="43891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JSX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96328" y="5074920"/>
            <a:ext cx="1463040" cy="43891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props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9096" y="5074920"/>
            <a:ext cx="1463040" cy="43891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41864" y="5074920"/>
            <a:ext cx="1463040" cy="438912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41864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Modul 06: React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Komponen
&amp; JSX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Fungsi →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Aturan JSX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Component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Komposisi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Props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Data parent→anak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Destructuring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children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Read-only!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State &amp;
Event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useState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setState → render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onClick/onChange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Controlled form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List &amp;
Pola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map + key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Lifting state 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Conditional render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Menuju Next.js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Komponen &amp; JSX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Komponen = fungsi JavaScript yang mengembalikan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Component Tree — UI Disusun dari Komponen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Setiap kotak = satu fungsi. Data mengalir dari atas ke bawah.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6949440" cy="46177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9494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667512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            &lt;App /&gt;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           ╱   │   ╲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  &lt;Header/&gt; &lt;Dashboard/&gt; &lt;Footer/&gt;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            ╱         ╲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    &lt;StatCard          &lt;StatCard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      judul="Sesi"       judul="Nilai"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      nilai={12} /&gt;      nilai={88} /&gt;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• Komponen dipakai ulang dengan PROPS berbeda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• Nama komponen WAJIB huruf besar (&lt;StatCard/&gt;)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• Satu komponen = satu tanggung jawab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234440"/>
            <a:ext cx="4069080" cy="299923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234440"/>
            <a:ext cx="40690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1271016"/>
            <a:ext cx="3794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JSX ≠ 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1728216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class → className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2020824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for → htmlFor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313432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{ekspresi} JS di kurung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2606039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kurawal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2898647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Wajib SATU elemen induk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3191255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(atau fragment &lt;&gt;...&lt;/&gt;)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3483863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Tag selalu ditutup: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3776471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&lt;img /&gt;, &lt;input /&gt;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971032"/>
            <a:ext cx="694944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971032"/>
            <a:ext cx="91440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080760"/>
            <a:ext cx="6583679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Bandingkan dengan praktikum: 1-pembelajaran/06-react-komponen/01-dashboard-komponen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Komponen + Props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Props = parameter fungsi. Parent mengirim, anak menerima (read-only).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4333798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968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function StatCard({ judul, nilai, satuan })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return (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&lt;article className="kartu"&gt;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&lt;h2&gt;{judul}&lt;/h2&gt;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&lt;p&gt;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{nilai} &lt;span&gt;{satuan}&lt;/span&gt;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&lt;/p&gt;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&lt;/article&gt;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function Dashboard()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return (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&lt;main&gt;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&lt;StatCard judul="Sesi Belajar"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        nilai={12} satuan="sesi" /&gt;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&lt;StatCard judul="Rata-rata"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        nilai={88} satuan="poin" /&gt;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&lt;/main&gt;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Aturan props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String: judul="Sesi"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Angka/ekspresi: nilai={12}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props READ-ONLY 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anak tak boleh mengubahnya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898647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children = isi di antara tag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557016"/>
            <a:ext cx="5486400" cy="153619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557016"/>
            <a:ext cx="54864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59359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Mengapa komponen?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Reuse: 1 definisi, N pemakaian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Ubah sekali, semua ikut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Tree mudah dinalar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State — Data yang Berubah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useState: saat state berubah, React render ulang otomatis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useState: Counter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setJumlah memicu render ulang — jangan ubah variabel langsung!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3959352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593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import { useState } from "react";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function Counter()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const [jumlah, setJumlah] = useState(0);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return (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&lt;div&gt;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&lt;p&gt;Sesi: {jumlah}&lt;/p&gt;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&lt;button onClick={() =&gt;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setJumlah(jumlah + 1)}&gt;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Tambah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&lt;/button&gt;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&lt;button onClick={() =&gt; setJumlah(0)}&gt;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Reset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&lt;/button&gt;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&lt;/div&gt;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Anatomi useState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const [nilai, setNilai] 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    useState(nilaiAwal);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nilai: state sekarang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setNilai: minta ganti 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898647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render ulang komponen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557016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557016"/>
            <a:ext cx="548640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59359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Aturan penting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jumlah++ ✗ (React tak tahu)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setJumlah(jumlah+1)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State array/objek: buat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49286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SALINAN baru ([...arr, x])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52212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Hook dipanggil di level atas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Controlled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Nilai input dikendalikan state — satu sumber kebenaran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4650638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4284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function FormPendaftaran() {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const [nama, setNama] = useState("");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const [error, setError] = useState("");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function handleSubmit(e) {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e.preventDefault();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if (nama.trim() === "") {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  setError("Nama wajib diisi");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  return;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}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setError("");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// ... kirim data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}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return (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&lt;form onSubmit={handleSubmit}&gt;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  &lt;input value={nama}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    onChange={(e) =&gt;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      setNama(e.target.value)} /&gt;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  {error &amp;&amp; &lt;p role="alert"&gt;{error}&lt;/p&gt;}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  &lt;button&gt;Daftar&lt;/button&gt;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  &lt;/form&gt;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  );</a:t>
            </a:r>
          </a:p>
          <a:p>
            <a:pPr algn="l"/>
            <a:r>
              <a:rPr sz="9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Pola controlled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value={state}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onChange={e =&gt;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setState(e.target.value)}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UI dan data selalu sinkron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898647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validasi real-time mudah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557016"/>
            <a:ext cx="5486400" cy="153619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557016"/>
            <a:ext cx="548640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59359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Conditional render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{error &amp;&amp; &lt;p&gt;...&lt;/p&gt;}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{aktif ? &lt;A/&gt; : &lt;B/&gt;}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Render sesuai state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List, Key, dan Aliran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map menggambar array; key membantu React melacak item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Render List dengan map + key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key unik &amp; stabil (id), BUKAN index array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4516221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41504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const produk = [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{ id: 1, nama: "Kopi", harga: 15000 },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{ id: 2, nama: "Teh",  harga: 10000 },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];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function DaftarProduk({ items })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return (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&lt;ul&gt;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{items.map((p) =&gt; (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&lt;li key={p.id}&gt;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  {p.nama} —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  Rp{p.harga.toLocaleString("id")}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&lt;/li&gt;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))}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&lt;/ul&gt;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// Filter sebelum map: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{items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.filter(p =&gt; p.harga &lt;= budget)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.map(p =&gt; &lt;li key={p.id}&gt;...&lt;/li&gt;)}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Kenapa key?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React mencocokkan item 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vs baru saat re-render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index sebagai key bermasalah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saat urutan berubah/dihapus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264408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3264408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300984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Lifting state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75818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State filter di PARENT,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dikirim sebagai props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Dua komponen berbagi data?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Naikkan state ke induk terdekat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Aliran Data React — Satu Arah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Data turun lewat props; kejadian naik lewat callback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46177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097280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    state: [query, setQuery]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         ┌──────────┐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         │  &lt;App/&gt;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         └──────────┘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props ↓ query     ↑ onChange(q)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┌──────────────┐  ┌───────────────┐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│ &lt;DaftarItem  │  │ &lt;SearchBox  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│   query={q}/&gt;│  │  onChange={f}/&gt;│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└──────────────┘  └───────────────┘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1. User mengetik di SearchBox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2. SearchBox memanggil props.onChange(teks)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3. App setQuery(teks) → state berubah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4. React render ulang → DaftarItem menerima query baru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71032"/>
            <a:ext cx="112471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971032"/>
            <a:ext cx="91440" cy="5486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080760"/>
            <a:ext cx="108813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"Data down, events up" — hafalkan kalimat ini untuk ujian.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Hook React Penting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useState dan useEffect menutupi mayoritas kebutuhan awal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157984" cy="373075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2011679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Hook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234440"/>
            <a:ext cx="3986784" cy="373075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280160"/>
            <a:ext cx="384048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Kegunaan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234440"/>
            <a:ext cx="4992624" cy="373075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280160"/>
            <a:ext cx="484632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Contoh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53235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26387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useState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726387"/>
            <a:ext cx="384048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Data lokal yang berubah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26387"/>
            <a:ext cx="4846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const [x, setX] = useState(0)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92147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65299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useEffect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165299"/>
            <a:ext cx="384048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Efek samping (fetch, timer)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165299"/>
            <a:ext cx="4846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useEffect(() =&gt; {...}, [dep])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31059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04211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useRef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04211"/>
            <a:ext cx="384048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Referensi DOM / nilai persist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604211"/>
            <a:ext cx="4846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const inputRef = useRef(null)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69971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43123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useContext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043123"/>
            <a:ext cx="384048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Data global tanpa props drilling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43123"/>
            <a:ext cx="4846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useContext(TemaContext)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08883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82035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useMemo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482035"/>
            <a:ext cx="384048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Cache perhitungan berat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482035"/>
            <a:ext cx="4846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useMemo(() =&gt; hitung(), [data])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Kesalahan Umum React — Hindari Ini!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Mengubah state langsung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jumlah++ atau arr.push(x) tak memicu
render. Selalu lewat setState + salinan baru.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onClick={fn()} dipanggil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fn() langsung jalan saat render!
Berikan referensi: onClick={fn} atau () =&gt; fn(x).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key={index}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Urutan berubah → item salah pasang.
Gunakan id unik yang stabil.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Hook dalam if/loop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Urutan hook harus tetap tiap render.
Panggil di level atas komponen saja.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5. Lupa className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class adalah kata kunci JS.
JSX memakai className (dan htmlFor).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6. Props diubah anak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Props read-only! Butuh mengubah?
Kirim callback dari parent (events up).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React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577840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Komponen + props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function Kartu({ judul, children })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return (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&lt;div className="kartu"&gt;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&lt;h2&gt;{judul}&lt;/h2&gt;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{children}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&lt;/div&gt;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State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const [x, setX] = useState(0);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setX(x + 1);           // re-render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setArr([...arr, baru]); // salinan!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51560"/>
            <a:ext cx="5468112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468112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5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255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19379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Event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&lt;button onClick={handleClick}&gt;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&lt;input value={v} onChange={e =&gt;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setV(e.target.value)} /&gt;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&lt;form onSubmit={e =&gt;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e.preventDefault(); ... }}&gt;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List &amp; kondisi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{items.map(i =&gt;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&lt;li key={i.id}&gt;{i.nama}&lt;/li&gt;)}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{error &amp;&amp; &lt;p&gt;{error}&lt;/p&gt;}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{on ? &lt;A/&gt; : &lt;B/&gt;}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JSX: className, htmlFor, &lt;img /&gt;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1274552" cy="56692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91440" cy="56692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053328"/>
            <a:ext cx="10908792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Latihan: 1-pembelajaran/06-react-komponen (dashboard, form controlled, filter)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React — komponen, props,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91440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73352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Komponen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84248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Fungsi ber-huruf besar yang mengembalikan JSX. Satu tanggung jawab, bisa dipakai ulang.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51176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551176"/>
            <a:ext cx="91440" cy="8412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24328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Props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3522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Data parent → anak, read-only. children untuk isi di antara tag.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02152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02152"/>
            <a:ext cx="91440" cy="8412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75304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useState; setState memicu render ulang. Array/objek selalu buat salinan baru.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53128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53128"/>
            <a:ext cx="91440" cy="8412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Pola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37176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map + key untuk list, controlled form, lifting state up, data down — events up.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04104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04104"/>
            <a:ext cx="91440" cy="8412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77256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88152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Jangan mutasi state, onClick={fn} bukan fn(), key bukan index, hook di level atas.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Modul 06  ·  Pemrograman Web · lanjut ke 1-pembelajaran/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