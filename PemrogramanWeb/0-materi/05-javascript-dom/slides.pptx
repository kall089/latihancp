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FFC857"/>
                </a:solidFill>
              </a:rPr>
              <a:t>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JavaScript &amp; 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Dasar bahasa · seleksi elemen ·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Render list · validasi form — fondasi React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syntax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05: JavaScript &amp; 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Dasar
JavaScript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let/const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Fungsi &amp; arrow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Array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Template literal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DOM &amp;
Seleksi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DOM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querySelector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textContent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classList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addEventListener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click &amp; submit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event object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preventDefault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Pola
Aplikasi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State → render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Render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Validasi 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Menuju React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Dasar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Sintaks minimum untuk memanipulasi halaman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Variabel, Fungsi, Template Literal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const sebagai default; let hanya jika nilainya diganti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76732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nama = "Sinta";      // tak diganti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let jumlahSesi = 0;        // akan berubah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Fungsi biasa vs arrow function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function sapa(nama)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return `Halo, ${nama}!`;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tambah = (a, b) =&gt; a + b;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Template literal: string + variabel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pesan = `${nama} sudah belajar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${jumlahSesi} sesi`;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Objek &amp; destructuring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mhs = { nama: "Andi", ipk: 3.7 };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{ ipk } = mhs;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console.log(mhs.nama, ipk);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var? Lupakan.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var = cara lama, scope aneh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const = tidak bisa di-assign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ulang (objeknya tetap mutable)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let = bisa di-assign ulang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Template literal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Backtick ` bukan kutip biasa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${ekspresi} disisipkan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Bisa multi-baris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Nanti mirip JSX di React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Array Method yang Wajib Hafal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Trio map/filter/find adalah 80% pekerjaan data di web (dan inti React)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34086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19456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234440"/>
            <a:ext cx="3803904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65760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Hasil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234440"/>
            <a:ext cx="499262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484632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Contoh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map(fn)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26387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Array baru, tiap item diubah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26387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harga.map(h =&gt; h * 1000)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filter(fn)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65299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Array baru, item lolos 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65299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mhs.filter(m =&gt; m.ipk &gt;= 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find(fn)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604211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SATU item pertama yang cocok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04211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produk.find(p =&gt; p.id === 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forEach(fn)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043123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Jalankan efek, tanpa hasil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43123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items.forEach(render)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reduce(fn, awal)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482035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Satu nilai akumulasi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82035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angka.reduce((a,b)=&gt;a+b, 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some / every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920947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Boolean ada/semua cocok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920947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nilai.some(n =&gt; n &lt; 60)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86707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59859"/>
            <a:ext cx="219456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join(pemisah)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359859"/>
            <a:ext cx="365760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String gabungan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359859"/>
            <a:ext cx="484632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kelas.map(...).join("")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DOM — Document Object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HTML di-parse browser menjadi pohon objek yang bisa dimanipulasi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DOM Tree — HTML Menjadi Pohon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JS tidak mengubah file .html — ia mengubah POHON di memori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HTML:                          DOM tree: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&lt;body&gt;                             body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&lt;h1&gt;Judul&lt;/h1&gt;                  ╱    ╲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&lt;ul id="daftar"&gt;              h1      ul#daftar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&lt;li&gt;Apel&lt;/li&gt;              │       ╱      ╲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  &lt;li&gt;Jeruk&lt;/li&gt;          "Judul"  li        li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 &lt;/ul&gt;                              │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&lt;/body&gt;                           "Apel"    "Jeruk"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document.querySelector("#daftar")  → node ul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ul.children                        → [li, li]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li.parentElement                   → 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71032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Inspect Element di DevTools menampilkan DOM (hasil), bukan file sumber.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Seleksi dan Manipulasi Elemen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querySelector menerima selector CSS apa pun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78653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420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SELEKSI (pakai selector CSS!)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judul = document.querySelector("h1");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tombol = document.querySelector("#tambah");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items = document.querySelectorAll(".item");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UBAH KONTEN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judul.textContent = "Skor: 5";  // teks aman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kotak.innerHTML = "&lt;b&gt;HTML&lt;/b&gt;"; // hati-hati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UBAH TAMPILAN via class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kartu.classList.add("aktif");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kartu.classList.remove("hidden");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kartu.classList.toggle("terbuka");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BUAT ELEMEN BARU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li = document.createElement("li");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li.textContent = "Item baru";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daftar.append(li);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textContent vs innerHTML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textContent: teks murni, 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innerHTML: parse HTML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JANGAN isi input user mentah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(celah XSS!)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Gaya = ganti 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el.style.color = ... bisa,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tapi CSS tercecer di 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Lebih rapi: definisikan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di CSS, JS tinggal toggle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Event — Merespons Aksi Pengguna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addEventListener: saat X terjadi, jalankan fungsi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Event Listener dan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preventDefault menahan reload bawaan form — pola wajib validasi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433379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968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const tombol = document.querySelector("#plus");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tombol.addEventListener("click", () =&gt;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jumlah++;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render();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Event form: submit, BUKAN click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form.addEventListener("submit", (event) =&gt;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event.preventDefault(); // tahan reload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const nama = inputNama.value.trim();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if (nama === "")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pesanError.textContent =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"Nama wajib diisi";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return;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// ... proses data valid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// Event input: setiap ketikan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inputCari.addEventListener("input", render);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Event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Parameter pertama callback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event.target = elemen sumber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event.preventDefault() 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batalkan aksi bawaan browser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Event umum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click, submit, input, change,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keydown, focus, blur,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DOMContentLoaded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Pola Emas: State → Render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Satu sumber data (state), satu fungsi gambar ulang (render) — ini DNA React!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78653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4207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let daftarTugas = [];        // STATE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function render() {          // RENDER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ul.innerHTML = daftarTugas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.map(t =&gt; `&lt;li&gt;${t}&lt;/li&gt;`)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.join("");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info.textContent =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`${daftarTugas.length} tugas`;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form.addEventListener("submit", (e) =&gt; 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e.preventDefault();        // EVENT: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daftarTugas.push(input.value);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input.value = "";          // ubah state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render();                  // gambar ulang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});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render();  // gambar pertama kali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Alurnya selalu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Event terjadi (klik/submit)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Ubah STATE (data)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3. Panggil render()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UI = f(state) — di React,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langkah 3 jadi otomatis!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Kenapa bukan edit DOM
satu-satu?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Sinkronisasi manual rawan 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Render ulang dari data 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UI selalu konsisten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JavaScript/DOM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Script sebelum elemen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querySelector null karena HTML belum
di-parse. Taruh &lt;script&gt; di akhir body atau defer.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innerHTML + input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Celah XSS! Input pengguna masuk lewat
textContent, bukan innerHTML.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== bukan ===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"5" == 5 true (coercion aneh).
Selalu pakai === dan !==.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Lupa preventDefault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Form reload halaman, state hilang.
event.preventDefault() di handler submit.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Ubah DOM tanpa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Data tercecer di DOM sulit dilacak.
State di variabel, DOM hasil render.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.value selalu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input.value "5" + 1 = "51"!
Konversi dengan Number() dulu.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JavaScript &amp; 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Data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x = ...; let y = ...;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const f = (a, b) =&gt; a + b;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`Halo ${nama}`  // template literal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Array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arr.map(x =&gt; ...)     // ubah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arr.filter(x =&gt; ...)  // saring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arr.find(x =&gt; ...)    // cari 1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arr.reduce((a,b)=&gt;a+b, 0)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Seleksi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document.querySelector("#id")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document.querySelectorAll(".cls")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Manipulasi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el.textContent = "aman";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el.classList.add/remove/toggle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el.append(childEl)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Event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el.addEventListener("click", fn)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form.addEventListener("submit",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e =&gt; { e.preventDefault(); ... })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Pola state → render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let state = [...];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function render() { ...dari state 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// event: ubah state; render();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1-pembelajaran/05-javascript-dom (counter, validasi, daftar dinamis)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JavaScript &amp; DOM — halaman menjadi hidup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Bahasa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const/let, arrow function, template literal, destructuring. Selalu ===, bukan ==.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querySelector (selector CSS), textContent, classList, createElement + append.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addEventListener; submit + preventDefault untuk form; input.value selalu string.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Pola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State di variabel → render() menggambar ulang UI dari state. Ini fondasi React.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Keamanan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Jangan masukkan input user ke innerHTML (XSS). Script di akhir body / defer.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05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