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FF6B8A"/>
                </a:solidFill>
              </a:rPr>
              <a:t>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Proyek Next.js + Tailwind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Arsitektur proyek · data flow ·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Menggabungkan seluruh modul jadi produk utuh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arsitektur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data-flow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kualitas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08: Proyek Akhir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Arsitektur
Proyek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Struktur folder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Pemisahan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Konvensi nama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lib/ vs components/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Data
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Data terpusat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Server → props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Client islands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Tipe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Kualitas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Responsive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Aksesibilitas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Loading &amp; 404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Checklist rilis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Deployment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Build produksi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Git → Vercel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Env variable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Preview 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Arsitektur Proyek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Struktur yang jelas = proyek mudah tumbuh dan dinilai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Struktur Proyek Katalog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Tiga layer: data (lib), UI reusable (components), halaman (app)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katalog-produk/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├── app/                      ← ROUTING + halaman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├── layout.tsx               (navbar/footer global)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├── page.tsx                 /          beranda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├── globals.css              (Tailwind directives)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├── produk/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│   ├── page.tsx             /produk    daftar + filter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│   └── [id]/page.tsx        /produk/3  detail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└── not-found.tsx            404 custom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├── components/               ← UI dipakai ulang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├── Navbar.tsx  ProdukCard.tsx  FilterKategori.tsx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├── lib/                      ← DATA &amp; logika murni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├── data.ts                  (array produk + helper)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│   └── format.ts                (formatRupiah, dll.)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└── package.json  tailwind.config  tsconfig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Aturan: app/ boleh import components/ dan lib/; lib/ tidak boleh import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Prinsip Pemisahan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Setiap file punya satu alasan untuk berubah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lib/ — data &amp; logika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Array data + fungsi getProduk(), getById()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Fungsi murni: formatRupiah(15000)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Tidak tahu-menahu soal React/JSX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Mudah diganti API sungguhan nanti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5321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components/ — UI reusable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728216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Menerima data via props, tanpa fetch sendiri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0824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ProdukCard dipakai beranda DAN halaman produk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13432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Client component hanya yang interaktif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606039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(FilterKategori)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12471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112471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2841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app/ — halaman &amp;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8561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Merangkai: ambil data dari lib/,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7822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susun components/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7083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Menentukan metadata per halaman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663440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Tipis — logika berat jangan di sini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Dari array di lib/ sampai piksel di layar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Data Flow Proyek — Server ke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Satu sumber data mengalir satu arah; interaksi filter terjadi di client island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lib/data.ts          app/produk/page.tsx      components/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┌───────────┐  impor  ┌────────────────┐  props ┌──────────────┐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│ produk[]  │ ──────▶ │ SERVER comp.   │ ─────▶ │ ProdukCard  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│ getProduk │         │ ambil + susun  │        │ (server)    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└───────────┘         │                │        ├──────────────┤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   │                │ ─────▶ │ FilterKateg.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   └────────────────┘        │ "use client"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                             │ useState ✓  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                             └──────────────┘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Alur filter: klik kategori → state di client → daftar difilter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(client) ATAU navigasi ?kategori=kopi → server render ulang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Data down (props), events up (callback) — berlaku juga lintas server/client.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lib/data.ts — Sumber Data Terpusat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Definisikan tipe + data + helper di satu tempat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15137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lib/data.ts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type Produk =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id: number;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nama: string;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kategori: "kopi" | "nonkopi" | "snack";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harga: number;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deskripsi: string;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const daftarProduk: Produk[] = [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{ id: 1, nama: "Kopi Susu Senja",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kategori: "kopi", harga: 18000,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deskripsi: "..." },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// ...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];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function getProdukById(id: number)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daftarProduk.find(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(p) =&gt; p.id === id);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Kenapa dipusatkan?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Ganti data → 1 file saja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Tipe Produk menjaga semua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komponen konsisten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Besok ganti ke API/DB: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cukup ubah isi fungsi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Format Rupiah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harga.toLocaleString("id-ID")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atau Intl.NumberFormat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taruh di lib/format.ts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Kualitas: Responsive, A11y, Edge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Yang membedakan tugas asal jadi dan proyek matang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Checklist Kualitas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Uji sebelum mengumpulkan / merilis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Responsive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Uji 360px (HP), 768px (tablet), 1280px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Grid: grid-cols-1 sm:grid-cols-2 lg:grid-cols-3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Tak ada scroll horizontal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Gambar max-w-full / next/image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5321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Aksesibilitas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728216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Semua img ber-alt, form ber-label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0824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Heading berjenjang (h1 → h2 → h3)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13432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Fokus keyboard terlihat (focus-visible:ring)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606039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Kontras teks cukup (slate-600+ di putih)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12471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112471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2841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Edge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8561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Data kosong → tampilkan pesan, bukan blank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7822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URL id salah → notFound() (404 custom)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7083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Loading state (loading.tsx) untuk data lambat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663440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Teks panjang tidak merusak layout (truncate)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Dari laptop ke internet: build → push → deploy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Alur Deployment ke Vercel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Vercel (pembuat Next.js) membaca repo dan mendeploy otomatis tiap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Laptop                GitHub                 Vercel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┌──────────┐  push   ┌──────────┐  webhook  ┌──────────────┐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│ kode +   │ ──────▶ │ repo     │ ────────▶ │ npm install 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│ git      │         │ main     │           │ npm run build│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└──────────┘         └──────────┘           │ deploy CDN  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│                    │                 └──────┬───────┘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│                    │ branch/PR              │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│                    └──────▶ PREVIEW URL     ▼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│                            (uji dulu!)  https://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└── npm run build (cek lokal              proyekmu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sebelum push!)                        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npm run build HARUS sukses lokal dulu — error build = deploy gagal.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Perintah &amp; Konfigurasi Penting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Dari pengembangan sampai produksi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0662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5603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Perintah /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34440"/>
            <a:ext cx="362102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34747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Fungsi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34440"/>
            <a:ext cx="480974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280160"/>
            <a:ext cx="466344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Catatan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2560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npm run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26387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Server pengembangan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26387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Hot reload di localhost:3000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2560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npm run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165299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Build produksi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65299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Wajib sukses sebelum deploy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2560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npm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604211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Jalankan hasil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04211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Simulasi produksi lokal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2560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npx next lint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043123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Cek kualitas kode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43123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Tangkap bug umum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2560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.env.local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482035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Rahasia (API key)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82035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JANGAN di-commit ke git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0947"/>
            <a:ext cx="2560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NEXT_PUBLIC_*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920947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Env yang boleh ke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920947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Selain ini, server-only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Proyek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Semua kode di page.tsx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File 500 baris tak terbaca. Pecah ke
components/ dan lib/ sesuai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Data dicopy per halaman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Beranda &amp; detail beda data!
Satu sumber di lib/data.ts.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Tak pernah npm run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Error type/import baru ketahuan saat
deploy. Build lokal sebelum push.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.env ikut ke-commit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API key bocor permanen di riwayat git.
Pastikan .gitignore memuat .env*.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Uji hanya di desktop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Dosen/user buka di HP: layout hancur.
Uji 360px sejak awal (DevTools).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Tanpa 404/empty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URL salah → crash/blank. notFound() +
pesan "belum ada data" itu wajib.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Setup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npx create-next-app@latest katalog \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--typescript --tailwind --app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cd katalog &amp;&amp; npm run dev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Struktur layer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lib/         data + logika murni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components/  UI reusable (props)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app/         halaman (rangkai)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Kualitas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alt, label, heading berjenjang,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uji 360/768/1280px, empty state,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notFound() utk id salah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Data flow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lib/data.ts → page.tsx (server,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await) → props → components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interaktif kecil: "use client"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Deployment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npm run build   # wajib lolos!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git push        # ke GitHub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→ Vercel deploy otomatis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→ PR = preview URL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Rahasia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.env.local (git-ignored)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NEXT_PUBLIC_ = boleh ke 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1-pembelajaran/08-proyek-nextjs-tailwind (4 tahap) + studi kasus 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Proyek — arsitektur, data flow,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Arsitektur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Tiga layer: lib/ (data), components/ (UI reusable), app/ (halaman). Aturan impor searah.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Satu sumber data di lib/, server component mengambil, props mengalir ke bawah.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Kualitas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Responsive 360-1280px, alt/label/fokus, empty state, 404 custom, loading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npm run build lokal → push GitHub → Vercel otomatis. Preview URL per branch.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Jangan tumpuk semua di page.tsx, jangan commit .env, jangan lupa uji di HP.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08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