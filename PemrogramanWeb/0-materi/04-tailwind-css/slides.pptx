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39D0D8"/>
                </a:solidFill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Tailwind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Utility-first: styling langsung di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Skala konsisten · responsive prefix · state variant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utility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responsive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komponen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04: Tailwind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Utility-
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Filosofi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vs CSS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Setup CDN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Skala desain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Utility
Inti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Spacing p-/m-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Warna &amp; teks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Flex &amp;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Border/shadow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Responsive
&amp;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sm: md: lg: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hover: focus: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Mobile-first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dark: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Praktik
Baik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Urutan class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Ekstraksi komponen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Anti-pattern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CDN vs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9D0D8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Filosofi Utility-First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Class kecil satu-tugas dirangkai menjadi desain lengkap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CSS Manual vs Tailwind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Hasil visual sama — bedanya di mana gaya ditulis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Cara lama: pindah-pindah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Tailwind: satu tempat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81912"/>
            <a:ext cx="5577840" cy="422452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7" y="1627632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19" y="1627632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627632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56231"/>
            <a:ext cx="5303520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CSS tradisional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&lt;div class="kartu"&gt;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&lt;h2 class="kartu-judul"&gt;Halo&lt;/h2&gt;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&lt;/div&gt;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&lt;style&gt;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.kartu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background: white;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padding: 24px;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border-radius: 12px;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box-shadow: 0 1px 3px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rgba(0,0,0,0.1);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.kartu-judul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font-size: 1.25rem;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font-weight: 700;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&lt;/style&gt;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81912"/>
            <a:ext cx="5468112" cy="422452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81912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3368" y="1627632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59" y="1627632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2552" y="1627632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56231"/>
            <a:ext cx="5193792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Tailwind: utility di class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&lt;div class="bg-white p-6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rounded-xl shadow"&gt;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&lt;h2 class="text-xl font-bold"&gt;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Halo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&lt;/h2&gt;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&lt;/div&gt;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Setup CDN (untuk belajar):--&gt;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&lt;script src=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"https://cdn.tailwindcss.com"&gt;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&lt;/script&gt;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Proyek nyata: build via 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PostCSS/CLI (Modul 07-08)--&gt;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Tidak perlu mengarang nama class · skala desain konsisten · tidak ada CSS mati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Mengapa Utility-First?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Trade-off yang disengaja: HTML ramai, tetapi cepat dan konsisten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Keuntungan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Tidak mengarang nama class (.kartu-v2-final)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Skala terbatas → desain otomatis konsisten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Hapus HTML = hapus stylenya (tak ada CSS mati)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Prototyping sangat cepat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Responsive &amp; state tinggal prefix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2414015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Keberatan umum + jawabannya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28216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"HTML jadi panjang" → benar, tapi lokal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dan mudah dilacak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313432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"Sama dengan inline style?" → BUKAN: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06039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punya hover:, md:, skala, dan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898647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Duplikasi class → ekstrak jadi komponen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191255"/>
            <a:ext cx="51663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(React, Modul 06)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Utility Inti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Spacing, tipografi, warna, layout — hafalkan polanya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Skala Spacing &amp; Ukuran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Angka = kelipatan 0.25rem (4px): p-4 = 1rem = 16px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98094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83463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Utility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389534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80160"/>
            <a:ext cx="374903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CSS yang dihasilkan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234440"/>
            <a:ext cx="426110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280160"/>
            <a:ext cx="411480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Arti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p-4 / px-6 / pt-2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26387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padding: 1rem;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726387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Padding semua/horizontal/atas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m-4 / mx-auto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165299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margin: 1rem;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165299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Margin; mx-auto = tengah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gap-4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604211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gap: 1rem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604211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Jarak item flex/grid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w-64 / w-full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43123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width: 16rem / 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043123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Lebar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max-w-md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482035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max-width: 28rem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482035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Batas lebar konten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0947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text-sm/base/xl/2xl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920947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font-size: 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920947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Skala ukuran teks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86707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59859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font-bold / font-medium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359859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font-weight: 700/500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4359859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Ketebalan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25619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98771"/>
            <a:ext cx="28346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rounded-lg / shadow-md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798771"/>
            <a:ext cx="374903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border-radius/box-shadow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798771"/>
            <a:ext cx="41148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Sudut &amp; bayangan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Warna dan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Pola warna: {properti}-{warna}-{intensitas 50–950}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15137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Warna: bg-, text-, border-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&lt;div class="bg-sky-600 text-white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border border-sky-700"&gt;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Flexbox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&lt;nav class="flex items-center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justify-between gap-4"&gt;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Grid responsif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&lt;div class="grid grid-cols-1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md:grid-cols-3 gap-6"&gt;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Kartu lengkap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&lt;article class="max-w-sm rounded-xl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bg-white p-6 shadow-md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hover:shadow-lg transition"&gt;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&lt;h2 class="text-xl font-bold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 text-slate-900"&gt;Judul&lt;/h2&gt;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&lt;p class="mt-2 text-slate-600"&gt;...&lt;/p&gt;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&lt;/article&gt;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Intensitas warna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50 = paling terang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500-600 = warna utama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900 = paling gelap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slate/gray utk netral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sky/blue/emerald dll.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Persis seperti CSS-nya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flex = display:flex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items-center = align-items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justify-between = justify-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928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content:space-between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5221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Modul 03 tetap wajib paham!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Responsive &amp;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Prefix mengubah SEMUA utility jadi kondisional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Prefix Responsive dan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Tanpa prefix = mobile. sm:/md:/lg: aktif saat layar ≥ breakpoint.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33379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968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&lt;!-- 1 kolom di HP, 2 tablet, 3 desktop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&lt;div class="grid grid-cols-1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sm:grid-cols-2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    lg:grid-cols-3 gap-6"&gt;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Sembunyikan menu di HP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&lt;nav class="hidden md:flex gap-6"&gt;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Tombol dengan state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&lt;button class="bg-sky-600 text-white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px-4 py-2 rounded-lg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hover:bg-sky-700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focus-visible:ring-2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focus-visible:ring-sky-400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disabled:opacity-50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transition"&gt;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Simpan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&lt;/button&gt;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&lt;!-- Dark mode --&gt;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&lt;div class="bg-white dark:bg-slate-900"&gt;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Mobile-first!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grid-cols-1 = default (HP)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md:grid-cols-3 = ≥768px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Prefix = min-width, sama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persis media query Modul 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State variant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hover: focus: active: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disabled: checked: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group-hover: (ikuti parent)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dark: (mode gelap)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Tailwind CDN vs Build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CDN untuk belajar &amp; prototipe; build untuk produksi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53212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321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CDN (praktikum kita)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1 baris &lt;script&gt; langsung jalan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Tidak perlu Node.js/npm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Semua utility tersedia (berat)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Konfigurasi terbatas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9864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JANGAN untuk produksi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Build (Next.js, Modul 07-08)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28216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Instal via npm + PostCSS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Hasil CSS berisi HANYA class terpakai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313432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(bisa &lt; 10 KB!)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0603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Konfigurasi tema penuh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89864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Standar industri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84448"/>
            <a:ext cx="11247120" cy="5943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84448"/>
            <a:ext cx="91440" cy="59436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94176"/>
            <a:ext cx="1088136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Di studi kasus dashboard kita pakai CDN; di proyek Next.js pakai build.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Tailwind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Class dinamis dirakit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bg-{warna}-500 (template string) tak
terdeteksi build. Tulis nama class UTUH.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Lupa prefix =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md:flex tanpa flex dasar = elemen
hilang di HP. Selalu pikirkan default-nya.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Nilai arbitrer berlebihan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w-[137px] mt-[13px] di mana-mana =
kehilangan konsistensi skala. Pakai skala.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Menyalin class panjang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Kartu sama di 10 tempat? Ekstrak jadi
komponen (React) — bukan copy-paste.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Tak paham CSS-nya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items-center gagal? Kamu harus tetap
paham flexbox! Tailwind ≠ pengganti CSS.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CDN di produksi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Lambat + tak stabil versi. Produksi
selalu pakai build process.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Tailwind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Layout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flex items-center justify-between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grid grid-cols-3 gap-6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hidden md:block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max-w-4xl mx-auto px-4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Spacing (x4px)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p-4 px-6 py-2 mt-8 mb-4 gap-4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Teks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text-sm text-xl text-3xl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font-medium font-bold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text-slate-600 text-center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Dekorasi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bg-white bg-sky-600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rounded-lg rounded-xl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border border-slate-200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shadow-md shadow-lg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Responsive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sm:640 md:768 lg:1024 xl:1280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grid-cols-1 md:grid-cols-3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State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hover:bg-sky-700 transition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focus-visible:ring-2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disabled:opacity-50 dark:bg-slate-900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1-pembelajaran/04-tailwind-css (3 bab: utility, kartu, state)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Tailwind — utility-first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9D0D8"/>
                </a:solidFill>
              </a:rPr>
              <a:t>Filosofi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Class kecil satu-tugas dirangkai di HTML. Tidak mengarang nama, skala konsisten.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Utility Inti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p-4/m-4 (x4px), text-xl, font-bold, bg-sky-600, flex/grid, rounded, shadow.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Responsive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Tanpa prefix = mobile. sm:/md:/lg: = min-width. Persis media query Modul 03.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hover:, focus-visible:, disabled:, dark: — interaksi tanpa menulis CSS terpisah.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Jangan rakit nama class dinamis, jangan CDN di produksi, tetap harus paham CSS.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04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