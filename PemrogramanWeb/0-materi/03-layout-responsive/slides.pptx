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5720" cy="685800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017520" y="-914400"/>
            <a:ext cx="2743200" cy="27432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286000" y="5029200"/>
            <a:ext cx="3657600" cy="36576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0"/>
            <a:ext cx="36576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457200"/>
            <a:ext cx="1645920" cy="41148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02920"/>
            <a:ext cx="1645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MODUL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80160"/>
            <a:ext cx="4389120" cy="2377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0" b="1" i="0">
                <a:solidFill>
                  <a:srgbClr val="3FD97F"/>
                </a:solidFill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657600"/>
            <a:ext cx="3657600" cy="73152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657600"/>
            <a:ext cx="1371600" cy="73152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840480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PEMROGRAMAN WEB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6E7681"/>
                </a:solidFill>
              </a:rPr>
              <a:t>Teori + Praktikum · 8 Modul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103120"/>
            <a:ext cx="6400800" cy="1280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200" b="1" i="0">
                <a:solidFill>
                  <a:srgbClr val="F0F6FC"/>
                </a:solidFill>
              </a:rPr>
              <a:t>Layout Responsif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3246120"/>
            <a:ext cx="457200" cy="73152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3246120"/>
            <a:ext cx="3657600" cy="73152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3429000"/>
            <a:ext cx="6400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39D0D8"/>
                </a:solidFill>
              </a:rPr>
              <a:t>Flexbox · CSS Grid · media query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813048"/>
            <a:ext cx="6400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C9A0FF"/>
                </a:solidFill>
              </a:rPr>
              <a:t>Mobile-first: satu situs, semua ukuran layar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6126480"/>
            <a:ext cx="365760" cy="4572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6217920"/>
            <a:ext cx="6400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1">
                <a:solidFill>
                  <a:srgbClr val="6E7681"/>
                </a:solidFill>
              </a:rPr>
              <a:t>Modern Cobalt Theme · python-pptx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23560" y="5074920"/>
            <a:ext cx="1463040" cy="438912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5157216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flexbox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96328" y="5074920"/>
            <a:ext cx="1463040" cy="438912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96328" y="5157216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grid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69096" y="5074920"/>
            <a:ext cx="1463040" cy="438912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69096" y="5157216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breakpoint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341864" y="5074920"/>
            <a:ext cx="1463040" cy="438912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41864" y="5157216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mobile-first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Agenda — Modul 03: Layout Responsif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Topik utama yang akan kita bahas hari ini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78892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914400" cy="54864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Flexbox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71800"/>
            <a:ext cx="242316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Main vs cross axis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justify/align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gap &amp; wrap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flex: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64991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1" y="1234440"/>
            <a:ext cx="2788920" cy="914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47872" y="1463040"/>
            <a:ext cx="914400" cy="54864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47872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CSS Grid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7872" y="2971800"/>
            <a:ext cx="2423160" cy="36576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47872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Baris + kolom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7872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fr &amp; repeat()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7872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minmax()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7872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grid-area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2783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72783" y="1234440"/>
            <a:ext cx="2788920" cy="914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55664" y="1463040"/>
            <a:ext cx="914400" cy="54864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5664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Media
Query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55664" y="2971800"/>
            <a:ext cx="2423160" cy="36576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5664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Breakpoint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5664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Mobile-first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5664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min-width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5664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Viewport meta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0576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80576" y="1234440"/>
            <a:ext cx="2788920" cy="914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363455" y="1463040"/>
            <a:ext cx="914400" cy="548640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63455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63455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Strategi
Layout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63455" y="2971800"/>
            <a:ext cx="2423160" cy="36576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63455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Flex vs Grid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63455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Pola umum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63455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auto-fit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63455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Menghindari overflow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58A6FF"/>
                </a:solidFill>
              </a:rPr>
              <a:t>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Flexbox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Layout satu dimensi: baris ATAU kolom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Flexbox — Dua Sumbu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justify-content bekerja di MAIN axis, align-items di CROSS axis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6949440" cy="461772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694944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2801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2801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2801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6675120" cy="4251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flex-direction: row (default)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      main axis ───────────────────▶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┌────────────────────────────────────┐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│  ┌─────┐  ┌─────┐  ┌─────┐         │  cross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│  │  1  │  │  2  │  │  3  │         │  axis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│  └─────┘  └─────┘  └─────┘         │   │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└────────────────────────────────────┘   ▼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   justify-content: flex-start | center |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     space-between | space-around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   align-items: stretch | center |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     flex-start | flex-end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flex-direction: column → sumbu BERTUKAR: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justify-content jadi vertikal!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234440"/>
            <a:ext cx="4069080" cy="3584448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35240" y="1234440"/>
            <a:ext cx="4069080" cy="3840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9831" y="1271016"/>
            <a:ext cx="379476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Properti container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6408" y="1728216"/>
            <a:ext cx="3703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display: flex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6408" y="2020824"/>
            <a:ext cx="3703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flex-direction: row|column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36408" y="2313432"/>
            <a:ext cx="3703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justify-content: 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36408" y="2606039"/>
            <a:ext cx="3703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align-items: 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36408" y="2898647"/>
            <a:ext cx="3703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gap: 16px  ← jarak antar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8" y="3191255"/>
            <a:ext cx="3703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flex-wrap: wrap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36408" y="3483863"/>
            <a:ext cx="3703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36408" y="3776471"/>
            <a:ext cx="3703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Properti item: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36408" y="4069079"/>
            <a:ext cx="3703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flex: 1 (isi sisa ruang)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6408" y="4361688"/>
            <a:ext cx="3703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align-self, order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971032"/>
            <a:ext cx="6949440" cy="5486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971032"/>
            <a:ext cx="91440" cy="5486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6080760"/>
            <a:ext cx="6583679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Ingat: justify = sumbu utama, align = sumbu silang. direction menukar keduanya.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Pola Flexbox Sehari-hari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Navbar, centering sempurna, dan kolom fleksibel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5943600" cy="4151376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9436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2801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2801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2801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5669280" cy="3785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/* 1. Navbar: logo kiri, menu kanan */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.navbar {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display: flex;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justify-content: space-between;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align-items: center;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gap: 16px;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/* 2. Centering sempurna */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.hero {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display: flex;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justify-content: center; /* horizontal */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align-items: center;     /* vertikal  */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min-height: 100vh;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/* 3. Sidebar tetap + konten mengisi */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.layout { display: flex; }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.sidebar { flex: 0 0 240px; }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.konten  { flex: 1; 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234440"/>
            <a:ext cx="5486400" cy="1536192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1234440"/>
            <a:ext cx="5486400" cy="3840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9712" y="1271016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flex: 1 artinya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1728216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flex-grow:1 flex-shrink:1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2020824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flex-basis:0 → item berbagi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231343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sisa ruang secara merata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2971800"/>
            <a:ext cx="5486400" cy="1536192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75120" y="2971800"/>
            <a:ext cx="5486400" cy="38404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9712" y="3008376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gap &gt; margin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76288" y="3465576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gap memberi jarak antar item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6288" y="3758184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tanpa margin di tepi luar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405079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Berlaku juga di grid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3FD97F"/>
                </a:solidFill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CSS Grid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Layout dua dimensi: baris DAN kolom sekaligus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Grid: Kolom, fr, dan minmax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fr = pecahan ruang tersisa; repeat + auto-fit = grid responsif tanpa media query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5943600" cy="4151376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9436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2801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2801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2801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5669280" cy="3785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/* 3 kolom sama lebar */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.galeri {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display: grid;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grid-template-columns: repeat(3, 1fr);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gap: 20px;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/* Sidebar 240px + konten fleksibel */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.app {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display: grid;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grid-template-columns: 240px 1fr;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/* RESPONSIF OTOMATIS: kolom menyesuaikan */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.produk {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display: grid;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grid-template-columns: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repeat(auto-fit, minmax(250px, 1fr));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gap: 20px;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234440"/>
            <a:ext cx="5486400" cy="2121408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1234440"/>
            <a:ext cx="5486400" cy="38404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9712" y="1271016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Membaca minmax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1728216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minmax(250px, 1fr):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2020824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minimal 250px per kolom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231343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maksimal berbagi rata (1fr)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2606039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auto-fit: jumlah kolom otomatis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6288" y="2898647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menyesuaikan lebar layar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3557016"/>
            <a:ext cx="5486400" cy="18288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0" y="3557016"/>
            <a:ext cx="548640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9712" y="359359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Span &amp; area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405079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grid-column: span 2;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4343400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grid-row: 1 / 3;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6288" y="4636008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grid-template-areas: peta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6288" y="4928616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layout bernama (header, main)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grid-template-areas — Layout Bernama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Gambar layout langsung di CSS, lalu tempelkan nama ke elemen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11247120" cy="461772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124712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2801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2801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2801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10972800" cy="4251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.halaman {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display: grid;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grid-template-columns: 240px 1fr;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grid-template-areas: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  "header header"      ┌────────────────────┐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  "sidebar konten"     │       header       │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  "footer footer";     ├────────┬───────────┤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}                        │sidebar │  konten   │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.header  { grid-area:    │        │           │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         header; }     ├────────┴───────────┤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.sidebar { grid-area:    │       footer       │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         sidebar; }    └────────────────────┘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971032"/>
            <a:ext cx="11247120" cy="5486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971032"/>
            <a:ext cx="91440" cy="5486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080760"/>
            <a:ext cx="1088136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Nama area bebas — yang penting membentuk persegi panjang utuh.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Flexbox vs Grid — Kapan Pakai yang Mana?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Keduanya saling melengkapi, bukan bersaing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5532120" cy="2121408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532120" cy="3840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71016"/>
            <a:ext cx="52578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FLEXBOX — 1 dimensi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28216"/>
            <a:ext cx="5166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Konten menentukan ukuran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20824"/>
            <a:ext cx="5166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Baris ATAU kolom (satu arah)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13432"/>
            <a:ext cx="5166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Navbar, deret tombol, card row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606039"/>
            <a:ext cx="5166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Distribusi ruang antar item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898647"/>
            <a:ext cx="5166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align-self per item mudah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234440"/>
            <a:ext cx="5532120" cy="2121408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234440"/>
            <a:ext cx="5532120" cy="38404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271016"/>
            <a:ext cx="52578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GRID — 2 dimensi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1728216"/>
            <a:ext cx="5166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Layout menentukan ukuran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2020824"/>
            <a:ext cx="5166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Baris DAN kolom bersamaan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2313432"/>
            <a:ext cx="5166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Kerangka halaman, galeri foto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2606039"/>
            <a:ext cx="5166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Penempatan presisi (area/span)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2898647"/>
            <a:ext cx="5166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auto-fit + minmax = responsif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584448"/>
            <a:ext cx="11247120" cy="59436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584448"/>
            <a:ext cx="91440" cy="59436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694176"/>
            <a:ext cx="10881360" cy="3749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Praktik umum: GRID untuk kerangka halaman, FLEXBOX untuk isi tiap bagian.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FFC857"/>
                </a:solidFill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Media Query &amp; Mobile-First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Satu HTML, gaya berbeda per ukuran layar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Mobile-First dengan min-width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Gaya dasar = HP. Tambah aturan saat layar MEMBESAR.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5943600" cy="4151376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9436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2801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2801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2801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5669280" cy="3785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/* Dasar (mobile): 1 kolom */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.galeri {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display: grid;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grid-template-columns: 1fr;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gap: 16px;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/* Tablet ke atas: 2 kolom */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@media (min-width: 640px) {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.galeri {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grid-template-columns: repeat(2, 1fr);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}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/* Desktop: 3 kolom */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@media (min-width: 1024px) {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.galeri {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grid-template-columns: repeat(3, 1fr);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}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234440"/>
            <a:ext cx="5486400" cy="2121408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1234440"/>
            <a:ext cx="548640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9712" y="1271016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Kenapa mobile-first?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1728216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Mayoritas pengunjung dari HP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2020824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Gaya dasar sederhana, override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231343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makin sedikit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2606039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min-width menumpuk rapi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6288" y="2898647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ke atas (640 → 1024)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3557016"/>
            <a:ext cx="5486400" cy="2121408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0" y="3557016"/>
            <a:ext cx="5486400" cy="38404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9712" y="359359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Wajib di &lt;head&gt;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405079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&lt;meta name="viewport"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4343400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content="width=device-width,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6288" y="4636008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initial-scale=1.0"&gt;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6288" y="4928616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Tanpa ini media query kacau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76288" y="5221224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di perangkat mobile!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Breakpoint Umum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Selaras dengan default Tailwind (Modul 04)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2157984" cy="373075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2011679" cy="28163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Breakpoint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1234440"/>
            <a:ext cx="2157984" cy="373075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280160"/>
            <a:ext cx="2011679" cy="28163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min-width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234440"/>
            <a:ext cx="6821424" cy="373075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59" y="1280160"/>
            <a:ext cx="6675120" cy="28163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Target umum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653235"/>
            <a:ext cx="11210544" cy="402336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726387"/>
            <a:ext cx="2011679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(dasar)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1726387"/>
            <a:ext cx="2011679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59" y="1726387"/>
            <a:ext cx="667512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HP portrait — gaya default tanpa media query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092147"/>
            <a:ext cx="11210544" cy="402336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165299"/>
            <a:ext cx="2011679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sm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165299"/>
            <a:ext cx="2011679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640px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59" y="2165299"/>
            <a:ext cx="667512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HP landscape / phablet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531059"/>
            <a:ext cx="11210544" cy="402336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604211"/>
            <a:ext cx="2011679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2604211"/>
            <a:ext cx="2011679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768px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59" y="2604211"/>
            <a:ext cx="667512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Tablet portrait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969971"/>
            <a:ext cx="11210544" cy="402336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043123"/>
            <a:ext cx="2011679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lg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3043123"/>
            <a:ext cx="2011679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1024px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59" y="3043123"/>
            <a:ext cx="667512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Tablet landscape / laptop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408883"/>
            <a:ext cx="11210544" cy="402336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482035"/>
            <a:ext cx="2011679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xl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3482035"/>
            <a:ext cx="2011679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1280px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59" y="3482035"/>
            <a:ext cx="667512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Desktop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847795"/>
            <a:ext cx="11210544" cy="402336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920947"/>
            <a:ext cx="2011679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2xl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3920947"/>
            <a:ext cx="2011679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1536px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59" y="3920947"/>
            <a:ext cx="667512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Layar lebar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Kesalahan Umum Layout — Hindari Ini!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749039" cy="7315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3520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</a:rPr>
              <a:t>1. Lupa viewport meta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3520440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Media query tidak jalan di HP.
Selalu cek &lt;meta name="viewport"&gt; ada.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005840"/>
            <a:ext cx="3749039" cy="7315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188720"/>
            <a:ext cx="3520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</a:rPr>
              <a:t>2. Width tetap (fixed px)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783080"/>
            <a:ext cx="3520440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width: 900px meledak di layar kecil.
Gunakan max-width + width: 100%.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00584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188720"/>
            <a:ext cx="3520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3. justify vs align tertukar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783080"/>
            <a:ext cx="3520440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justify = main axis, align = cross.
flex-direction: column MENUKAR sumbu!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70332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86200"/>
            <a:ext cx="3520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4. Desktop-first campur aduk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480560"/>
            <a:ext cx="3520440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max-width dan min-width dicampur
bikin konflik. Pilih mobile-first konsisten.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3703320"/>
            <a:ext cx="3749039" cy="73152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886200"/>
            <a:ext cx="3520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C9A0FF"/>
                </a:solidFill>
              </a:rPr>
              <a:t>5. Margin manual antar kolom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480560"/>
            <a:ext cx="3520440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margin-right per item rapuh.
Pakai gap pada flex/grid container.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703320"/>
            <a:ext cx="3749039" cy="73152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886200"/>
            <a:ext cx="3520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C9A0FF"/>
                </a:solidFill>
              </a:rPr>
              <a:t>6. Overflow horizontal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480560"/>
            <a:ext cx="3520440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Gambar/teks lebar bocor keluar.
img { max-width: 100%; } + minmax(0, 1fr).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Cheatsheet Layout Responsif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5577840" cy="47548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557784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9728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9728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9728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325880"/>
            <a:ext cx="53035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/* FLEXBOX */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.row 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display: flex;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justify-content: space-between;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align-items: center;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gap: 16px;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flex-wrap: wrap;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.item-isi-sisa { flex: 1; 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/* CENTERING */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.center { display: flex;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justify-content: center;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align-items: center; 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051560"/>
            <a:ext cx="5468112" cy="47548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051560"/>
            <a:ext cx="5468112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73368" y="109728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37959" y="109728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2552" y="109728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325880"/>
            <a:ext cx="5193792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/* GRID */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.grid 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display: grid;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grid-template-columns: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repeat(auto-fit,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   minmax(250px, 1fr));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gap: 20px;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/* MEDIA QUERY (mobile-first) */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@media (min-width: 640px) { ... 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@media (min-width: 1024px){ ... 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img { max-width: 100%; 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1274552" cy="566928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5943600"/>
            <a:ext cx="91440" cy="56692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6053328"/>
            <a:ext cx="10908792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Latihan: 1-pembelajaran/03-layout-responsive (flexbox, grid, layout responsif)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54864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0"/>
            <a:ext cx="1828800" cy="18288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4572000"/>
            <a:ext cx="2743200" cy="27432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365760"/>
            <a:ext cx="5029200" cy="6400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50292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0D1117"/>
                </a:solidFill>
              </a:rPr>
              <a:t>🎯 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</a:rPr>
              <a:t>Layout Responsif — flexbox, grid, media query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10972800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600200"/>
            <a:ext cx="10972800" cy="841248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600200"/>
            <a:ext cx="91440" cy="8412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673352"/>
            <a:ext cx="38404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</a:rPr>
              <a:t>Flexbox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984248"/>
            <a:ext cx="104241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1 dimensi. justify = main axis, align = cross axis. gap untuk jarak, flex:1 mengisi sisa.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551176"/>
            <a:ext cx="10972800" cy="841248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551176"/>
            <a:ext cx="91440" cy="84124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624328"/>
            <a:ext cx="38404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3FD97F"/>
                </a:solidFill>
              </a:rPr>
              <a:t>Grid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935224"/>
            <a:ext cx="104241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2 dimensi. fr berbagi ruang, repeat(auto-fit, minmax(250px,1fr)) = responsif otomatis.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502152"/>
            <a:ext cx="10972800" cy="841248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502152"/>
            <a:ext cx="91440" cy="8412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575304"/>
            <a:ext cx="38404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FC857"/>
                </a:solidFill>
              </a:rPr>
              <a:t>Media Query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886200"/>
            <a:ext cx="104241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Mobile-first: gaya dasar untuk HP, @media (min-width: ...) menambah saat layar besar.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53128"/>
            <a:ext cx="10972800" cy="841248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453128"/>
            <a:ext cx="91440" cy="841248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526280"/>
            <a:ext cx="38404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C9A0FF"/>
                </a:solidFill>
              </a:rPr>
              <a:t>Strategi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837176"/>
            <a:ext cx="104241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Grid untuk kerangka halaman, flexbox untuk isi bagian. max-width mencegah overflow.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404104"/>
            <a:ext cx="10972800" cy="841248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404104"/>
            <a:ext cx="91440" cy="84124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477256"/>
            <a:ext cx="38404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F6B8A"/>
                </a:solidFill>
              </a:rPr>
              <a:t>Pitfall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788152"/>
            <a:ext cx="104241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Lupa viewport meta, fixed width, sumbu tertukar saat column, campur min/max-width.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492240"/>
            <a:ext cx="109728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565392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6E7681"/>
                </a:solidFill>
              </a:rPr>
              <a:t>Modul 03  ·  Pemrograman Web · lanjut ke 1-pembelajaran/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